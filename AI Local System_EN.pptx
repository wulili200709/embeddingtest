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 id="2147483682" r:id="rId2"/>
  </p:sldMasterIdLst>
  <p:notesMasterIdLst>
    <p:notesMasterId r:id="rId14"/>
  </p:notesMasterIdLst>
  <p:sldIdLst>
    <p:sldId id="264" r:id="rId3"/>
    <p:sldId id="257" r:id="rId4"/>
    <p:sldId id="266" r:id="rId5"/>
    <p:sldId id="258" r:id="rId6"/>
    <p:sldId id="259" r:id="rId7"/>
    <p:sldId id="268" r:id="rId8"/>
    <p:sldId id="267" r:id="rId9"/>
    <p:sldId id="269" r:id="rId10"/>
    <p:sldId id="260" r:id="rId11"/>
    <p:sldId id="26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2" autoAdjust="0"/>
    <p:restoredTop sz="89442" autoAdjust="0"/>
  </p:normalViewPr>
  <p:slideViewPr>
    <p:cSldViewPr snapToGrid="0">
      <p:cViewPr varScale="1">
        <p:scale>
          <a:sx n="93" d="100"/>
          <a:sy n="93" d="100"/>
        </p:scale>
        <p:origin x="27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59EEED-963C-4535-B893-44A041C9C3B1}" type="datetimeFigureOut">
              <a:rPr lang="en-US" smtClean="0"/>
              <a:t>2026-5-11</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6665D4-4CFB-48B8-AC84-44040FE46D28}" type="slidenum">
              <a:rPr lang="en-US" smtClean="0"/>
              <a:t>‹#›</a:t>
            </a:fld>
            <a:endParaRPr lang="en-US"/>
          </a:p>
        </p:txBody>
      </p:sp>
    </p:spTree>
    <p:extLst>
      <p:ext uri="{BB962C8B-B14F-4D97-AF65-F5344CB8AC3E}">
        <p14:creationId xmlns:p14="http://schemas.microsoft.com/office/powerpoint/2010/main" val="1171757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5"/>
          </p:nvPr>
        </p:nvSpPr>
        <p:spPr/>
        <p:txBody>
          <a:bodyPr/>
          <a:lstStyle/>
          <a:p>
            <a:fld id="{776665D4-4CFB-48B8-AC84-44040FE46D28}" type="slidenum">
              <a:rPr lang="en-US" smtClean="0"/>
              <a:t>6</a:t>
            </a:fld>
            <a:endParaRPr lang="en-US"/>
          </a:p>
        </p:txBody>
      </p:sp>
    </p:spTree>
    <p:extLst>
      <p:ext uri="{BB962C8B-B14F-4D97-AF65-F5344CB8AC3E}">
        <p14:creationId xmlns:p14="http://schemas.microsoft.com/office/powerpoint/2010/main" val="1739582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9EA59A0-5D15-4BE0-AD45-6F0A1364F5C4}"/>
              </a:ext>
            </a:extLst>
          </p:cNvPr>
          <p:cNvSpPr/>
          <p:nvPr/>
        </p:nvSpPr>
        <p:spPr>
          <a:xfrm>
            <a:off x="550863" y="1558924"/>
            <a:ext cx="7346880" cy="2643621"/>
          </a:xfrm>
          <a:prstGeom prst="rect">
            <a:avLst/>
          </a:prstGeom>
        </p:spPr>
        <p:txBody>
          <a:bodyPr wrap="square" lIns="0" tIns="0" rIns="0" bIns="0" anchor="t" anchorCtr="0">
            <a:noAutofit/>
          </a:bodyPr>
          <a:lstStyle/>
          <a:p>
            <a:pPr eaLnBrk="0" hangingPunct="0"/>
            <a:r>
              <a:rPr lang="de-DE" sz="1800" dirty="0">
                <a:solidFill>
                  <a:schemeClr val="tx1"/>
                </a:solidFill>
                <a:latin typeface="+mn-lt"/>
                <a:ea typeface="ＭＳ Ｐゴシック" charset="-128"/>
                <a:cs typeface="Arial"/>
              </a:rPr>
              <a:t>Alle Inhalte in dieser Präsentation, insbesondere Texte, Fotografien und Grafiken sind urheberrechtlich geschützt und alle in dieser Präsentation enthaltenen Strategien, Modelle, Konzepte und Schlussfolgerungen sind ebenfalls geistiges Eigentum von Phoenix Contact, sofern dies nicht anders, zum Beispiel durch Quellenangaben, gekennzeichnet ist. Alle in dieser Präsentation enthaltenen Informationen sind vertraulich zu behandeln. Es ist ohne vorherige schriftliche Genehmigung durch Phoenix Contact untersagt, diese Präsentation ganz oder auszugsweise zu kopieren, zu verändern, zu vervielfältigen, zu veröffentlichen, zu verbreiten oder in einer sonstigen Weise Dritten zugänglich zu machen. </a:t>
            </a:r>
          </a:p>
        </p:txBody>
      </p:sp>
      <p:sp>
        <p:nvSpPr>
          <p:cNvPr id="9" name="Rechteck 8">
            <a:extLst>
              <a:ext uri="{FF2B5EF4-FFF2-40B4-BE49-F238E27FC236}">
                <a16:creationId xmlns:a16="http://schemas.microsoft.com/office/drawing/2014/main" id="{9C4286CC-B121-499E-B61E-C13A60DA9845}"/>
              </a:ext>
            </a:extLst>
          </p:cNvPr>
          <p:cNvSpPr/>
          <p:nvPr/>
        </p:nvSpPr>
        <p:spPr>
          <a:xfrm>
            <a:off x="549344" y="918558"/>
            <a:ext cx="11091793" cy="523220"/>
          </a:xfrm>
          <a:prstGeom prst="rect">
            <a:avLst/>
          </a:prstGeom>
        </p:spPr>
        <p:txBody>
          <a:bodyPr vert="horz" lIns="0" tIns="0" rIns="0" bIns="0" rtlCol="0" anchor="t">
            <a:noAutofit/>
          </a:bodyPr>
          <a:lstStyle/>
          <a:p>
            <a:pPr lvl="0" defTabSz="914430">
              <a:spcBef>
                <a:spcPct val="0"/>
              </a:spcBef>
              <a:buNone/>
            </a:pPr>
            <a:endParaRPr lang="en-US" sz="2799" b="1" noProof="0" dirty="0">
              <a:latin typeface="+mj-lt"/>
              <a:ea typeface="+mj-ea"/>
              <a:cs typeface="+mj-cs"/>
            </a:endParaRPr>
          </a:p>
        </p:txBody>
      </p:sp>
      <p:pic>
        <p:nvPicPr>
          <p:cNvPr id="6" name="Grafik 5">
            <a:extLst>
              <a:ext uri="{FF2B5EF4-FFF2-40B4-BE49-F238E27FC236}">
                <a16:creationId xmlns:a16="http://schemas.microsoft.com/office/drawing/2014/main" id="{44069C4C-D216-4130-82CA-2F5C14D3B9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838814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orient="horz" pos="3657">
          <p15:clr>
            <a:srgbClr val="FBAE40"/>
          </p15:clr>
        </p15:guide>
        <p15:guide id="3" orient="horz" pos="3839">
          <p15:clr>
            <a:srgbClr val="FBAE40"/>
          </p15:clr>
        </p15:guide>
        <p15:guide id="4" orient="horz" pos="406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illkommen">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5999" cy="6858000"/>
          </a:xfrm>
          <a:prstGeom prst="rect">
            <a:avLst/>
          </a:prstGeom>
          <a:solidFill>
            <a:schemeClr val="bg1">
              <a:lumMod val="95000"/>
            </a:schemeClr>
          </a:solidFill>
        </p:spPr>
        <p:txBody>
          <a:bodyPr vert="horz" lIns="252000" tIns="252000" rIns="252000" bIns="252000" rtlCol="0" anchor="ctr" anchorCtr="0">
            <a:noAutofit/>
          </a:bodyPr>
          <a:lstStyle>
            <a:lvl1pPr marL="285759" indent="-285759" algn="ctr">
              <a:buNone/>
              <a:defRPr lang="de-DE" dirty="0"/>
            </a:lvl1pPr>
          </a:lstStyle>
          <a:p>
            <a:r>
              <a:rPr lang="de-DE" noProof="0" dirty="0"/>
              <a:t>Picture</a:t>
            </a:r>
          </a:p>
        </p:txBody>
      </p:sp>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0" name="Titel">
            <a:extLst>
              <a:ext uri="{FF2B5EF4-FFF2-40B4-BE49-F238E27FC236}">
                <a16:creationId xmlns:a16="http://schemas.microsoft.com/office/drawing/2014/main" id="{272B44CE-A6EA-40E1-91C9-6175AFA6AFAC}"/>
              </a:ext>
            </a:extLst>
          </p:cNvPr>
          <p:cNvSpPr txBox="1">
            <a:spLocks/>
          </p:cNvSpPr>
          <p:nvPr/>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a:solidFill>
                  <a:schemeClr val="accent1"/>
                </a:solidFill>
                <a:latin typeface="+mn-lt"/>
              </a:rPr>
              <a:t>Willkommen</a:t>
            </a:r>
          </a:p>
        </p:txBody>
      </p:sp>
      <p:pic>
        <p:nvPicPr>
          <p:cNvPr id="14" name="Grafik 13">
            <a:extLst>
              <a:ext uri="{FF2B5EF4-FFF2-40B4-BE49-F238E27FC236}">
                <a16:creationId xmlns:a16="http://schemas.microsoft.com/office/drawing/2014/main" id="{6B251ABE-24A7-482F-9DB8-0614019A4B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
        <p:nvSpPr>
          <p:cNvPr id="11" name="Textplatzhalter 2">
            <a:extLst>
              <a:ext uri="{FF2B5EF4-FFF2-40B4-BE49-F238E27FC236}">
                <a16:creationId xmlns:a16="http://schemas.microsoft.com/office/drawing/2014/main" id="{E9F4849D-A6C9-4605-8FC7-795282E02E0E}"/>
              </a:ext>
            </a:extLst>
          </p:cNvPr>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p>
        </p:txBody>
      </p:sp>
    </p:spTree>
    <p:extLst>
      <p:ext uri="{BB962C8B-B14F-4D97-AF65-F5344CB8AC3E}">
        <p14:creationId xmlns:p14="http://schemas.microsoft.com/office/powerpoint/2010/main" val="2078345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294">
          <p15:clr>
            <a:srgbClr val="FBAE40"/>
          </p15:clr>
        </p15:guide>
        <p15:guide id="2" pos="526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a:extLst>
              <a:ext uri="{FF2B5EF4-FFF2-40B4-BE49-F238E27FC236}">
                <a16:creationId xmlns:a16="http://schemas.microsoft.com/office/drawing/2014/main" id="{6B251ABE-24A7-482F-9DB8-0614019A4B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pic>
        <p:nvPicPr>
          <p:cNvPr id="11" name="Bildplatzhalter 13">
            <a:extLst>
              <a:ext uri="{FF2B5EF4-FFF2-40B4-BE49-F238E27FC236}">
                <a16:creationId xmlns:a16="http://schemas.microsoft.com/office/drawing/2014/main" id="{BF58CAF6-1C60-4D1C-B117-481B950DB26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461" r="24939"/>
          <a:stretch/>
        </p:blipFill>
        <p:spPr bwMode="gray">
          <a:xfrm>
            <a:off x="0" y="0"/>
            <a:ext cx="6095999" cy="6858000"/>
          </a:xfrm>
          <a:prstGeom prst="rect">
            <a:avLst/>
          </a:prstGeom>
        </p:spPr>
      </p:pic>
      <p:sp>
        <p:nvSpPr>
          <p:cNvPr id="9" name="Titel">
            <a:extLst>
              <a:ext uri="{FF2B5EF4-FFF2-40B4-BE49-F238E27FC236}">
                <a16:creationId xmlns:a16="http://schemas.microsoft.com/office/drawing/2014/main" id="{9D68464C-D826-4739-98FD-74A2225B5023}"/>
              </a:ext>
            </a:extLst>
          </p:cNvPr>
          <p:cNvSpPr txBox="1">
            <a:spLocks/>
          </p:cNvSpPr>
          <p:nvPr/>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a:solidFill>
                  <a:schemeClr val="accent1"/>
                </a:solidFill>
                <a:latin typeface="+mn-lt"/>
              </a:rPr>
              <a:t>Willkommen</a:t>
            </a:r>
          </a:p>
        </p:txBody>
      </p:sp>
      <p:sp>
        <p:nvSpPr>
          <p:cNvPr id="10" name="Textplatzhalter 2">
            <a:extLst>
              <a:ext uri="{FF2B5EF4-FFF2-40B4-BE49-F238E27FC236}">
                <a16:creationId xmlns:a16="http://schemas.microsoft.com/office/drawing/2014/main" id="{6A323362-40CF-4D00-8A90-50605F27D6DD}"/>
              </a:ext>
            </a:extLst>
          </p:cNvPr>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p>
        </p:txBody>
      </p:sp>
    </p:spTree>
    <p:extLst>
      <p:ext uri="{BB962C8B-B14F-4D97-AF65-F5344CB8AC3E}">
        <p14:creationId xmlns:p14="http://schemas.microsoft.com/office/powerpoint/2010/main" val="1724657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294">
          <p15:clr>
            <a:srgbClr val="FBAE40"/>
          </p15:clr>
        </p15:guide>
        <p15:guide id="2" pos="526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a:extLst>
              <a:ext uri="{FF2B5EF4-FFF2-40B4-BE49-F238E27FC236}">
                <a16:creationId xmlns:a16="http://schemas.microsoft.com/office/drawing/2014/main" id="{6B251ABE-24A7-482F-9DB8-0614019A4B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pic>
        <p:nvPicPr>
          <p:cNvPr id="11" name="Bildplatzhalter 13" descr="Ein Bild, das draußen, Outdoorobjekt, Stern, Nachthimmel enthält.&#10;&#10;Automatisch generierte Beschreibung">
            <a:extLst>
              <a:ext uri="{FF2B5EF4-FFF2-40B4-BE49-F238E27FC236}">
                <a16:creationId xmlns:a16="http://schemas.microsoft.com/office/drawing/2014/main" id="{BF58CAF6-1C60-4D1C-B117-481B950DB267}"/>
              </a:ext>
            </a:extLst>
          </p:cNvPr>
          <p:cNvPicPr>
            <a:picLocks noChangeAspect="1"/>
          </p:cNvPicPr>
          <p:nvPr/>
        </p:nvPicPr>
        <p:blipFill>
          <a:blip r:embed="rId3"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a:extLst>
              <a:ext uri="{FF2B5EF4-FFF2-40B4-BE49-F238E27FC236}">
                <a16:creationId xmlns:a16="http://schemas.microsoft.com/office/drawing/2014/main" id="{77864B38-4D6D-4255-BD0E-C47B4D1A36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5693" y="500255"/>
            <a:ext cx="4860476" cy="407795"/>
          </a:xfrm>
          <a:prstGeom prst="rect">
            <a:avLst/>
          </a:prstGeom>
        </p:spPr>
      </p:pic>
      <p:sp>
        <p:nvSpPr>
          <p:cNvPr id="9" name="Titel">
            <a:extLst>
              <a:ext uri="{FF2B5EF4-FFF2-40B4-BE49-F238E27FC236}">
                <a16:creationId xmlns:a16="http://schemas.microsoft.com/office/drawing/2014/main" id="{9D68464C-D826-4739-98FD-74A2225B5023}"/>
              </a:ext>
            </a:extLst>
          </p:cNvPr>
          <p:cNvSpPr txBox="1">
            <a:spLocks/>
          </p:cNvSpPr>
          <p:nvPr/>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a:solidFill>
                  <a:schemeClr val="accent1"/>
                </a:solidFill>
                <a:latin typeface="+mn-lt"/>
              </a:rPr>
              <a:t>Willkommen</a:t>
            </a:r>
          </a:p>
        </p:txBody>
      </p:sp>
      <p:sp>
        <p:nvSpPr>
          <p:cNvPr id="10" name="Textplatzhalter 2">
            <a:extLst>
              <a:ext uri="{FF2B5EF4-FFF2-40B4-BE49-F238E27FC236}">
                <a16:creationId xmlns:a16="http://schemas.microsoft.com/office/drawing/2014/main" id="{6A323362-40CF-4D00-8A90-50605F27D6DD}"/>
              </a:ext>
            </a:extLst>
          </p:cNvPr>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p>
        </p:txBody>
      </p:sp>
    </p:spTree>
    <p:extLst>
      <p:ext uri="{BB962C8B-B14F-4D97-AF65-F5344CB8AC3E}">
        <p14:creationId xmlns:p14="http://schemas.microsoft.com/office/powerpoint/2010/main" val="4088544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294">
          <p15:clr>
            <a:srgbClr val="FBAE40"/>
          </p15:clr>
        </p15:guide>
        <p15:guide id="2" pos="526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7" name="Bild">
            <a:extLst>
              <a:ext uri="{FF2B5EF4-FFF2-40B4-BE49-F238E27FC236}">
                <a16:creationId xmlns:a16="http://schemas.microsoft.com/office/drawing/2014/main" id="{D8D38D20-6786-4848-975C-AD8EA31911D4}"/>
              </a:ext>
            </a:extLst>
          </p:cNvPr>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9" indent="-285759" algn="ctr">
              <a:buNone/>
              <a:defRPr lang="de-DE" dirty="0"/>
            </a:lvl1pPr>
          </a:lstStyle>
          <a:p>
            <a:r>
              <a:rPr lang="de-DE" noProof="0" dirty="0"/>
              <a:t>Picture</a:t>
            </a:r>
          </a:p>
        </p:txBody>
      </p:sp>
      <p:sp>
        <p:nvSpPr>
          <p:cNvPr id="3" name="Fußzeilenplatzhalter 2">
            <a:extLst>
              <a:ext uri="{FF2B5EF4-FFF2-40B4-BE49-F238E27FC236}">
                <a16:creationId xmlns:a16="http://schemas.microsoft.com/office/drawing/2014/main" id="{43E6ECA5-F089-43AA-B0B2-E709C40B1655}"/>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A5845474-1E24-4C08-B9D1-764417630E4D}"/>
              </a:ext>
            </a:extLst>
          </p:cNvPr>
          <p:cNvSpPr>
            <a:spLocks noGrp="1"/>
          </p:cNvSpPr>
          <p:nvPr>
            <p:ph type="sldNum" sz="quarter" idx="18"/>
          </p:nvPr>
        </p:nvSpPr>
        <p:spPr/>
        <p:txBody>
          <a:bodyPr/>
          <a:lstStyle/>
          <a:p>
            <a:fld id="{B227C86F-CC2D-492F-A88C-C748186E73FB}" type="slidenum">
              <a:rPr lang="de-DE" smtClean="0"/>
              <a:pPr/>
              <a:t>‹#›</a:t>
            </a:fld>
            <a:endParaRPr lang="de-DE" dirty="0"/>
          </a:p>
        </p:txBody>
      </p:sp>
      <p:pic>
        <p:nvPicPr>
          <p:cNvPr id="11" name="Grafik 10">
            <a:extLst>
              <a:ext uri="{FF2B5EF4-FFF2-40B4-BE49-F238E27FC236}">
                <a16:creationId xmlns:a16="http://schemas.microsoft.com/office/drawing/2014/main" id="{5FF4E883-2D51-4AC1-87DC-BC9AB76003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
        <p:nvSpPr>
          <p:cNvPr id="10" name="Text">
            <a:extLst>
              <a:ext uri="{FF2B5EF4-FFF2-40B4-BE49-F238E27FC236}">
                <a16:creationId xmlns:a16="http://schemas.microsoft.com/office/drawing/2014/main" id="{3FAAA48C-4A26-488F-9F25-A3BE8A9CB568}"/>
              </a:ext>
            </a:extLst>
          </p:cNvPr>
          <p:cNvSpPr>
            <a:spLocks noGrp="1"/>
          </p:cNvSpPr>
          <p:nvPr>
            <p:ph type="body" sz="quarter" idx="16" hasCustomPrompt="1"/>
          </p:nvPr>
        </p:nvSpPr>
        <p:spPr bwMode="gray">
          <a:xfrm>
            <a:off x="55341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4" name="Textfeld 13">
            <a:extLst>
              <a:ext uri="{FF2B5EF4-FFF2-40B4-BE49-F238E27FC236}">
                <a16:creationId xmlns:a16="http://schemas.microsoft.com/office/drawing/2014/main" id="{2429F978-0ECA-4ED5-A137-0C9425092C0C}"/>
              </a:ext>
            </a:extLst>
          </p:cNvPr>
          <p:cNvSpPr txBox="1"/>
          <p:nvPr/>
        </p:nvSpPr>
        <p:spPr>
          <a:xfrm>
            <a:off x="553403" y="912178"/>
            <a:ext cx="11090274" cy="649287"/>
          </a:xfrm>
          <a:prstGeom prst="rect">
            <a:avLst/>
          </a:prstGeom>
          <a:noFill/>
          <a:ln>
            <a:noFill/>
          </a:ln>
        </p:spPr>
        <p:txBody>
          <a:bodyPr wrap="square" lIns="0" tIns="0" rIns="0" bIns="0" rtlCol="0">
            <a:noAutofit/>
          </a:bodyPr>
          <a:lstStyle/>
          <a:p>
            <a:pPr algn="l"/>
            <a:r>
              <a:rPr lang="de-DE" sz="2800" b="1" dirty="0">
                <a:latin typeface="+mj-lt"/>
              </a:rPr>
              <a:t>Agenda</a:t>
            </a:r>
          </a:p>
        </p:txBody>
      </p:sp>
      <p:sp>
        <p:nvSpPr>
          <p:cNvPr id="15" name="Text 2">
            <a:extLst>
              <a:ext uri="{FF2B5EF4-FFF2-40B4-BE49-F238E27FC236}">
                <a16:creationId xmlns:a16="http://schemas.microsoft.com/office/drawing/2014/main" id="{9F8B6B9C-0D60-4201-A9F8-1FE8FC648BE2}"/>
              </a:ext>
            </a:extLst>
          </p:cNvPr>
          <p:cNvSpPr>
            <a:spLocks noGrp="1"/>
          </p:cNvSpPr>
          <p:nvPr>
            <p:ph type="body" sz="quarter" idx="19" hasCustomPrompt="1"/>
          </p:nvPr>
        </p:nvSpPr>
        <p:spPr bwMode="gray">
          <a:xfrm>
            <a:off x="553403" y="1988459"/>
            <a:ext cx="6945312" cy="3312107"/>
          </a:xfrm>
        </p:spPr>
        <p:txBody>
          <a:bodyPr anchor="t" anchorCtr="0"/>
          <a:lstStyle>
            <a:lvl1pPr marL="265113" indent="-265113" algn="l">
              <a:spcAft>
                <a:spcPts val="600"/>
              </a:spcAft>
              <a:buSzPct val="120000"/>
              <a:buFontTx/>
              <a:buBlip>
                <a:blip r:embed="rId3"/>
              </a:buBlip>
              <a:defRPr baseline="0"/>
            </a:lvl1pPr>
            <a:lvl2pPr marL="715963" indent="-266700" algn="l">
              <a:spcAft>
                <a:spcPts val="600"/>
              </a:spcAft>
              <a:buSzPct val="120000"/>
              <a:buFontTx/>
              <a:buBlip>
                <a:blip r:embed="rId3"/>
              </a:buBlip>
              <a:defRPr/>
            </a:lvl2pPr>
            <a:lvl3pPr marL="1080036" indent="-270009" algn="l">
              <a:spcAft>
                <a:spcPts val="600"/>
              </a:spcAft>
              <a:buSzPct val="120000"/>
              <a:buFontTx/>
              <a:buBlip>
                <a:blip r:embed="rId4"/>
              </a:buBlip>
              <a:defRPr/>
            </a:lvl3pPr>
            <a:lvl4pPr marL="1440048" indent="-270009" algn="l">
              <a:spcAft>
                <a:spcPts val="600"/>
              </a:spcAft>
              <a:buSzPct val="120000"/>
              <a:buFontTx/>
              <a:buBlip>
                <a:blip r:embed="rId4"/>
              </a:buBlip>
              <a:defRPr/>
            </a:lvl4pPr>
            <a:lvl5pPr marL="1800060" indent="-270009" algn="l">
              <a:spcAft>
                <a:spcPts val="600"/>
              </a:spcAft>
              <a:buSzPct val="120000"/>
              <a:buFontTx/>
              <a:buBlip>
                <a:blip r:embed="rId4"/>
              </a:buBlip>
              <a:defRPr/>
            </a:lvl5pPr>
          </a:lstStyle>
          <a:p>
            <a:pPr lvl="0"/>
            <a:r>
              <a:rPr lang="de-DE" noProof="0" dirty="0"/>
              <a:t>Chapter 1</a:t>
            </a:r>
          </a:p>
          <a:p>
            <a:pPr lvl="0"/>
            <a:r>
              <a:rPr lang="de-DE" noProof="0" dirty="0"/>
              <a:t>Chapter 2</a:t>
            </a:r>
          </a:p>
          <a:p>
            <a:pPr lvl="1"/>
            <a:r>
              <a:rPr lang="de-DE" noProof="0" dirty="0"/>
              <a:t>Second </a:t>
            </a:r>
            <a:r>
              <a:rPr lang="de-DE" noProof="0" dirty="0" err="1"/>
              <a:t>level</a:t>
            </a:r>
            <a:endParaRPr lang="de-DE" noProof="0" dirty="0"/>
          </a:p>
        </p:txBody>
      </p:sp>
    </p:spTree>
    <p:extLst>
      <p:ext uri="{BB962C8B-B14F-4D97-AF65-F5344CB8AC3E}">
        <p14:creationId xmlns:p14="http://schemas.microsoft.com/office/powerpoint/2010/main" val="2368597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064">
          <p15:clr>
            <a:srgbClr val="FBAE40"/>
          </p15:clr>
        </p15:guide>
        <p15:guide id="2" pos="4974">
          <p15:clr>
            <a:srgbClr val="FBAE40"/>
          </p15:clr>
        </p15:guide>
        <p15:guide id="4" orient="horz" pos="3656">
          <p15:clr>
            <a:srgbClr val="FBAE40"/>
          </p15:clr>
        </p15:guide>
        <p15:guide id="5" orient="horz" pos="3839">
          <p15:clr>
            <a:srgbClr val="FBAE40"/>
          </p15:clr>
        </p15:guide>
        <p15:guide id="6" orient="horz" pos="406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xt + small  picture">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2"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924"/>
            <a:ext cx="7344956" cy="4246531"/>
          </a:xfrm>
          <a:prstGeom prst="rect">
            <a:avLst/>
          </a:prstGeom>
        </p:spPr>
        <p:txBody>
          <a:bodyPr vert="horz" lIns="0" tIns="72000" rIns="0" bIns="72000" rtlCol="0">
            <a:noAutofit/>
          </a:bodyPr>
          <a:lstStyle>
            <a:lvl1pPr marL="270009" marR="0" indent="-270009"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lang="de-DE" baseline="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marL="270009" marR="0" lvl="0" indent="-270009"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a:extLst>
              <a:ext uri="{FF2B5EF4-FFF2-40B4-BE49-F238E27FC236}">
                <a16:creationId xmlns:a16="http://schemas.microsoft.com/office/drawing/2014/main" id="{B93F4A5E-CA26-41A9-A304-3A8CEC8F31B2}"/>
              </a:ext>
            </a:extLst>
          </p:cNvPr>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9" indent="-285759" algn="ctr">
              <a:buNone/>
              <a:defRPr lang="de-DE" dirty="0"/>
            </a:lvl1pPr>
          </a:lstStyle>
          <a:p>
            <a:r>
              <a:rPr lang="de-DE" noProof="0" dirty="0"/>
              <a:t>Picture</a:t>
            </a:r>
          </a:p>
        </p:txBody>
      </p:sp>
      <p:sp>
        <p:nvSpPr>
          <p:cNvPr id="3" name="Fußzeilenplatzhalter 2">
            <a:extLst>
              <a:ext uri="{FF2B5EF4-FFF2-40B4-BE49-F238E27FC236}">
                <a16:creationId xmlns:a16="http://schemas.microsoft.com/office/drawing/2014/main" id="{17CF5678-8929-4EA0-92A2-F64A6CBF42D0}"/>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916B617B-D19D-4B3A-A483-F6F248168BCA}"/>
              </a:ext>
            </a:extLst>
          </p:cNvPr>
          <p:cNvSpPr>
            <a:spLocks noGrp="1"/>
          </p:cNvSpPr>
          <p:nvPr>
            <p:ph type="sldNum" sz="quarter" idx="18"/>
          </p:nvPr>
        </p:nvSpPr>
        <p:spPr/>
        <p:txBody>
          <a:bodyPr/>
          <a:lstStyle/>
          <a:p>
            <a:fld id="{B227C86F-CC2D-492F-A88C-C748186E73FB}" type="slidenum">
              <a:rPr lang="de-DE" smtClean="0"/>
              <a:pPr/>
              <a:t>‹#›</a:t>
            </a:fld>
            <a:endParaRPr lang="de-DE" dirty="0"/>
          </a:p>
        </p:txBody>
      </p:sp>
      <p:pic>
        <p:nvPicPr>
          <p:cNvPr id="9" name="Grafik 8">
            <a:extLst>
              <a:ext uri="{FF2B5EF4-FFF2-40B4-BE49-F238E27FC236}">
                <a16:creationId xmlns:a16="http://schemas.microsoft.com/office/drawing/2014/main" id="{8E2F8BD7-6CCF-4FD3-93BD-4745E09D1D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574912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pos="5064">
          <p15:clr>
            <a:srgbClr val="FBAE40"/>
          </p15:clr>
        </p15:guide>
        <p15:guide id="4" orient="horz" pos="3656">
          <p15:clr>
            <a:srgbClr val="FBAE40"/>
          </p15:clr>
        </p15:guide>
        <p15:guide id="5" orient="horz" pos="3839">
          <p15:clr>
            <a:srgbClr val="FBAE40"/>
          </p15:clr>
        </p15:guide>
        <p15:guide id="6" orient="horz" pos="406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icture + advantages">
    <p:spTree>
      <p:nvGrpSpPr>
        <p:cNvPr id="1" name=""/>
        <p:cNvGrpSpPr/>
        <p:nvPr/>
      </p:nvGrpSpPr>
      <p:grpSpPr>
        <a:xfrm>
          <a:off x="0" y="0"/>
          <a:ext cx="0" cy="0"/>
          <a:chOff x="0" y="0"/>
          <a:chExt cx="0" cy="0"/>
        </a:xfrm>
      </p:grpSpPr>
      <p:sp>
        <p:nvSpPr>
          <p:cNvPr id="8" name="Bild">
            <a:extLst>
              <a:ext uri="{FF2B5EF4-FFF2-40B4-BE49-F238E27FC236}">
                <a16:creationId xmlns:a16="http://schemas.microsoft.com/office/drawing/2014/main" id="{B93F4A5E-CA26-41A9-A304-3A8CEC8F31B2}"/>
              </a:ext>
            </a:extLst>
          </p:cNvPr>
          <p:cNvSpPr>
            <a:spLocks noGrp="1" noChangeAspect="1"/>
          </p:cNvSpPr>
          <p:nvPr>
            <p:ph type="pic" sz="quarter" idx="12" hasCustomPrompt="1"/>
          </p:nvPr>
        </p:nvSpPr>
        <p:spPr bwMode="gray">
          <a:xfrm>
            <a:off x="549345" y="1558924"/>
            <a:ext cx="5548244" cy="4283075"/>
          </a:xfrm>
          <a:prstGeom prst="rect">
            <a:avLst/>
          </a:prstGeom>
          <a:solidFill>
            <a:schemeClr val="bg1">
              <a:lumMod val="95000"/>
            </a:schemeClr>
          </a:solidFill>
        </p:spPr>
        <p:txBody>
          <a:bodyPr vert="horz" lIns="252000" tIns="252000" rIns="252000" bIns="252000" rtlCol="0" anchor="ctr" anchorCtr="0">
            <a:noAutofit/>
          </a:bodyPr>
          <a:lstStyle>
            <a:lvl1pPr marL="285759" indent="-285759" algn="ctr">
              <a:buNone/>
              <a:defRPr lang="de-DE" dirty="0"/>
            </a:lvl1pPr>
          </a:lstStyle>
          <a:p>
            <a:r>
              <a:rPr lang="de-DE" noProof="0" dirty="0"/>
              <a:t>Picture</a:t>
            </a:r>
          </a:p>
        </p:txBody>
      </p:sp>
      <p:sp>
        <p:nvSpPr>
          <p:cNvPr id="3" name="Fußzeilenplatzhalter 2">
            <a:extLst>
              <a:ext uri="{FF2B5EF4-FFF2-40B4-BE49-F238E27FC236}">
                <a16:creationId xmlns:a16="http://schemas.microsoft.com/office/drawing/2014/main" id="{17CF5678-8929-4EA0-92A2-F64A6CBF42D0}"/>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916B617B-D19D-4B3A-A483-F6F248168BCA}"/>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14" name="Textplatzhalter 13">
            <a:extLst>
              <a:ext uri="{FF2B5EF4-FFF2-40B4-BE49-F238E27FC236}">
                <a16:creationId xmlns:a16="http://schemas.microsoft.com/office/drawing/2014/main" id="{35D697D1-9910-4E36-BFFA-642EEAEC9787}"/>
              </a:ext>
            </a:extLst>
          </p:cNvPr>
          <p:cNvSpPr>
            <a:spLocks noGrp="1"/>
          </p:cNvSpPr>
          <p:nvPr>
            <p:ph type="body" sz="quarter" idx="21" hasCustomPrompt="1"/>
          </p:nvPr>
        </p:nvSpPr>
        <p:spPr>
          <a:xfrm>
            <a:off x="6530976" y="1895642"/>
            <a:ext cx="5109342" cy="3666958"/>
          </a:xfrm>
        </p:spPr>
        <p:txBody>
          <a:bodyPr/>
          <a:lstStyle>
            <a:lvl1pPr marL="344488" indent="-344488">
              <a:buSzPct val="120000"/>
              <a:buFontTx/>
              <a:buBlip>
                <a:blip r:embed="rId2"/>
              </a:buBlip>
              <a:defRPr baseline="0"/>
            </a:lvl1pPr>
          </a:lstStyle>
          <a:p>
            <a:pPr lvl="0"/>
            <a:r>
              <a:rPr lang="de-DE" dirty="0"/>
              <a:t>Advantage 1</a:t>
            </a:r>
          </a:p>
          <a:p>
            <a:pPr lvl="0"/>
            <a:r>
              <a:rPr lang="de-DE" dirty="0"/>
              <a:t>Advantage 2</a:t>
            </a:r>
          </a:p>
          <a:p>
            <a:pPr lvl="0"/>
            <a:r>
              <a:rPr lang="de-DE" dirty="0"/>
              <a:t>Advantage 3</a:t>
            </a:r>
          </a:p>
        </p:txBody>
      </p:sp>
      <p:sp>
        <p:nvSpPr>
          <p:cNvPr id="10" name="Text">
            <a:extLst>
              <a:ext uri="{FF2B5EF4-FFF2-40B4-BE49-F238E27FC236}">
                <a16:creationId xmlns:a16="http://schemas.microsoft.com/office/drawing/2014/main" id="{538B0A80-9B08-4129-8004-7B62E3264034}"/>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3" name="Titel">
            <a:extLst>
              <a:ext uri="{FF2B5EF4-FFF2-40B4-BE49-F238E27FC236}">
                <a16:creationId xmlns:a16="http://schemas.microsoft.com/office/drawing/2014/main" id="{AF67B85C-C139-4923-A18A-11083E6E92E8}"/>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a:extLst>
              <a:ext uri="{FF2B5EF4-FFF2-40B4-BE49-F238E27FC236}">
                <a16:creationId xmlns:a16="http://schemas.microsoft.com/office/drawing/2014/main" id="{96ADC979-C0E4-4687-8653-58B1F643D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89490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pos="5064">
          <p15:clr>
            <a:srgbClr val="FBAE40"/>
          </p15:clr>
        </p15:guide>
        <p15:guide id="4" orient="horz" pos="3680">
          <p15:clr>
            <a:srgbClr val="FBAE40"/>
          </p15:clr>
        </p15:guide>
        <p15:guide id="5" orient="horz" pos="3839">
          <p15:clr>
            <a:srgbClr val="FBAE40"/>
          </p15:clr>
        </p15:guide>
        <p15:guide id="6" orient="horz" pos="406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mall picture + advantages">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17CF5678-8929-4EA0-92A2-F64A6CBF42D0}"/>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916B617B-D19D-4B3A-A483-F6F248168BCA}"/>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9" name="Bild">
            <a:extLst>
              <a:ext uri="{FF2B5EF4-FFF2-40B4-BE49-F238E27FC236}">
                <a16:creationId xmlns:a16="http://schemas.microsoft.com/office/drawing/2014/main" id="{073A6004-4887-4C94-AF0B-147739FCF2C9}"/>
              </a:ext>
            </a:extLst>
          </p:cNvPr>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11" name="Textplatzhalter 13">
            <a:extLst>
              <a:ext uri="{FF2B5EF4-FFF2-40B4-BE49-F238E27FC236}">
                <a16:creationId xmlns:a16="http://schemas.microsoft.com/office/drawing/2014/main" id="{79A48840-0330-4416-ACB3-35E7D7DEEC0C}"/>
              </a:ext>
            </a:extLst>
          </p:cNvPr>
          <p:cNvSpPr>
            <a:spLocks noGrp="1"/>
          </p:cNvSpPr>
          <p:nvPr>
            <p:ph type="body" sz="quarter" idx="22" hasCustomPrompt="1"/>
          </p:nvPr>
        </p:nvSpPr>
        <p:spPr>
          <a:xfrm>
            <a:off x="4577593" y="1895642"/>
            <a:ext cx="7062724" cy="3539900"/>
          </a:xfrm>
        </p:spPr>
        <p:txBody>
          <a:bodyPr/>
          <a:lstStyle>
            <a:lvl1pPr marL="344488" indent="-344488">
              <a:buSzPct val="120000"/>
              <a:buFontTx/>
              <a:buBlip>
                <a:blip r:embed="rId2"/>
              </a:buBlip>
              <a:defRPr baseline="0"/>
            </a:lvl1pPr>
          </a:lstStyle>
          <a:p>
            <a:pPr lvl="0"/>
            <a:r>
              <a:rPr lang="de-DE" dirty="0"/>
              <a:t>Advantage 1</a:t>
            </a:r>
          </a:p>
          <a:p>
            <a:pPr lvl="0"/>
            <a:r>
              <a:rPr lang="de-DE" dirty="0"/>
              <a:t>Advantage 2</a:t>
            </a:r>
          </a:p>
          <a:p>
            <a:pPr lvl="0"/>
            <a:r>
              <a:rPr lang="de-DE" dirty="0"/>
              <a:t>Advantage 3</a:t>
            </a:r>
          </a:p>
        </p:txBody>
      </p:sp>
      <p:sp>
        <p:nvSpPr>
          <p:cNvPr id="10" name="Text">
            <a:extLst>
              <a:ext uri="{FF2B5EF4-FFF2-40B4-BE49-F238E27FC236}">
                <a16:creationId xmlns:a16="http://schemas.microsoft.com/office/drawing/2014/main" id="{DD4007B0-4C55-4E65-99A2-DFDE54080B45}"/>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a:extLst>
              <a:ext uri="{FF2B5EF4-FFF2-40B4-BE49-F238E27FC236}">
                <a16:creationId xmlns:a16="http://schemas.microsoft.com/office/drawing/2014/main" id="{BF57F9E4-3729-45F7-AFB2-91B3F6D09BFA}"/>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9EE07534-23E1-4AAE-82AC-FD25CD2280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13118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pos="5064">
          <p15:clr>
            <a:srgbClr val="FBAE40"/>
          </p15:clr>
        </p15:guide>
        <p15:guide id="4" orient="horz" pos="3656">
          <p15:clr>
            <a:srgbClr val="FBAE40"/>
          </p15:clr>
        </p15:guide>
        <p15:guide id="5" orient="horz" pos="3839">
          <p15:clr>
            <a:srgbClr val="FBAE40"/>
          </p15:clr>
        </p15:guide>
        <p15:guide id="6" orient="horz" pos="406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arge picture + advantages">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17CF5678-8929-4EA0-92A2-F64A6CBF42D0}"/>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916B617B-D19D-4B3A-A483-F6F248168BCA}"/>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9" name="Bild">
            <a:extLst>
              <a:ext uri="{FF2B5EF4-FFF2-40B4-BE49-F238E27FC236}">
                <a16:creationId xmlns:a16="http://schemas.microsoft.com/office/drawing/2014/main" id="{B3049957-7802-4BB0-B7B3-1A57D779BC76}"/>
              </a:ext>
            </a:extLst>
          </p:cNvPr>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14" name="Textplatzhalter 13">
            <a:extLst>
              <a:ext uri="{FF2B5EF4-FFF2-40B4-BE49-F238E27FC236}">
                <a16:creationId xmlns:a16="http://schemas.microsoft.com/office/drawing/2014/main" id="{DED8C38F-4C3E-40D7-BF7F-4642C7CB90A9}"/>
              </a:ext>
            </a:extLst>
          </p:cNvPr>
          <p:cNvSpPr>
            <a:spLocks noGrp="1"/>
          </p:cNvSpPr>
          <p:nvPr>
            <p:ph type="body" sz="quarter" idx="22" hasCustomPrompt="1"/>
          </p:nvPr>
        </p:nvSpPr>
        <p:spPr>
          <a:xfrm>
            <a:off x="8335218" y="1895642"/>
            <a:ext cx="3305100" cy="3651718"/>
          </a:xfrm>
        </p:spPr>
        <p:txBody>
          <a:bodyPr/>
          <a:lstStyle>
            <a:lvl1pPr marL="344488" indent="-344488">
              <a:buSzPct val="120000"/>
              <a:buFontTx/>
              <a:buBlip>
                <a:blip r:embed="rId2"/>
              </a:buBlip>
              <a:defRPr baseline="0"/>
            </a:lvl1pPr>
          </a:lstStyle>
          <a:p>
            <a:pPr lvl="0"/>
            <a:r>
              <a:rPr lang="de-DE" dirty="0"/>
              <a:t>Advantage 1</a:t>
            </a:r>
          </a:p>
          <a:p>
            <a:pPr lvl="0"/>
            <a:r>
              <a:rPr lang="de-DE" dirty="0"/>
              <a:t>Advantage 2</a:t>
            </a:r>
          </a:p>
          <a:p>
            <a:pPr lvl="0"/>
            <a:r>
              <a:rPr lang="de-DE" dirty="0"/>
              <a:t>Advantage 3</a:t>
            </a:r>
          </a:p>
        </p:txBody>
      </p:sp>
      <p:sp>
        <p:nvSpPr>
          <p:cNvPr id="10" name="Text">
            <a:extLst>
              <a:ext uri="{FF2B5EF4-FFF2-40B4-BE49-F238E27FC236}">
                <a16:creationId xmlns:a16="http://schemas.microsoft.com/office/drawing/2014/main" id="{7654F987-CE7E-4F96-957F-546F91E06490}"/>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a:extLst>
              <a:ext uri="{FF2B5EF4-FFF2-40B4-BE49-F238E27FC236}">
                <a16:creationId xmlns:a16="http://schemas.microsoft.com/office/drawing/2014/main" id="{F8A6CE84-77A4-4BEC-8E5E-9935534BFED1}"/>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2" name="Grafik 11">
            <a:extLst>
              <a:ext uri="{FF2B5EF4-FFF2-40B4-BE49-F238E27FC236}">
                <a16:creationId xmlns:a16="http://schemas.microsoft.com/office/drawing/2014/main" id="{B18846DC-EAC5-40AC-B926-2EC2B4C5F9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315191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448">
          <p15:clr>
            <a:srgbClr val="FBAE40"/>
          </p15:clr>
        </p15:guide>
        <p15:guide id="2" pos="5064">
          <p15:clr>
            <a:srgbClr val="FBAE40"/>
          </p15:clr>
        </p15:guide>
        <p15:guide id="4" orient="horz" pos="3657">
          <p15:clr>
            <a:srgbClr val="FBAE40"/>
          </p15:clr>
        </p15:guide>
        <p15:guide id="5" orient="horz" pos="3839">
          <p15:clr>
            <a:srgbClr val="FBAE40"/>
          </p15:clr>
        </p15:guide>
        <p15:guide id="6" orient="horz" pos="4065">
          <p15:clr>
            <a:srgbClr val="FBAE40"/>
          </p15:clr>
        </p15:guide>
        <p15:guide id="7" orient="horz" pos="777">
          <p15:clr>
            <a:srgbClr val="FBAE40"/>
          </p15:clr>
        </p15:guide>
        <p15:guide id="8"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F3F1132-CD2C-4048-B9B6-7FBBEA587EEF}"/>
              </a:ext>
            </a:extLst>
          </p:cNvPr>
          <p:cNvSpPr>
            <a:spLocks noGrp="1"/>
          </p:cNvSpPr>
          <p:nvPr>
            <p:ph type="ftr" sz="quarter" idx="16"/>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9ECBDDBC-D2E7-4DED-AA78-D97E68415BAD}"/>
              </a:ext>
            </a:extLst>
          </p:cNvPr>
          <p:cNvSpPr>
            <a:spLocks noGrp="1"/>
          </p:cNvSpPr>
          <p:nvPr>
            <p:ph type="sldNum" sz="quarter" idx="17"/>
          </p:nvPr>
        </p:nvSpPr>
        <p:spPr/>
        <p:txBody>
          <a:bodyPr/>
          <a:lstStyle/>
          <a:p>
            <a:fld id="{B227C86F-CC2D-492F-A88C-C748186E73FB}" type="slidenum">
              <a:rPr lang="de-DE" smtClean="0"/>
              <a:pPr/>
              <a:t>‹#›</a:t>
            </a:fld>
            <a:endParaRPr lang="de-DE" dirty="0"/>
          </a:p>
        </p:txBody>
      </p:sp>
      <p:sp>
        <p:nvSpPr>
          <p:cNvPr id="10" name="Text">
            <a:extLst>
              <a:ext uri="{FF2B5EF4-FFF2-40B4-BE49-F238E27FC236}">
                <a16:creationId xmlns:a16="http://schemas.microsoft.com/office/drawing/2014/main" id="{DA6C9F9D-7B47-4C9B-99F7-54D5ACA6EF14}"/>
              </a:ext>
            </a:extLst>
          </p:cNvPr>
          <p:cNvSpPr>
            <a:spLocks noGrp="1"/>
          </p:cNvSpPr>
          <p:nvPr>
            <p:ph type="body" sz="quarter" idx="18"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a:extLst>
              <a:ext uri="{FF2B5EF4-FFF2-40B4-BE49-F238E27FC236}">
                <a16:creationId xmlns:a16="http://schemas.microsoft.com/office/drawing/2014/main" id="{8E5FA404-8609-4310-8476-BCD16581CB50}"/>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8" name="Grafik 7">
            <a:extLst>
              <a:ext uri="{FF2B5EF4-FFF2-40B4-BE49-F238E27FC236}">
                <a16:creationId xmlns:a16="http://schemas.microsoft.com/office/drawing/2014/main" id="{BE071CB3-CE2E-48D4-BE0F-FCC8D1FB0F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419759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3AA188B-5295-4499-B232-AB0F12D00D1A}"/>
              </a:ext>
            </a:extLst>
          </p:cNvPr>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3" name="Foliennummernplatzhalter 2">
            <a:extLst>
              <a:ext uri="{FF2B5EF4-FFF2-40B4-BE49-F238E27FC236}">
                <a16:creationId xmlns:a16="http://schemas.microsoft.com/office/drawing/2014/main" id="{BC3C733C-9B70-4D85-9F3E-9F33D408EFDE}"/>
              </a:ext>
            </a:extLst>
          </p:cNvPr>
          <p:cNvSpPr>
            <a:spLocks noGrp="1"/>
          </p:cNvSpPr>
          <p:nvPr>
            <p:ph type="sldNum" sz="quarter" idx="11"/>
          </p:nvPr>
        </p:nvSpPr>
        <p:spPr/>
        <p:txBody>
          <a:bodyPr/>
          <a:lstStyle/>
          <a:p>
            <a:fld id="{B227C86F-CC2D-492F-A88C-C748186E73FB}" type="slidenum">
              <a:rPr lang="de-DE" smtClean="0"/>
              <a:pPr/>
              <a:t>‹#›</a:t>
            </a:fld>
            <a:endParaRPr lang="de-DE" dirty="0"/>
          </a:p>
        </p:txBody>
      </p:sp>
      <p:pic>
        <p:nvPicPr>
          <p:cNvPr id="5" name="Grafik 4">
            <a:extLst>
              <a:ext uri="{FF2B5EF4-FFF2-40B4-BE49-F238E27FC236}">
                <a16:creationId xmlns:a16="http://schemas.microsoft.com/office/drawing/2014/main" id="{30397AA6-812E-4C7B-8E6A-D03D51DF73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284995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0" name="Fußzeilenplatzhalter 9">
            <a:extLst>
              <a:ext uri="{FF2B5EF4-FFF2-40B4-BE49-F238E27FC236}">
                <a16:creationId xmlns:a16="http://schemas.microsoft.com/office/drawing/2014/main" id="{79CF5CD0-9808-483C-B65D-D1618E4D15F1}"/>
              </a:ext>
            </a:extLst>
          </p:cNvPr>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11" name="Foliennummernplatzhalter 10">
            <a:extLst>
              <a:ext uri="{FF2B5EF4-FFF2-40B4-BE49-F238E27FC236}">
                <a16:creationId xmlns:a16="http://schemas.microsoft.com/office/drawing/2014/main" id="{E071F937-7337-4072-96C5-23EFCCDA83F7}"/>
              </a:ext>
            </a:extLst>
          </p:cNvPr>
          <p:cNvSpPr>
            <a:spLocks noGrp="1"/>
          </p:cNvSpPr>
          <p:nvPr>
            <p:ph type="sldNum" sz="quarter" idx="11"/>
          </p:nvPr>
        </p:nvSpPr>
        <p:spPr/>
        <p:txBody>
          <a:bodyPr/>
          <a:lstStyle/>
          <a:p>
            <a:fld id="{B227C86F-CC2D-492F-A88C-C748186E73FB}" type="slidenum">
              <a:rPr lang="de-DE" smtClean="0"/>
              <a:pPr/>
              <a:t>‹#›</a:t>
            </a:fld>
            <a:endParaRPr lang="de-DE" dirty="0"/>
          </a:p>
        </p:txBody>
      </p:sp>
      <p:pic>
        <p:nvPicPr>
          <p:cNvPr id="15" name="Grafik 14">
            <a:extLst>
              <a:ext uri="{FF2B5EF4-FFF2-40B4-BE49-F238E27FC236}">
                <a16:creationId xmlns:a16="http://schemas.microsoft.com/office/drawing/2014/main" id="{D5E6ED72-926A-4D9F-9FEE-4AE1475045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2216" y="1574173"/>
            <a:ext cx="745609" cy="652409"/>
          </a:xfrm>
          <a:prstGeom prst="rect">
            <a:avLst/>
          </a:prstGeom>
        </p:spPr>
      </p:pic>
      <p:sp>
        <p:nvSpPr>
          <p:cNvPr id="3" name="Textplatzhalter 2">
            <a:extLst>
              <a:ext uri="{FF2B5EF4-FFF2-40B4-BE49-F238E27FC236}">
                <a16:creationId xmlns:a16="http://schemas.microsoft.com/office/drawing/2014/main" id="{B064A8F8-F02E-49C7-A595-D4C6C2AD9E36}"/>
              </a:ext>
            </a:extLst>
          </p:cNvPr>
          <p:cNvSpPr>
            <a:spLocks noGrp="1"/>
          </p:cNvSpPr>
          <p:nvPr>
            <p:ph type="body" sz="quarter" idx="12" hasCustomPrompt="1"/>
          </p:nvPr>
        </p:nvSpPr>
        <p:spPr>
          <a:xfrm>
            <a:off x="1976437" y="1574174"/>
            <a:ext cx="9227127" cy="2915395"/>
          </a:xfrm>
        </p:spPr>
        <p:txBody>
          <a:bodyPr>
            <a:noAutofit/>
          </a:bodyPr>
          <a:lstStyle>
            <a:lvl1pPr marL="0" indent="0">
              <a:buNone/>
              <a:defRPr sz="3600">
                <a:solidFill>
                  <a:schemeClr val="accent2"/>
                </a:solidFill>
              </a:defRPr>
            </a:lvl1pPr>
          </a:lstStyle>
          <a:p>
            <a:pPr lvl="0"/>
            <a:r>
              <a:rPr lang="de-DE" dirty="0"/>
              <a:t>Lorem ipsum dolor sit amet, consectetuer adipiscing elit. Maecenas porttitor congue massa. Fusce posuere, magna sed pulvinar ultricies, purus lectus malesuada libero, sit amet commodo magna eros quis </a:t>
            </a:r>
            <a:r>
              <a:rPr lang="de-DE" dirty="0" err="1"/>
              <a:t>urna</a:t>
            </a:r>
            <a:r>
              <a:rPr lang="de-DE" dirty="0"/>
              <a:t>.</a:t>
            </a:r>
          </a:p>
        </p:txBody>
      </p:sp>
      <p:sp>
        <p:nvSpPr>
          <p:cNvPr id="5" name="Textplatzhalter 4">
            <a:extLst>
              <a:ext uri="{FF2B5EF4-FFF2-40B4-BE49-F238E27FC236}">
                <a16:creationId xmlns:a16="http://schemas.microsoft.com/office/drawing/2014/main" id="{E1587CB2-5A89-4578-A655-ED473AD125A7}"/>
              </a:ext>
            </a:extLst>
          </p:cNvPr>
          <p:cNvSpPr>
            <a:spLocks noGrp="1"/>
          </p:cNvSpPr>
          <p:nvPr>
            <p:ph type="body" sz="quarter" idx="13" hasCustomPrompt="1"/>
          </p:nvPr>
        </p:nvSpPr>
        <p:spPr>
          <a:xfrm>
            <a:off x="1976437" y="4299884"/>
            <a:ext cx="9227127" cy="845575"/>
          </a:xfrm>
        </p:spPr>
        <p:txBody>
          <a:bodyPr tIns="540000"/>
          <a:lstStyle>
            <a:lvl1pPr marL="0" indent="0">
              <a:buNone/>
              <a:defRPr sz="1600"/>
            </a:lvl1pPr>
          </a:lstStyle>
          <a:p>
            <a:pPr lvl="0"/>
            <a:r>
              <a:rPr lang="de-DE" dirty="0"/>
              <a:t>Name, </a:t>
            </a:r>
            <a:r>
              <a:rPr lang="de-DE" dirty="0" err="1"/>
              <a:t>Function</a:t>
            </a:r>
            <a:endParaRPr lang="de-DE" dirty="0"/>
          </a:p>
        </p:txBody>
      </p:sp>
      <p:pic>
        <p:nvPicPr>
          <p:cNvPr id="8" name="Grafik 7">
            <a:extLst>
              <a:ext uri="{FF2B5EF4-FFF2-40B4-BE49-F238E27FC236}">
                <a16:creationId xmlns:a16="http://schemas.microsoft.com/office/drawing/2014/main" id="{9A236FBB-D83A-49C8-A26F-FF99A5AAE4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134461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orient="horz" pos="1412">
          <p15:clr>
            <a:srgbClr val="FBAE40"/>
          </p15:clr>
        </p15:guide>
        <p15:guide id="3" orient="horz" pos="120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highlight standard">
    <p:spTree>
      <p:nvGrpSpPr>
        <p:cNvPr id="1" name=""/>
        <p:cNvGrpSpPr/>
        <p:nvPr/>
      </p:nvGrpSpPr>
      <p:grpSpPr>
        <a:xfrm>
          <a:off x="0" y="0"/>
          <a:ext cx="0" cy="0"/>
          <a:chOff x="0" y="0"/>
          <a:chExt cx="0" cy="0"/>
        </a:xfrm>
      </p:grpSpPr>
      <p:sp>
        <p:nvSpPr>
          <p:cNvPr id="17" name="Inhalt"/>
          <p:cNvSpPr>
            <a:spLocks noGrp="1"/>
          </p:cNvSpPr>
          <p:nvPr>
            <p:ph idx="1" hasCustomPrompt="1"/>
          </p:nvPr>
        </p:nvSpPr>
        <p:spPr bwMode="gray">
          <a:xfrm>
            <a:off x="550873" y="1558439"/>
            <a:ext cx="7344956" cy="2051525"/>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a:lvl4pPr>
            <a:lvl5pPr marL="1800060" indent="-270009" defTabSz="914430">
              <a:spcAft>
                <a:spcPts val="0"/>
              </a:spcAft>
              <a:buClr>
                <a:schemeClr val="accent2"/>
              </a:buClr>
              <a:buFont typeface="Wingdings" panose="05000000000000000000" pitchFamily="2" charset="2"/>
              <a:defRPr/>
            </a:lvl5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p:txBody>
      </p:sp>
      <p:sp>
        <p:nvSpPr>
          <p:cNvPr id="12" name="Textbox"/>
          <p:cNvSpPr>
            <a:spLocks noGrp="1" noChangeAspect="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400">
                <a:solidFill>
                  <a:schemeClr val="bg1"/>
                </a:solidFill>
              </a:defRPr>
            </a:lvl1pPr>
            <a:lvl2pPr marL="632429" indent="0">
              <a:buFontTx/>
              <a:buNone/>
              <a:defRPr/>
            </a:lvl2pPr>
            <a:lvl3pPr marL="1108665" indent="0">
              <a:buFontTx/>
              <a:buNone/>
              <a:defRPr/>
            </a:lvl3pPr>
            <a:lvl4pPr marL="1652933" indent="0">
              <a:buFontTx/>
              <a:buNone/>
              <a:defRPr/>
            </a:lvl4pPr>
            <a:lvl5pPr marL="1925068" indent="0">
              <a:buFontTx/>
              <a:buNone/>
              <a:defRPr/>
            </a:lvl5pPr>
          </a:lstStyle>
          <a:p>
            <a:pPr lvl="0"/>
            <a:r>
              <a:rPr lang="de-DE" noProof="0" dirty="0" err="1"/>
              <a:t>Important</a:t>
            </a:r>
            <a:r>
              <a:rPr lang="de-DE" noProof="0" dirty="0"/>
              <a:t> </a:t>
            </a:r>
            <a:r>
              <a:rPr lang="de-DE" noProof="0" dirty="0" err="1"/>
              <a:t>or</a:t>
            </a:r>
            <a:r>
              <a:rPr lang="de-DE" noProof="0" dirty="0"/>
              <a:t> </a:t>
            </a:r>
            <a:r>
              <a:rPr lang="de-DE" noProof="0" dirty="0" err="1"/>
              <a:t>strategic</a:t>
            </a:r>
            <a:r>
              <a:rPr lang="de-DE" noProof="0" dirty="0"/>
              <a:t> </a:t>
            </a:r>
            <a:r>
              <a:rPr lang="de-DE" noProof="0" dirty="0" err="1"/>
              <a:t>statement</a:t>
            </a:r>
            <a:r>
              <a:rPr lang="de-DE" noProof="0" dirty="0"/>
              <a:t>, </a:t>
            </a:r>
            <a:r>
              <a:rPr lang="de-DE" noProof="0" dirty="0" err="1"/>
              <a:t>result</a:t>
            </a:r>
            <a:r>
              <a:rPr lang="de-DE" noProof="0" dirty="0"/>
              <a:t>, </a:t>
            </a:r>
            <a:r>
              <a:rPr lang="de-DE" noProof="0" dirty="0" err="1"/>
              <a:t>core</a:t>
            </a:r>
            <a:r>
              <a:rPr lang="de-DE" noProof="0" dirty="0"/>
              <a:t> </a:t>
            </a:r>
            <a:r>
              <a:rPr lang="de-DE" noProof="0" dirty="0" err="1"/>
              <a:t>information</a:t>
            </a:r>
            <a:endParaRPr lang="de-DE" noProof="0" dirty="0"/>
          </a:p>
        </p:txBody>
      </p:sp>
      <p:sp>
        <p:nvSpPr>
          <p:cNvPr id="3" name="Fußzeilenplatzhalter 2">
            <a:extLst>
              <a:ext uri="{FF2B5EF4-FFF2-40B4-BE49-F238E27FC236}">
                <a16:creationId xmlns:a16="http://schemas.microsoft.com/office/drawing/2014/main" id="{F7C683B1-519A-42B9-8FFB-0290A2FD5E9C}"/>
              </a:ext>
            </a:extLst>
          </p:cNvPr>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AB7AF2ED-79A8-413A-BBA9-39720F9F5367}"/>
              </a:ext>
            </a:extLst>
          </p:cNvPr>
          <p:cNvSpPr>
            <a:spLocks noGrp="1"/>
          </p:cNvSpPr>
          <p:nvPr>
            <p:ph type="sldNum" sz="quarter" idx="19"/>
          </p:nvPr>
        </p:nvSpPr>
        <p:spPr/>
        <p:txBody>
          <a:bodyPr/>
          <a:lstStyle/>
          <a:p>
            <a:fld id="{B227C86F-CC2D-492F-A88C-C748186E73FB}" type="slidenum">
              <a:rPr lang="de-DE" smtClean="0"/>
              <a:pPr/>
              <a:t>‹#›</a:t>
            </a:fld>
            <a:endParaRPr lang="de-DE" dirty="0"/>
          </a:p>
        </p:txBody>
      </p:sp>
      <p:sp>
        <p:nvSpPr>
          <p:cNvPr id="9" name="Text">
            <a:extLst>
              <a:ext uri="{FF2B5EF4-FFF2-40B4-BE49-F238E27FC236}">
                <a16:creationId xmlns:a16="http://schemas.microsoft.com/office/drawing/2014/main" id="{856FC0A1-7251-4F3D-9916-71A19A0FBE54}"/>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a:extLst>
              <a:ext uri="{FF2B5EF4-FFF2-40B4-BE49-F238E27FC236}">
                <a16:creationId xmlns:a16="http://schemas.microsoft.com/office/drawing/2014/main" id="{3BDBE152-9455-47C4-8185-3C4ADA66E010}"/>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AAECC576-D598-44FD-8920-39E3307B92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201953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orient="horz" pos="3839">
          <p15:clr>
            <a:srgbClr val="FBAE40"/>
          </p15:clr>
        </p15:guide>
        <p15:guide id="3" orient="horz" pos="4065">
          <p15:clr>
            <a:srgbClr val="FBAE40"/>
          </p15:clr>
        </p15:guide>
        <p15:guide id="4" orient="horz" pos="3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tatement black">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DD7D2FF-162D-41C3-BA6A-1D66884CFB8A}"/>
              </a:ext>
            </a:extLst>
          </p:cNvPr>
          <p:cNvSpPr/>
          <p:nvPr/>
        </p:nvSpPr>
        <p:spPr>
          <a:xfrm>
            <a:off x="0" y="0"/>
            <a:ext cx="12192000" cy="6858000"/>
          </a:xfrm>
          <a:prstGeom prst="rect">
            <a:avLst/>
          </a:prstGeom>
          <a:solidFill>
            <a:schemeClr val="tx2"/>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endParaRPr lang="de-DE" sz="1800" dirty="0"/>
          </a:p>
        </p:txBody>
      </p:sp>
      <p:sp>
        <p:nvSpPr>
          <p:cNvPr id="3" name="Textbox">
            <a:extLst>
              <a:ext uri="{FF2B5EF4-FFF2-40B4-BE49-F238E27FC236}">
                <a16:creationId xmlns:a16="http://schemas.microsoft.com/office/drawing/2014/main" id="{BDDA45C4-D567-4C8B-9AFC-70DE6BCFD4DE}"/>
              </a:ext>
            </a:extLst>
          </p:cNvPr>
          <p:cNvSpPr>
            <a:spLocks noGrp="1" noChangeAspect="1"/>
          </p:cNvSpPr>
          <p:nvPr>
            <p:ph type="body" sz="quarter" idx="17" hasCustomPrompt="1"/>
          </p:nvPr>
        </p:nvSpPr>
        <p:spPr bwMode="gray">
          <a:xfrm>
            <a:off x="550863" y="909637"/>
            <a:ext cx="11090275" cy="4895851"/>
          </a:xfrm>
          <a:prstGeom prst="rect">
            <a:avLst/>
          </a:prstGeom>
          <a:solidFill>
            <a:schemeClr val="tx1"/>
          </a:solidFill>
          <a:ln>
            <a:noFill/>
          </a:ln>
        </p:spPr>
        <p:txBody>
          <a:bodyPr lIns="540000" tIns="540000" rIns="540000" bIns="540000" anchor="ctr" anchorCtr="0"/>
          <a:lstStyle>
            <a:lvl1pPr marL="0" indent="0" algn="ctr">
              <a:buFontTx/>
              <a:buNone/>
              <a:defRPr sz="2400" baseline="0">
                <a:solidFill>
                  <a:schemeClr val="bg1"/>
                </a:solidFill>
              </a:defRPr>
            </a:lvl1pPr>
            <a:lvl2pPr marL="632429" indent="0">
              <a:buFontTx/>
              <a:buNone/>
              <a:defRPr/>
            </a:lvl2pPr>
            <a:lvl3pPr marL="1108665" indent="0">
              <a:buFontTx/>
              <a:buNone/>
              <a:defRPr/>
            </a:lvl3pPr>
            <a:lvl4pPr marL="1652933" indent="0">
              <a:buFontTx/>
              <a:buNone/>
              <a:defRPr/>
            </a:lvl4pPr>
            <a:lvl5pPr marL="1925068" indent="0">
              <a:buFontTx/>
              <a:buNone/>
              <a:defRPr/>
            </a:lvl5pPr>
          </a:lstStyle>
          <a:p>
            <a:pPr lvl="0"/>
            <a:r>
              <a:rPr lang="de-DE" noProof="0" dirty="0" err="1">
                <a:solidFill>
                  <a:schemeClr val="bg1"/>
                </a:solidFill>
              </a:rPr>
              <a:t>S</a:t>
            </a:r>
            <a:r>
              <a:rPr lang="de-DE" noProof="0" dirty="0" err="1"/>
              <a:t>ummaries</a:t>
            </a:r>
            <a:r>
              <a:rPr lang="de-DE" noProof="0" dirty="0"/>
              <a:t>, </a:t>
            </a:r>
            <a:r>
              <a:rPr lang="de-DE" noProof="0" dirty="0" err="1">
                <a:solidFill>
                  <a:schemeClr val="bg1"/>
                </a:solidFill>
              </a:rPr>
              <a:t>exceptional</a:t>
            </a:r>
            <a:r>
              <a:rPr lang="de-DE" noProof="0" dirty="0">
                <a:solidFill>
                  <a:schemeClr val="bg1"/>
                </a:solidFill>
              </a:rPr>
              <a:t> </a:t>
            </a:r>
            <a:r>
              <a:rPr lang="de-DE" noProof="0" dirty="0" err="1">
                <a:solidFill>
                  <a:schemeClr val="bg1"/>
                </a:solidFill>
              </a:rPr>
              <a:t>cases</a:t>
            </a:r>
            <a:r>
              <a:rPr lang="de-DE" noProof="0" dirty="0">
                <a:solidFill>
                  <a:schemeClr val="bg1"/>
                </a:solidFill>
              </a:rPr>
              <a:t>, </a:t>
            </a:r>
            <a:br>
              <a:rPr lang="de-DE" noProof="0" dirty="0">
                <a:solidFill>
                  <a:schemeClr val="bg1"/>
                </a:solidFill>
              </a:rPr>
            </a:br>
            <a:r>
              <a:rPr lang="de-DE" noProof="0" dirty="0" err="1">
                <a:solidFill>
                  <a:schemeClr val="bg1"/>
                </a:solidFill>
              </a:rPr>
              <a:t>core</a:t>
            </a:r>
            <a:r>
              <a:rPr lang="de-DE" noProof="0" dirty="0">
                <a:solidFill>
                  <a:schemeClr val="bg1"/>
                </a:solidFill>
              </a:rPr>
              <a:t> </a:t>
            </a:r>
            <a:r>
              <a:rPr lang="de-DE" noProof="0" dirty="0" err="1">
                <a:solidFill>
                  <a:schemeClr val="bg1"/>
                </a:solidFill>
              </a:rPr>
              <a:t>information</a:t>
            </a:r>
            <a:r>
              <a:rPr lang="de-DE" noProof="0" dirty="0">
                <a:solidFill>
                  <a:schemeClr val="bg1"/>
                </a:solidFill>
              </a:rPr>
              <a:t> </a:t>
            </a:r>
            <a:r>
              <a:rPr lang="de-DE" noProof="0" dirty="0" err="1">
                <a:solidFill>
                  <a:schemeClr val="bg1"/>
                </a:solidFill>
              </a:rPr>
              <a:t>or</a:t>
            </a:r>
            <a:r>
              <a:rPr lang="de-DE" noProof="0" dirty="0">
                <a:solidFill>
                  <a:schemeClr val="bg1"/>
                </a:solidFill>
              </a:rPr>
              <a:t> </a:t>
            </a:r>
            <a:r>
              <a:rPr lang="de-DE" noProof="0" dirty="0" err="1">
                <a:solidFill>
                  <a:schemeClr val="bg1"/>
                </a:solidFill>
              </a:rPr>
              <a:t>strategic</a:t>
            </a:r>
            <a:r>
              <a:rPr lang="de-DE" noProof="0" dirty="0">
                <a:solidFill>
                  <a:schemeClr val="bg1"/>
                </a:solidFill>
              </a:rPr>
              <a:t> </a:t>
            </a:r>
            <a:r>
              <a:rPr lang="de-DE" noProof="0" dirty="0" err="1">
                <a:solidFill>
                  <a:schemeClr val="bg1"/>
                </a:solidFill>
              </a:rPr>
              <a:t>statement</a:t>
            </a:r>
            <a:endParaRPr lang="de-DE" noProof="0" dirty="0"/>
          </a:p>
        </p:txBody>
      </p:sp>
      <p:sp>
        <p:nvSpPr>
          <p:cNvPr id="4" name="Freihandform: Form 3">
            <a:extLst>
              <a:ext uri="{FF2B5EF4-FFF2-40B4-BE49-F238E27FC236}">
                <a16:creationId xmlns:a16="http://schemas.microsoft.com/office/drawing/2014/main" id="{EB236828-2820-4813-97DD-7BBD6E6EC490}"/>
              </a:ext>
            </a:extLst>
          </p:cNvPr>
          <p:cNvSpPr/>
          <p:nvPr/>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extLst>
      <p:ext uri="{BB962C8B-B14F-4D97-AF65-F5344CB8AC3E}">
        <p14:creationId xmlns:p14="http://schemas.microsoft.com/office/powerpoint/2010/main" val="1059102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
        <p:nvSpPr>
          <p:cNvPr id="3" name="Medienplatzhalter 2">
            <a:extLst>
              <a:ext uri="{FF2B5EF4-FFF2-40B4-BE49-F238E27FC236}">
                <a16:creationId xmlns:a16="http://schemas.microsoft.com/office/drawing/2014/main" id="{A4F39347-DAB3-4DAB-BB5D-9D3C67C23AAF}"/>
              </a:ext>
            </a:extLst>
          </p:cNvPr>
          <p:cNvSpPr>
            <a:spLocks noGrp="1"/>
          </p:cNvSpPr>
          <p:nvPr>
            <p:ph type="media" sz="quarter" idx="10" hasCustomPrompt="1"/>
          </p:nvPr>
        </p:nvSpPr>
        <p:spPr>
          <a:xfrm>
            <a:off x="0" y="0"/>
            <a:ext cx="12192000" cy="6858000"/>
          </a:xfrm>
          <a:solidFill>
            <a:schemeClr val="bg2">
              <a:lumMod val="95000"/>
            </a:schemeClr>
          </a:solidFill>
        </p:spPr>
        <p:txBody>
          <a:bodyPr bIns="720000" anchor="ctr" anchorCtr="0"/>
          <a:lstStyle>
            <a:lvl1pPr marL="0" indent="0" algn="ctr">
              <a:buNone/>
              <a:defRPr/>
            </a:lvl1pPr>
          </a:lstStyle>
          <a:p>
            <a:r>
              <a:rPr lang="de-DE" dirty="0"/>
              <a:t>Video</a:t>
            </a:r>
          </a:p>
        </p:txBody>
      </p:sp>
    </p:spTree>
    <p:extLst>
      <p:ext uri="{BB962C8B-B14F-4D97-AF65-F5344CB8AC3E}">
        <p14:creationId xmlns:p14="http://schemas.microsoft.com/office/powerpoint/2010/main" val="4282031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62883D60-4217-AAAF-B6F6-248782445295}"/>
              </a:ext>
            </a:extLst>
          </p:cNvPr>
          <p:cNvSpPr>
            <a:spLocks noGrp="1"/>
          </p:cNvSpPr>
          <p:nvPr>
            <p:ph type="pic" sz="quarter" idx="10" hasCustomPrompt="1"/>
          </p:nvPr>
        </p:nvSpPr>
        <p:spPr>
          <a:xfrm>
            <a:off x="0" y="0"/>
            <a:ext cx="12192000" cy="6858000"/>
          </a:xfrm>
          <a:solidFill>
            <a:schemeClr val="bg1">
              <a:lumMod val="95000"/>
            </a:schemeClr>
          </a:solidFill>
        </p:spPr>
        <p:txBody>
          <a:bodyPr anchor="ctr"/>
          <a:lstStyle>
            <a:lvl1pPr marL="0" indent="0" algn="ctr">
              <a:buNone/>
              <a:defRPr/>
            </a:lvl1pPr>
          </a:lstStyle>
          <a:p>
            <a:r>
              <a:rPr lang="de-DE" dirty="0"/>
              <a:t>Picture</a:t>
            </a:r>
          </a:p>
          <a:p>
            <a:endParaRPr lang="de-DE" dirty="0"/>
          </a:p>
          <a:p>
            <a:endParaRPr lang="de-DE" dirty="0"/>
          </a:p>
        </p:txBody>
      </p:sp>
    </p:spTree>
    <p:extLst>
      <p:ext uri="{BB962C8B-B14F-4D97-AF65-F5344CB8AC3E}">
        <p14:creationId xmlns:p14="http://schemas.microsoft.com/office/powerpoint/2010/main" val="37839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hapter intro black">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FA734146-98CD-4A41-90F8-02C1DCD9307F}"/>
              </a:ext>
            </a:extLst>
          </p:cNvPr>
          <p:cNvSpPr/>
          <p:nvPr/>
        </p:nvSpPr>
        <p:spPr>
          <a:xfrm>
            <a:off x="0" y="0"/>
            <a:ext cx="12192000" cy="6858000"/>
          </a:xfrm>
          <a:prstGeom prst="rect">
            <a:avLst/>
          </a:prstGeom>
          <a:solidFill>
            <a:schemeClr val="accent4"/>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endParaRPr lang="de-DE" sz="1800" dirty="0"/>
          </a:p>
        </p:txBody>
      </p:sp>
      <p:sp>
        <p:nvSpPr>
          <p:cNvPr id="3" name="Textplatzhalter 2">
            <a:extLst>
              <a:ext uri="{FF2B5EF4-FFF2-40B4-BE49-F238E27FC236}">
                <a16:creationId xmlns:a16="http://schemas.microsoft.com/office/drawing/2014/main" id="{9118C7AC-8791-45F6-B68C-395123E2225C}"/>
              </a:ext>
            </a:extLst>
          </p:cNvPr>
          <p:cNvSpPr>
            <a:spLocks noGrp="1"/>
          </p:cNvSpPr>
          <p:nvPr>
            <p:ph type="body" sz="quarter" idx="14" hasCustomPrompt="1"/>
          </p:nvPr>
        </p:nvSpPr>
        <p:spPr>
          <a:xfrm>
            <a:off x="558903" y="1145949"/>
            <a:ext cx="11059292" cy="3453720"/>
          </a:xfrm>
        </p:spPr>
        <p:txBody>
          <a:bodyPr/>
          <a:lstStyle>
            <a:lvl1pPr marL="0" indent="0">
              <a:buNone/>
              <a:defRPr sz="8000" b="1">
                <a:solidFill>
                  <a:schemeClr val="bg1"/>
                </a:solidFill>
              </a:defRPr>
            </a:lvl1pPr>
          </a:lstStyle>
          <a:p>
            <a:pPr lvl="0"/>
            <a:r>
              <a:rPr lang="de-DE" dirty="0"/>
              <a:t>Chapter </a:t>
            </a:r>
            <a:br>
              <a:rPr lang="de-DE" dirty="0"/>
            </a:br>
            <a:r>
              <a:rPr lang="de-DE" dirty="0" err="1"/>
              <a:t>separator</a:t>
            </a:r>
            <a:r>
              <a:rPr lang="de-DE" dirty="0"/>
              <a:t> </a:t>
            </a:r>
            <a:br>
              <a:rPr lang="de-DE" dirty="0"/>
            </a:br>
            <a:endParaRPr lang="de-DE" dirty="0"/>
          </a:p>
        </p:txBody>
      </p:sp>
      <p:sp>
        <p:nvSpPr>
          <p:cNvPr id="6" name="Freihandform: Form 5">
            <a:extLst>
              <a:ext uri="{FF2B5EF4-FFF2-40B4-BE49-F238E27FC236}">
                <a16:creationId xmlns:a16="http://schemas.microsoft.com/office/drawing/2014/main" id="{1DB3DA2B-09B3-424C-80C3-E8F14F4479A1}"/>
              </a:ext>
            </a:extLst>
          </p:cNvPr>
          <p:cNvSpPr/>
          <p:nvPr/>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extLst>
      <p:ext uri="{BB962C8B-B14F-4D97-AF65-F5344CB8AC3E}">
        <p14:creationId xmlns:p14="http://schemas.microsoft.com/office/powerpoint/2010/main" val="15708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hapter intro">
    <p:spTree>
      <p:nvGrpSpPr>
        <p:cNvPr id="1" name=""/>
        <p:cNvGrpSpPr/>
        <p:nvPr/>
      </p:nvGrpSpPr>
      <p:grpSpPr>
        <a:xfrm>
          <a:off x="0" y="0"/>
          <a:ext cx="0" cy="0"/>
          <a:chOff x="0" y="0"/>
          <a:chExt cx="0" cy="0"/>
        </a:xfrm>
      </p:grpSpPr>
      <p:sp>
        <p:nvSpPr>
          <p:cNvPr id="8" name="Bild">
            <a:extLst>
              <a:ext uri="{FF2B5EF4-FFF2-40B4-BE49-F238E27FC236}">
                <a16:creationId xmlns:a16="http://schemas.microsoft.com/office/drawing/2014/main" id="{A5C72CBC-2138-4533-8C53-BC50FD8724C7}"/>
              </a:ext>
            </a:extLst>
          </p:cNvPr>
          <p:cNvSpPr>
            <a:spLocks noGrp="1" noChangeAspect="1"/>
          </p:cNvSpPr>
          <p:nvPr>
            <p:ph type="pic" sz="quarter" idx="18" hasCustomPrompt="1"/>
          </p:nvPr>
        </p:nvSpPr>
        <p:spPr bwMode="gray">
          <a:xfrm>
            <a:off x="1" y="1558925"/>
            <a:ext cx="12191999" cy="5299264"/>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6" name="Text">
            <a:extLst>
              <a:ext uri="{FF2B5EF4-FFF2-40B4-BE49-F238E27FC236}">
                <a16:creationId xmlns:a16="http://schemas.microsoft.com/office/drawing/2014/main" id="{B4B758DB-972C-49CC-84D4-118000035AA7}"/>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Titel">
            <a:extLst>
              <a:ext uri="{FF2B5EF4-FFF2-40B4-BE49-F238E27FC236}">
                <a16:creationId xmlns:a16="http://schemas.microsoft.com/office/drawing/2014/main" id="{4F7185E6-3177-4E84-AB92-A856F6D58FD6}"/>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Tree>
    <p:extLst>
      <p:ext uri="{BB962C8B-B14F-4D97-AF65-F5344CB8AC3E}">
        <p14:creationId xmlns:p14="http://schemas.microsoft.com/office/powerpoint/2010/main" val="236289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icture + statement">
    <p:spTree>
      <p:nvGrpSpPr>
        <p:cNvPr id="1" name=""/>
        <p:cNvGrpSpPr/>
        <p:nvPr/>
      </p:nvGrpSpPr>
      <p:grpSpPr>
        <a:xfrm>
          <a:off x="0" y="0"/>
          <a:ext cx="0" cy="0"/>
          <a:chOff x="0" y="0"/>
          <a:chExt cx="0" cy="0"/>
        </a:xfrm>
      </p:grpSpPr>
      <p:sp>
        <p:nvSpPr>
          <p:cNvPr id="6" name="Bild">
            <a:extLst>
              <a:ext uri="{FF2B5EF4-FFF2-40B4-BE49-F238E27FC236}">
                <a16:creationId xmlns:a16="http://schemas.microsoft.com/office/drawing/2014/main" id="{F7D60C74-A833-4C7E-BA2E-C10AF40B6588}"/>
              </a:ext>
            </a:extLst>
          </p:cNvPr>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3" name="Text">
            <a:extLst>
              <a:ext uri="{FF2B5EF4-FFF2-40B4-BE49-F238E27FC236}">
                <a16:creationId xmlns:a16="http://schemas.microsoft.com/office/drawing/2014/main" id="{EF1E941C-EB23-423E-99AE-7D0122867976}"/>
              </a:ext>
            </a:extLst>
          </p:cNvPr>
          <p:cNvSpPr>
            <a:spLocks noGrp="1"/>
          </p:cNvSpPr>
          <p:nvPr>
            <p:ph type="body" sz="quarter" idx="19" hasCustomPrompt="1"/>
          </p:nvPr>
        </p:nvSpPr>
        <p:spPr>
          <a:xfrm>
            <a:off x="0" y="3753456"/>
            <a:ext cx="12193200" cy="2052000"/>
          </a:xfrm>
          <a:solidFill>
            <a:schemeClr val="bg1"/>
          </a:solidFill>
        </p:spPr>
        <p:txBody>
          <a:bodyPr lIns="540000" rIns="540000" anchor="ctr" anchorCtr="0"/>
          <a:lstStyle>
            <a:lvl1pPr marL="0" indent="0" algn="ctr">
              <a:buNone/>
              <a:defRPr sz="2400"/>
            </a:lvl1pPr>
          </a:lstStyle>
          <a:p>
            <a:pPr lvl="0"/>
            <a:r>
              <a:rPr lang="de-DE" noProof="0" dirty="0" err="1"/>
              <a:t>Important</a:t>
            </a:r>
            <a:r>
              <a:rPr lang="de-DE" noProof="0" dirty="0"/>
              <a:t> </a:t>
            </a:r>
            <a:r>
              <a:rPr lang="de-DE" noProof="0" dirty="0" err="1"/>
              <a:t>statement</a:t>
            </a:r>
            <a:r>
              <a:rPr lang="de-DE" noProof="0" dirty="0"/>
              <a:t> </a:t>
            </a:r>
            <a:r>
              <a:rPr lang="de-DE" noProof="0" dirty="0" err="1"/>
              <a:t>or</a:t>
            </a:r>
            <a:r>
              <a:rPr lang="de-DE" noProof="0" dirty="0"/>
              <a:t> </a:t>
            </a:r>
            <a:r>
              <a:rPr lang="de-DE" noProof="0" dirty="0" err="1"/>
              <a:t>result</a:t>
            </a:r>
            <a:endParaRPr lang="de-DE" noProof="0" dirty="0"/>
          </a:p>
        </p:txBody>
      </p:sp>
    </p:spTree>
    <p:extLst>
      <p:ext uri="{BB962C8B-B14F-4D97-AF65-F5344CB8AC3E}">
        <p14:creationId xmlns:p14="http://schemas.microsoft.com/office/powerpoint/2010/main" val="267754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icture + text left">
    <p:spTree>
      <p:nvGrpSpPr>
        <p:cNvPr id="1" name=""/>
        <p:cNvGrpSpPr/>
        <p:nvPr/>
      </p:nvGrpSpPr>
      <p:grpSpPr>
        <a:xfrm>
          <a:off x="0" y="0"/>
          <a:ext cx="0" cy="0"/>
          <a:chOff x="0" y="0"/>
          <a:chExt cx="0" cy="0"/>
        </a:xfrm>
      </p:grpSpPr>
      <p:sp>
        <p:nvSpPr>
          <p:cNvPr id="4" name="Bild">
            <a:extLst>
              <a:ext uri="{FF2B5EF4-FFF2-40B4-BE49-F238E27FC236}">
                <a16:creationId xmlns:a16="http://schemas.microsoft.com/office/drawing/2014/main" id="{B79FF83D-8C56-4284-8E80-3DBB43101D4B}"/>
              </a:ext>
            </a:extLst>
          </p:cNvPr>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5" name="Text"/>
          <p:cNvSpPr>
            <a:spLocks noGrp="1"/>
          </p:cNvSpPr>
          <p:nvPr>
            <p:ph type="body" sz="quarter" idx="12" hasCustomPrompt="1"/>
          </p:nvPr>
        </p:nvSpPr>
        <p:spPr bwMode="gray">
          <a:xfrm>
            <a:off x="0" y="4229710"/>
            <a:ext cx="6096000" cy="1009416"/>
          </a:xfrm>
          <a:solidFill>
            <a:schemeClr val="bg1"/>
          </a:solidFill>
        </p:spPr>
        <p:txBody>
          <a:bodyPr lIns="540000" rIns="72000" anchor="ctr"/>
          <a:lstStyle>
            <a:lvl1pPr marL="0" marR="0" indent="0"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None/>
              <a:tabLst/>
              <a:defRPr lang="de-DE" sz="2400" dirty="0" smtClean="0"/>
            </a:lvl1pPr>
          </a:lstStyle>
          <a:p>
            <a:pPr marL="0" marR="0" lvl="0" indent="0"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None/>
              <a:tabLst/>
              <a:defRPr/>
            </a:pPr>
            <a:r>
              <a:rPr lang="de-DE" dirty="0"/>
              <a:t>Text</a:t>
            </a:r>
            <a:endParaRPr lang="de-DE" noProof="0" dirty="0"/>
          </a:p>
        </p:txBody>
      </p:sp>
    </p:spTree>
    <p:extLst>
      <p:ext uri="{BB962C8B-B14F-4D97-AF65-F5344CB8AC3E}">
        <p14:creationId xmlns:p14="http://schemas.microsoft.com/office/powerpoint/2010/main" val="45355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icture + text right">
    <p:spTree>
      <p:nvGrpSpPr>
        <p:cNvPr id="1" name=""/>
        <p:cNvGrpSpPr/>
        <p:nvPr/>
      </p:nvGrpSpPr>
      <p:grpSpPr>
        <a:xfrm>
          <a:off x="0" y="0"/>
          <a:ext cx="0" cy="0"/>
          <a:chOff x="0" y="0"/>
          <a:chExt cx="0" cy="0"/>
        </a:xfrm>
      </p:grpSpPr>
      <p:sp>
        <p:nvSpPr>
          <p:cNvPr id="4" name="Bild">
            <a:extLst>
              <a:ext uri="{FF2B5EF4-FFF2-40B4-BE49-F238E27FC236}">
                <a16:creationId xmlns:a16="http://schemas.microsoft.com/office/drawing/2014/main" id="{E7852240-CFFB-4FB8-9557-176D0FDABC71}"/>
              </a:ext>
            </a:extLst>
          </p:cNvPr>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6" name="Text"/>
          <p:cNvSpPr>
            <a:spLocks noGrp="1"/>
          </p:cNvSpPr>
          <p:nvPr>
            <p:ph type="body" sz="quarter" idx="13" hasCustomPrompt="1"/>
          </p:nvPr>
        </p:nvSpPr>
        <p:spPr bwMode="gray">
          <a:xfrm>
            <a:off x="6095999" y="4229710"/>
            <a:ext cx="6096001" cy="1009416"/>
          </a:xfrm>
          <a:solidFill>
            <a:schemeClr val="bg2"/>
          </a:solidFill>
        </p:spPr>
        <p:txBody>
          <a:bodyPr vert="horz" lIns="72000" tIns="72000" rIns="540000" bIns="72000" rtlCol="0" anchor="ctr">
            <a:noAutofit/>
          </a:bodyPr>
          <a:lstStyle>
            <a:lvl1pPr marL="270009" indent="-270009" algn="r">
              <a:spcBef>
                <a:spcPts val="0"/>
              </a:spcBef>
              <a:buNone/>
              <a:defRPr lang="en-US" sz="2400" dirty="0" smtClean="0"/>
            </a:lvl1pPr>
          </a:lstStyle>
          <a:p>
            <a:pPr marL="0" marR="0" lvl="0" indent="0" fontAlgn="auto">
              <a:lnSpc>
                <a:spcPct val="100000"/>
              </a:lnSpc>
              <a:buSzTx/>
              <a:tabLst/>
            </a:pPr>
            <a:r>
              <a:rPr lang="de-DE" noProof="0" dirty="0"/>
              <a:t>Text</a:t>
            </a:r>
          </a:p>
        </p:txBody>
      </p:sp>
    </p:spTree>
    <p:extLst>
      <p:ext uri="{BB962C8B-B14F-4D97-AF65-F5344CB8AC3E}">
        <p14:creationId xmlns:p14="http://schemas.microsoft.com/office/powerpoint/2010/main" val="53362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mall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19" name="Inhalt"/>
          <p:cNvSpPr>
            <a:spLocks noGrp="1"/>
          </p:cNvSpPr>
          <p:nvPr>
            <p:ph idx="15" hasCustomPrompt="1"/>
          </p:nvPr>
        </p:nvSpPr>
        <p:spPr bwMode="gray">
          <a:xfrm>
            <a:off x="4295767" y="1558440"/>
            <a:ext cx="7344956" cy="4247016"/>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a:extLst>
              <a:ext uri="{FF2B5EF4-FFF2-40B4-BE49-F238E27FC236}">
                <a16:creationId xmlns:a16="http://schemas.microsoft.com/office/drawing/2014/main" id="{C9E97503-4583-46C5-8FC3-7980FA097B80}"/>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B8AE6D6A-23BA-4992-A111-4E6AFB677E48}"/>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10" name="Text">
            <a:extLst>
              <a:ext uri="{FF2B5EF4-FFF2-40B4-BE49-F238E27FC236}">
                <a16:creationId xmlns:a16="http://schemas.microsoft.com/office/drawing/2014/main" id="{1F8BA6CE-A824-4B1B-94D2-F4ADFCDDC83C}"/>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a:extLst>
              <a:ext uri="{FF2B5EF4-FFF2-40B4-BE49-F238E27FC236}">
                <a16:creationId xmlns:a16="http://schemas.microsoft.com/office/drawing/2014/main" id="{DC92B9F8-F6CB-4CD2-93A6-33857E08B4A0}"/>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8850822F-C68E-4F88-896C-151F97CD6A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92933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1">
          <p15:clr>
            <a:srgbClr val="FBAE40"/>
          </p15:clr>
        </p15:guide>
        <p15:guide id="2" pos="2616">
          <p15:clr>
            <a:srgbClr val="FBAE40"/>
          </p15:clr>
        </p15:guide>
        <p15:guide id="3" pos="2706">
          <p15:clr>
            <a:srgbClr val="FBAE40"/>
          </p15:clr>
        </p15:guide>
        <p15:guide id="4" orient="horz" pos="3839">
          <p15:clr>
            <a:srgbClr val="FBAE40"/>
          </p15:clr>
        </p15:guide>
        <p15:guide id="5" orient="horz" pos="3656">
          <p15:clr>
            <a:srgbClr val="FBAE40"/>
          </p15:clr>
        </p15:guide>
        <p15:guide id="6" orient="horz" pos="406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Large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19" name="Inhalt"/>
          <p:cNvSpPr>
            <a:spLocks noGrp="1"/>
          </p:cNvSpPr>
          <p:nvPr>
            <p:ph idx="15" hasCustomPrompt="1"/>
          </p:nvPr>
        </p:nvSpPr>
        <p:spPr bwMode="gray">
          <a:xfrm>
            <a:off x="8040255" y="1558440"/>
            <a:ext cx="3600468" cy="4247016"/>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a:extLst>
              <a:ext uri="{FF2B5EF4-FFF2-40B4-BE49-F238E27FC236}">
                <a16:creationId xmlns:a16="http://schemas.microsoft.com/office/drawing/2014/main" id="{CF5A9644-34F8-4A46-B3C6-27FE5957861F}"/>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09638425-53EA-4854-89A4-1B7132AB5644}"/>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10" name="Text">
            <a:extLst>
              <a:ext uri="{FF2B5EF4-FFF2-40B4-BE49-F238E27FC236}">
                <a16:creationId xmlns:a16="http://schemas.microsoft.com/office/drawing/2014/main" id="{E659990F-EB11-460A-959F-4A1B1944606F}"/>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a:extLst>
              <a:ext uri="{FF2B5EF4-FFF2-40B4-BE49-F238E27FC236}">
                <a16:creationId xmlns:a16="http://schemas.microsoft.com/office/drawing/2014/main" id="{7A3143E6-85D7-4DB0-8421-9168D9D173B8}"/>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E72C8241-DA15-4040-A153-53CEFC26B4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117286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pos="5064">
          <p15:clr>
            <a:srgbClr val="FBAE40"/>
          </p15:clr>
        </p15:guide>
        <p15:guide id="3" orient="horz" pos="3656">
          <p15:clr>
            <a:srgbClr val="FBAE40"/>
          </p15:clr>
        </p15:guide>
        <p15:guide id="4" orient="horz" pos="3839">
          <p15:clr>
            <a:srgbClr val="FBAE40"/>
          </p15:clr>
        </p15:guide>
        <p15:guide id="5" orient="horz" pos="406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 large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3600468" cy="4247016"/>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Bild"/>
          <p:cNvSpPr>
            <a:spLocks noGrp="1" noChangeAspect="1"/>
          </p:cNvSpPr>
          <p:nvPr>
            <p:ph type="pic" sz="quarter" idx="12" hasCustomPrompt="1"/>
          </p:nvPr>
        </p:nvSpPr>
        <p:spPr bwMode="gray">
          <a:xfrm>
            <a:off x="4295359"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3" name="Fußzeilenplatzhalter 2">
            <a:extLst>
              <a:ext uri="{FF2B5EF4-FFF2-40B4-BE49-F238E27FC236}">
                <a16:creationId xmlns:a16="http://schemas.microsoft.com/office/drawing/2014/main" id="{5EE81C02-51B8-48E7-86FA-BC45F23218CB}"/>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53E883FD-E3DE-4C93-A589-2E3E8228F9B3}"/>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10" name="Text">
            <a:extLst>
              <a:ext uri="{FF2B5EF4-FFF2-40B4-BE49-F238E27FC236}">
                <a16:creationId xmlns:a16="http://schemas.microsoft.com/office/drawing/2014/main" id="{1CA662B6-EB9D-49A7-A7CB-AB27054771ED}"/>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a:extLst>
              <a:ext uri="{FF2B5EF4-FFF2-40B4-BE49-F238E27FC236}">
                <a16:creationId xmlns:a16="http://schemas.microsoft.com/office/drawing/2014/main" id="{F144CCE6-9A1F-42BD-B088-403EEEFF834F}"/>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8CF119AE-1797-402A-853B-5D45E03BE2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140634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16">
          <p15:clr>
            <a:srgbClr val="FBAE40"/>
          </p15:clr>
        </p15:guide>
        <p15:guide id="2" pos="2706">
          <p15:clr>
            <a:srgbClr val="FBAE40"/>
          </p15:clr>
        </p15:guide>
        <p15:guide id="3" orient="horz" pos="3656">
          <p15:clr>
            <a:srgbClr val="FBAE40"/>
          </p15:clr>
        </p15:guide>
        <p15:guide id="4" orient="horz" pos="3839">
          <p15:clr>
            <a:srgbClr val="FBAE40"/>
          </p15:clr>
        </p15:guide>
        <p15:guide id="5" orient="horz" pos="406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11" name="Bild">
            <a:extLst>
              <a:ext uri="{FF2B5EF4-FFF2-40B4-BE49-F238E27FC236}">
                <a16:creationId xmlns:a16="http://schemas.microsoft.com/office/drawing/2014/main" id="{6C76F67B-D496-416E-BA47-B89CA75F8701}"/>
              </a:ext>
            </a:extLst>
          </p:cNvPr>
          <p:cNvSpPr>
            <a:spLocks noGrp="1" noChangeAspect="1"/>
          </p:cNvSpPr>
          <p:nvPr>
            <p:ph type="pic" sz="quarter" idx="12" hasCustomPrompt="1"/>
          </p:nvPr>
        </p:nvSpPr>
        <p:spPr bwMode="gray">
          <a:xfrm>
            <a:off x="6200717" y="1558440"/>
            <a:ext cx="5439600"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p>
        </p:txBody>
      </p:sp>
      <p:sp>
        <p:nvSpPr>
          <p:cNvPr id="3" name="Fußzeilenplatzhalter 2">
            <a:extLst>
              <a:ext uri="{FF2B5EF4-FFF2-40B4-BE49-F238E27FC236}">
                <a16:creationId xmlns:a16="http://schemas.microsoft.com/office/drawing/2014/main" id="{A726E3EC-2BB8-4B2D-9395-F9CEC4194110}"/>
              </a:ext>
            </a:extLst>
          </p:cNvPr>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0D7BFE43-2445-4D80-80C9-91150418C372}"/>
              </a:ext>
            </a:extLst>
          </p:cNvPr>
          <p:cNvSpPr>
            <a:spLocks noGrp="1"/>
          </p:cNvSpPr>
          <p:nvPr>
            <p:ph type="sldNum" sz="quarter" idx="18"/>
          </p:nvPr>
        </p:nvSpPr>
        <p:spPr/>
        <p:txBody>
          <a:bodyPr/>
          <a:lstStyle/>
          <a:p>
            <a:fld id="{B227C86F-CC2D-492F-A88C-C748186E73FB}" type="slidenum">
              <a:rPr lang="de-DE" smtClean="0"/>
              <a:pPr/>
              <a:t>‹#›</a:t>
            </a:fld>
            <a:endParaRPr lang="de-DE" dirty="0"/>
          </a:p>
        </p:txBody>
      </p:sp>
      <p:sp>
        <p:nvSpPr>
          <p:cNvPr id="9" name="Text">
            <a:extLst>
              <a:ext uri="{FF2B5EF4-FFF2-40B4-BE49-F238E27FC236}">
                <a16:creationId xmlns:a16="http://schemas.microsoft.com/office/drawing/2014/main" id="{7EBF18DA-B696-4EF3-9C4D-B076682693FB}"/>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a:extLst>
              <a:ext uri="{FF2B5EF4-FFF2-40B4-BE49-F238E27FC236}">
                <a16:creationId xmlns:a16="http://schemas.microsoft.com/office/drawing/2014/main" id="{D5F22DDC-3F9B-4866-9E64-FD42CECDA2D1}"/>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72B2417F-0C2B-4EAE-9CD0-0081429C47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14376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1">
          <p15:clr>
            <a:srgbClr val="FBAE40"/>
          </p15:clr>
        </p15:guide>
        <p15:guide id="3" pos="3772">
          <p15:clr>
            <a:srgbClr val="FBAE40"/>
          </p15:clr>
        </p15:guide>
        <p15:guide id="4" pos="3908">
          <p15:clr>
            <a:srgbClr val="FBAE40"/>
          </p15:clr>
        </p15:guide>
        <p15:guide id="5" orient="horz" pos="3656">
          <p15:clr>
            <a:srgbClr val="FBAE40"/>
          </p15:clr>
        </p15:guide>
        <p15:guide id="6" orient="horz" pos="3839">
          <p15:clr>
            <a:srgbClr val="FBAE40"/>
          </p15:clr>
        </p15:guide>
        <p15:guide id="7" orient="horz" pos="406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 text">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Inhalt">
            <a:extLst>
              <a:ext uri="{FF2B5EF4-FFF2-40B4-BE49-F238E27FC236}">
                <a16:creationId xmlns:a16="http://schemas.microsoft.com/office/drawing/2014/main" id="{E13A8C2B-1D50-4433-9FAA-F76ED8DBEFB2}"/>
              </a:ext>
            </a:extLst>
          </p:cNvPr>
          <p:cNvSpPr>
            <a:spLocks noGrp="1"/>
          </p:cNvSpPr>
          <p:nvPr>
            <p:ph idx="19" hasCustomPrompt="1"/>
          </p:nvPr>
        </p:nvSpPr>
        <p:spPr bwMode="gray">
          <a:xfrm>
            <a:off x="6201089" y="1558440"/>
            <a:ext cx="5439228" cy="4247016"/>
          </a:xfrm>
          <a:prstGeom prst="rect">
            <a:avLst/>
          </a:prstGeom>
        </p:spPr>
        <p:txBody>
          <a:bodyPr vert="horz" lIns="0" tIns="72000" rIns="0" bIns="72000" rtlCol="0">
            <a:noAutofit/>
          </a:bodyPr>
          <a:lstStyle>
            <a:lvl1pPr>
              <a:defRPr lang="de-DE" dirty="0" smtClean="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a:extLst>
              <a:ext uri="{FF2B5EF4-FFF2-40B4-BE49-F238E27FC236}">
                <a16:creationId xmlns:a16="http://schemas.microsoft.com/office/drawing/2014/main" id="{4138BCD2-F45E-4BC7-A9B2-4D0D43994AB0}"/>
              </a:ext>
            </a:extLst>
          </p:cNvPr>
          <p:cNvSpPr>
            <a:spLocks noGrp="1"/>
          </p:cNvSpPr>
          <p:nvPr>
            <p:ph type="ftr" sz="quarter" idx="20"/>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AD79AC05-5D66-4FA4-90E9-AD828D5F7759}"/>
              </a:ext>
            </a:extLst>
          </p:cNvPr>
          <p:cNvSpPr>
            <a:spLocks noGrp="1"/>
          </p:cNvSpPr>
          <p:nvPr>
            <p:ph type="sldNum" sz="quarter" idx="21"/>
          </p:nvPr>
        </p:nvSpPr>
        <p:spPr/>
        <p:txBody>
          <a:bodyPr/>
          <a:lstStyle/>
          <a:p>
            <a:fld id="{B227C86F-CC2D-492F-A88C-C748186E73FB}" type="slidenum">
              <a:rPr lang="de-DE" smtClean="0"/>
              <a:pPr/>
              <a:t>‹#›</a:t>
            </a:fld>
            <a:endParaRPr lang="de-DE" dirty="0"/>
          </a:p>
        </p:txBody>
      </p:sp>
      <p:sp>
        <p:nvSpPr>
          <p:cNvPr id="10" name="Text">
            <a:extLst>
              <a:ext uri="{FF2B5EF4-FFF2-40B4-BE49-F238E27FC236}">
                <a16:creationId xmlns:a16="http://schemas.microsoft.com/office/drawing/2014/main" id="{9AF81194-EFE5-4A46-B912-76BBCCD389AB}"/>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a:extLst>
              <a:ext uri="{FF2B5EF4-FFF2-40B4-BE49-F238E27FC236}">
                <a16:creationId xmlns:a16="http://schemas.microsoft.com/office/drawing/2014/main" id="{BCB9F442-A60C-45E6-842B-64928BAD63F4}"/>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a:extLst>
              <a:ext uri="{FF2B5EF4-FFF2-40B4-BE49-F238E27FC236}">
                <a16:creationId xmlns:a16="http://schemas.microsoft.com/office/drawing/2014/main" id="{4FCF3388-7361-4AED-9D4B-27989A8F8E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246119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1">
          <p15:clr>
            <a:srgbClr val="FBAE40"/>
          </p15:clr>
        </p15:guide>
        <p15:guide id="3" pos="3772">
          <p15:clr>
            <a:srgbClr val="FBAE40"/>
          </p15:clr>
        </p15:guide>
        <p15:guide id="4" pos="3908">
          <p15:clr>
            <a:srgbClr val="FBAE40"/>
          </p15:clr>
        </p15:guide>
        <p15:guide id="5" orient="horz" pos="3656">
          <p15:clr>
            <a:srgbClr val="FBAE40"/>
          </p15:clr>
        </p15:guide>
        <p15:guide id="6" orient="horz" pos="3839">
          <p15:clr>
            <a:srgbClr val="FBAE40"/>
          </p15:clr>
        </p15:guide>
        <p15:guide id="7" orient="horz" pos="40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able and diagramm only">
    <p:spTree>
      <p:nvGrpSpPr>
        <p:cNvPr id="1" name=""/>
        <p:cNvGrpSpPr/>
        <p:nvPr/>
      </p:nvGrpSpPr>
      <p:grpSpPr>
        <a:xfrm>
          <a:off x="0" y="0"/>
          <a:ext cx="0" cy="0"/>
          <a:chOff x="0" y="0"/>
          <a:chExt cx="0" cy="0"/>
        </a:xfrm>
      </p:grpSpPr>
      <p:sp>
        <p:nvSpPr>
          <p:cNvPr id="7" name="Inhalt">
            <a:extLst>
              <a:ext uri="{FF2B5EF4-FFF2-40B4-BE49-F238E27FC236}">
                <a16:creationId xmlns:a16="http://schemas.microsoft.com/office/drawing/2014/main" id="{B65CDCCB-D385-4629-B4A8-5C15E42CDDF8}"/>
              </a:ext>
            </a:extLst>
          </p:cNvPr>
          <p:cNvSpPr>
            <a:spLocks noGrp="1"/>
          </p:cNvSpPr>
          <p:nvPr>
            <p:ph idx="17" hasCustomPrompt="1"/>
          </p:nvPr>
        </p:nvSpPr>
        <p:spPr bwMode="gray">
          <a:xfrm>
            <a:off x="550873" y="1558440"/>
            <a:ext cx="11089444" cy="4247016"/>
          </a:xfrm>
          <a:prstGeom prst="rect">
            <a:avLst/>
          </a:prstGeom>
        </p:spPr>
        <p:txBody>
          <a:bodyPr vert="horz" lIns="0" tIns="72000" rIns="0" bIns="72000" rtlCol="0">
            <a:noAutofit/>
          </a:bodyPr>
          <a:lstStyle>
            <a:lvl1pPr marL="270009" marR="0" indent="-270009"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lang="de-DE" baseline="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marL="270009" marR="0" lvl="0" indent="-270009"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de-DE" noProof="0" dirty="0" err="1"/>
              <a:t>Diagram</a:t>
            </a:r>
            <a:r>
              <a:rPr lang="de-DE" noProof="0" dirty="0"/>
              <a:t>, </a:t>
            </a:r>
            <a:r>
              <a:rPr lang="de-DE" noProof="0" dirty="0" err="1"/>
              <a:t>smartart</a:t>
            </a:r>
            <a:r>
              <a:rPr lang="de-DE" noProof="0" dirty="0"/>
              <a:t> </a:t>
            </a:r>
            <a:r>
              <a:rPr lang="de-DE" noProof="0" dirty="0" err="1"/>
              <a:t>or</a:t>
            </a:r>
            <a:r>
              <a:rPr lang="de-DE" noProof="0" dirty="0"/>
              <a:t> </a:t>
            </a:r>
            <a:r>
              <a:rPr lang="de-DE" noProof="0" dirty="0" err="1"/>
              <a:t>table</a:t>
            </a:r>
            <a:endParaRPr lang="de-DE" noProof="0" dirty="0"/>
          </a:p>
        </p:txBody>
      </p:sp>
      <p:sp>
        <p:nvSpPr>
          <p:cNvPr id="3" name="Fußzeilenplatzhalter 2">
            <a:extLst>
              <a:ext uri="{FF2B5EF4-FFF2-40B4-BE49-F238E27FC236}">
                <a16:creationId xmlns:a16="http://schemas.microsoft.com/office/drawing/2014/main" id="{5F236C92-5072-4156-B338-289715BC0B94}"/>
              </a:ext>
            </a:extLst>
          </p:cNvPr>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a:extLst>
              <a:ext uri="{FF2B5EF4-FFF2-40B4-BE49-F238E27FC236}">
                <a16:creationId xmlns:a16="http://schemas.microsoft.com/office/drawing/2014/main" id="{9EBAA718-3FE8-4274-9C3D-9DBF5E3E582A}"/>
              </a:ext>
            </a:extLst>
          </p:cNvPr>
          <p:cNvSpPr>
            <a:spLocks noGrp="1"/>
          </p:cNvSpPr>
          <p:nvPr>
            <p:ph type="sldNum" sz="quarter" idx="19"/>
          </p:nvPr>
        </p:nvSpPr>
        <p:spPr/>
        <p:txBody>
          <a:bodyPr/>
          <a:lstStyle/>
          <a:p>
            <a:fld id="{B227C86F-CC2D-492F-A88C-C748186E73FB}" type="slidenum">
              <a:rPr lang="de-DE" smtClean="0"/>
              <a:pPr/>
              <a:t>‹#›</a:t>
            </a:fld>
            <a:endParaRPr lang="de-DE" dirty="0"/>
          </a:p>
        </p:txBody>
      </p:sp>
      <p:sp>
        <p:nvSpPr>
          <p:cNvPr id="8" name="Text">
            <a:extLst>
              <a:ext uri="{FF2B5EF4-FFF2-40B4-BE49-F238E27FC236}">
                <a16:creationId xmlns:a16="http://schemas.microsoft.com/office/drawing/2014/main" id="{0199573A-A452-4E88-B98C-E09E4306CFEE}"/>
              </a:ext>
            </a:extLst>
          </p:cNvPr>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a:extLst>
              <a:ext uri="{FF2B5EF4-FFF2-40B4-BE49-F238E27FC236}">
                <a16:creationId xmlns:a16="http://schemas.microsoft.com/office/drawing/2014/main" id="{40B4288E-7AEF-4FB0-A708-E06A280BBC3D}"/>
              </a:ext>
            </a:extLst>
          </p:cNvPr>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a:extLst>
              <a:ext uri="{FF2B5EF4-FFF2-40B4-BE49-F238E27FC236}">
                <a16:creationId xmlns:a16="http://schemas.microsoft.com/office/drawing/2014/main" id="{99E7E01F-1636-4705-9B7A-0875A7D6BE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Tree>
    <p:extLst>
      <p:ext uri="{BB962C8B-B14F-4D97-AF65-F5344CB8AC3E}">
        <p14:creationId xmlns:p14="http://schemas.microsoft.com/office/powerpoint/2010/main" val="3113991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656">
          <p15:clr>
            <a:srgbClr val="FBAE40"/>
          </p15:clr>
        </p15:guide>
        <p15:guide id="2" orient="horz" pos="3839">
          <p15:clr>
            <a:srgbClr val="FBAE40"/>
          </p15:clr>
        </p15:guide>
        <p15:guide id="3" orient="horz" pos="40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anke">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9" indent="-285759" algn="ctr">
              <a:buNone/>
              <a:defRPr lang="de-DE" dirty="0"/>
            </a:lvl1pPr>
          </a:lstStyle>
          <a:p>
            <a:r>
              <a:rPr lang="de-DE" noProof="0" dirty="0"/>
              <a:t>Picture</a:t>
            </a:r>
          </a:p>
        </p:txBody>
      </p:sp>
      <p:pic>
        <p:nvPicPr>
          <p:cNvPr id="6" name="Grafik 5">
            <a:extLst>
              <a:ext uri="{FF2B5EF4-FFF2-40B4-BE49-F238E27FC236}">
                <a16:creationId xmlns:a16="http://schemas.microsoft.com/office/drawing/2014/main" id="{508A24D7-6B3F-49CF-BA12-1923C901FA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
        <p:nvSpPr>
          <p:cNvPr id="7" name="Titel">
            <a:extLst>
              <a:ext uri="{FF2B5EF4-FFF2-40B4-BE49-F238E27FC236}">
                <a16:creationId xmlns:a16="http://schemas.microsoft.com/office/drawing/2014/main" id="{3D452C74-BB74-46D4-B3FB-A74E2CF15A31}"/>
              </a:ext>
            </a:extLst>
          </p:cNvPr>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a:extLst>
              <a:ext uri="{FF2B5EF4-FFF2-40B4-BE49-F238E27FC236}">
                <a16:creationId xmlns:a16="http://schemas.microsoft.com/office/drawing/2014/main" id="{472C2621-DA66-423F-9AD5-1E1514C3E2D8}"/>
              </a:ext>
            </a:extLst>
          </p:cNvPr>
          <p:cNvSpPr txBox="1">
            <a:spLocks/>
          </p:cNvSpPr>
          <p:nvPr/>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a:solidFill>
                  <a:schemeClr val="accent1"/>
                </a:solidFill>
                <a:latin typeface="+mn-lt"/>
              </a:rPr>
              <a:t>Danke</a:t>
            </a:r>
          </a:p>
        </p:txBody>
      </p:sp>
      <p:sp>
        <p:nvSpPr>
          <p:cNvPr id="12" name="Textplatzhalter 2">
            <a:extLst>
              <a:ext uri="{FF2B5EF4-FFF2-40B4-BE49-F238E27FC236}">
                <a16:creationId xmlns:a16="http://schemas.microsoft.com/office/drawing/2014/main" id="{8BFEDCEE-3516-4809-A0D0-6FA978AA4B49}"/>
              </a:ext>
            </a:extLst>
          </p:cNvPr>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p>
        </p:txBody>
      </p:sp>
    </p:spTree>
    <p:extLst>
      <p:ext uri="{BB962C8B-B14F-4D97-AF65-F5344CB8AC3E}">
        <p14:creationId xmlns:p14="http://schemas.microsoft.com/office/powerpoint/2010/main" val="937642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1">
          <p15:clr>
            <a:srgbClr val="FBAE40"/>
          </p15:clr>
        </p15:guide>
        <p15:guide id="3" pos="429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anke optional 1">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08A24D7-6B3F-49CF-BA12-1923C901FA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
        <p:nvSpPr>
          <p:cNvPr id="7" name="Titel">
            <a:extLst>
              <a:ext uri="{FF2B5EF4-FFF2-40B4-BE49-F238E27FC236}">
                <a16:creationId xmlns:a16="http://schemas.microsoft.com/office/drawing/2014/main" id="{3D452C74-BB74-46D4-B3FB-A74E2CF15A31}"/>
              </a:ext>
            </a:extLst>
          </p:cNvPr>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a:extLst>
              <a:ext uri="{FF2B5EF4-FFF2-40B4-BE49-F238E27FC236}">
                <a16:creationId xmlns:a16="http://schemas.microsoft.com/office/drawing/2014/main" id="{472C2621-DA66-423F-9AD5-1E1514C3E2D8}"/>
              </a:ext>
            </a:extLst>
          </p:cNvPr>
          <p:cNvSpPr txBox="1">
            <a:spLocks/>
          </p:cNvSpPr>
          <p:nvPr/>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a:solidFill>
                  <a:schemeClr val="accent1"/>
                </a:solidFill>
                <a:latin typeface="+mn-lt"/>
              </a:rPr>
              <a:t>Danke</a:t>
            </a:r>
          </a:p>
        </p:txBody>
      </p:sp>
      <p:pic>
        <p:nvPicPr>
          <p:cNvPr id="12" name="Bildplatzhalter 13" descr="Ein Bild, das draußen, Outdoorobjekt, Stern, Nachthimmel enthält.&#10;&#10;Automatisch generierte Beschreibung">
            <a:extLst>
              <a:ext uri="{FF2B5EF4-FFF2-40B4-BE49-F238E27FC236}">
                <a16:creationId xmlns:a16="http://schemas.microsoft.com/office/drawing/2014/main" id="{C37D52FA-7F25-47C1-BDFC-B435ED2BB3E4}"/>
              </a:ext>
            </a:extLst>
          </p:cNvPr>
          <p:cNvPicPr>
            <a:picLocks noChangeAspect="1"/>
          </p:cNvPicPr>
          <p:nvPr/>
        </p:nvPicPr>
        <p:blipFill>
          <a:blip r:embed="rId3"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a:extLst>
              <a:ext uri="{FF2B5EF4-FFF2-40B4-BE49-F238E27FC236}">
                <a16:creationId xmlns:a16="http://schemas.microsoft.com/office/drawing/2014/main" id="{B75C7D9B-91C4-48B8-BFFA-BAC3F4DB34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5693" y="500255"/>
            <a:ext cx="4860476" cy="407795"/>
          </a:xfrm>
          <a:prstGeom prst="rect">
            <a:avLst/>
          </a:prstGeom>
        </p:spPr>
      </p:pic>
      <p:sp>
        <p:nvSpPr>
          <p:cNvPr id="14" name="Textplatzhalter 2">
            <a:extLst>
              <a:ext uri="{FF2B5EF4-FFF2-40B4-BE49-F238E27FC236}">
                <a16:creationId xmlns:a16="http://schemas.microsoft.com/office/drawing/2014/main" id="{EC434A7A-5B4C-45C8-ACBC-FA44CA2602A8}"/>
              </a:ext>
            </a:extLst>
          </p:cNvPr>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p>
        </p:txBody>
      </p:sp>
    </p:spTree>
    <p:extLst>
      <p:ext uri="{BB962C8B-B14F-4D97-AF65-F5344CB8AC3E}">
        <p14:creationId xmlns:p14="http://schemas.microsoft.com/office/powerpoint/2010/main" val="2217058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1">
          <p15:clr>
            <a:srgbClr val="FBAE40"/>
          </p15:clr>
        </p15:guide>
        <p15:guide id="3" pos="429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anke optional 2">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08A24D7-6B3F-49CF-BA12-1923C901FA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67395" y="6129188"/>
            <a:ext cx="3334653" cy="308441"/>
          </a:xfrm>
          <a:prstGeom prst="rect">
            <a:avLst/>
          </a:prstGeom>
        </p:spPr>
      </p:pic>
      <p:sp>
        <p:nvSpPr>
          <p:cNvPr id="7" name="Titel">
            <a:extLst>
              <a:ext uri="{FF2B5EF4-FFF2-40B4-BE49-F238E27FC236}">
                <a16:creationId xmlns:a16="http://schemas.microsoft.com/office/drawing/2014/main" id="{3D452C74-BB74-46D4-B3FB-A74E2CF15A31}"/>
              </a:ext>
            </a:extLst>
          </p:cNvPr>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a:extLst>
              <a:ext uri="{FF2B5EF4-FFF2-40B4-BE49-F238E27FC236}">
                <a16:creationId xmlns:a16="http://schemas.microsoft.com/office/drawing/2014/main" id="{472C2621-DA66-423F-9AD5-1E1514C3E2D8}"/>
              </a:ext>
            </a:extLst>
          </p:cNvPr>
          <p:cNvSpPr txBox="1">
            <a:spLocks/>
          </p:cNvSpPr>
          <p:nvPr/>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a:solidFill>
                  <a:schemeClr val="accent1"/>
                </a:solidFill>
                <a:latin typeface="+mn-lt"/>
              </a:rPr>
              <a:t>Danke</a:t>
            </a:r>
          </a:p>
        </p:txBody>
      </p:sp>
      <p:sp>
        <p:nvSpPr>
          <p:cNvPr id="8" name="Textplatzhalter 2">
            <a:extLst>
              <a:ext uri="{FF2B5EF4-FFF2-40B4-BE49-F238E27FC236}">
                <a16:creationId xmlns:a16="http://schemas.microsoft.com/office/drawing/2014/main" id="{041F8E78-CA6F-4619-9B7E-459D0AA05E8F}"/>
              </a:ext>
            </a:extLst>
          </p:cNvPr>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p>
        </p:txBody>
      </p:sp>
      <p:pic>
        <p:nvPicPr>
          <p:cNvPr id="2" name="Bildplatzhalter 13">
            <a:extLst>
              <a:ext uri="{FF2B5EF4-FFF2-40B4-BE49-F238E27FC236}">
                <a16:creationId xmlns:a16="http://schemas.microsoft.com/office/drawing/2014/main" id="{FC760DD9-BA44-4178-2C9E-A6892089235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461" r="24939"/>
          <a:stretch/>
        </p:blipFill>
        <p:spPr bwMode="gray">
          <a:xfrm>
            <a:off x="0" y="0"/>
            <a:ext cx="6095999" cy="6858000"/>
          </a:xfrm>
          <a:prstGeom prst="rect">
            <a:avLst/>
          </a:prstGeom>
        </p:spPr>
      </p:pic>
    </p:spTree>
    <p:extLst>
      <p:ext uri="{BB962C8B-B14F-4D97-AF65-F5344CB8AC3E}">
        <p14:creationId xmlns:p14="http://schemas.microsoft.com/office/powerpoint/2010/main" val="3158990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1">
          <p15:clr>
            <a:srgbClr val="FBAE40"/>
          </p15:clr>
        </p15:guide>
        <p15:guide id="3" pos="429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40861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15 start welcome de">
    <p:spTree>
      <p:nvGrpSpPr>
        <p:cNvPr id="1" name=""/>
        <p:cNvGrpSpPr/>
        <p:nvPr/>
      </p:nvGrpSpPr>
      <p:grpSpPr>
        <a:xfrm>
          <a:off x="0" y="0"/>
          <a:ext cx="0" cy="0"/>
          <a:chOff x="0" y="0"/>
          <a:chExt cx="0" cy="0"/>
        </a:xfrm>
      </p:grpSpPr>
      <p:pic>
        <p:nvPicPr>
          <p:cNvPr id="6" name="Picture 3"/>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8" t="4597"/>
          <a:stretch/>
        </p:blipFill>
        <p:spPr bwMode="auto">
          <a:xfrm>
            <a:off x="4294748" y="1557433"/>
            <a:ext cx="7332053" cy="4251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Bildplatzhalter 1"/>
          <p:cNvSpPr>
            <a:spLocks noGrp="1"/>
          </p:cNvSpPr>
          <p:nvPr>
            <p:ph type="pic" sz="quarter" idx="12" hasCustomPrompt="1"/>
          </p:nvPr>
        </p:nvSpPr>
        <p:spPr bwMode="gray">
          <a:xfrm>
            <a:off x="551279" y="1557433"/>
            <a:ext cx="3598797" cy="4247167"/>
          </a:xfrm>
          <a:prstGeom prst="rect">
            <a:avLst/>
          </a:prstGeom>
          <a:solidFill>
            <a:schemeClr val="bg1"/>
          </a:solidFill>
        </p:spPr>
        <p:txBody>
          <a:bodyPr vert="horz" lIns="252000" tIns="252000" rIns="252000" bIns="252000" rtlCol="0" anchor="ctr" anchorCtr="0">
            <a:noAutofit/>
          </a:bodyPr>
          <a:lstStyle>
            <a:lvl1pPr marL="285693" indent="-285693" algn="ctr">
              <a:buNone/>
              <a:defRPr lang="de-DE" dirty="0"/>
            </a:lvl1pPr>
          </a:lstStyle>
          <a:p>
            <a:r>
              <a:rPr lang="en-US" noProof="0" dirty="0"/>
              <a:t>Please insert a picture.</a:t>
            </a:r>
          </a:p>
        </p:txBody>
      </p:sp>
      <p:sp>
        <p:nvSpPr>
          <p:cNvPr id="2" name="Titel"/>
          <p:cNvSpPr>
            <a:spLocks noGrp="1"/>
          </p:cNvSpPr>
          <p:nvPr>
            <p:ph type="title" hasCustomPrompt="1"/>
          </p:nvPr>
        </p:nvSpPr>
        <p:spPr bwMode="gray">
          <a:xfrm>
            <a:off x="549347" y="906990"/>
            <a:ext cx="11089443" cy="647850"/>
          </a:xfrm>
        </p:spPr>
        <p:txBody>
          <a:bodyPr/>
          <a:lstStyle>
            <a:lvl1pPr>
              <a:defRPr b="0" i="0">
                <a:latin typeface="微软雅黑" panose="020B0503020204020204" pitchFamily="34" charset="-122"/>
              </a:defRPr>
            </a:lvl1pPr>
          </a:lstStyle>
          <a:p>
            <a:r>
              <a:rPr lang="en-US" noProof="0" dirty="0"/>
              <a:t>Please insert the topic of the presentation</a:t>
            </a:r>
          </a:p>
        </p:txBody>
      </p:sp>
      <p:sp>
        <p:nvSpPr>
          <p:cNvPr id="9"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Tree>
    <p:extLst>
      <p:ext uri="{BB962C8B-B14F-4D97-AF65-F5344CB8AC3E}">
        <p14:creationId xmlns:p14="http://schemas.microsoft.com/office/powerpoint/2010/main" val="221237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15 start individual">
    <p:spTree>
      <p:nvGrpSpPr>
        <p:cNvPr id="1" name=""/>
        <p:cNvGrpSpPr/>
        <p:nvPr/>
      </p:nvGrpSpPr>
      <p:grpSpPr>
        <a:xfrm>
          <a:off x="0" y="0"/>
          <a:ext cx="0" cy="0"/>
          <a:chOff x="0" y="0"/>
          <a:chExt cx="0" cy="0"/>
        </a:xfrm>
      </p:grpSpPr>
      <p:sp>
        <p:nvSpPr>
          <p:cNvPr id="8" name="Bildplatzhalter"/>
          <p:cNvSpPr>
            <a:spLocks noGrp="1"/>
          </p:cNvSpPr>
          <p:nvPr>
            <p:ph type="pic" sz="quarter" idx="12" hasCustomPrompt="1"/>
          </p:nvPr>
        </p:nvSpPr>
        <p:spPr bwMode="gray">
          <a:xfrm>
            <a:off x="551279" y="1557434"/>
            <a:ext cx="11089443" cy="4247166"/>
          </a:xfrm>
          <a:prstGeom prst="rect">
            <a:avLst/>
          </a:prstGeom>
          <a:solidFill>
            <a:schemeClr val="bg1"/>
          </a:solidFill>
        </p:spPr>
        <p:txBody>
          <a:bodyPr vert="horz" lIns="252000" tIns="252000" rIns="252000" bIns="252000" rtlCol="0" anchor="ctr" anchorCtr="0">
            <a:noAutofit/>
          </a:bodyPr>
          <a:lstStyle>
            <a:lvl1pPr marL="285693" indent="-285693" algn="ctr">
              <a:buNone/>
              <a:defRPr lang="de-DE" dirty="0"/>
            </a:lvl1pPr>
          </a:lstStyle>
          <a:p>
            <a:r>
              <a:rPr lang="en-US" noProof="0" dirty="0"/>
              <a:t>Please insert a picture.</a:t>
            </a:r>
          </a:p>
        </p:txBody>
      </p:sp>
      <p:sp>
        <p:nvSpPr>
          <p:cNvPr id="6"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
        <p:nvSpPr>
          <p:cNvPr id="7" name="Titel"/>
          <p:cNvSpPr>
            <a:spLocks noGrp="1"/>
          </p:cNvSpPr>
          <p:nvPr>
            <p:ph type="title" hasCustomPrompt="1"/>
          </p:nvPr>
        </p:nvSpPr>
        <p:spPr bwMode="gray">
          <a:xfrm>
            <a:off x="549347" y="906990"/>
            <a:ext cx="11089442" cy="647850"/>
          </a:xfrm>
          <a:prstGeom prst="rect">
            <a:avLst/>
          </a:prstGeom>
        </p:spPr>
        <p:txBody>
          <a:bodyPr vert="horz" lIns="0" tIns="0" rIns="0" bIns="0" rtlCol="0" anchor="t">
            <a:noAutofit/>
          </a:bodyPr>
          <a:lstStyle/>
          <a:p>
            <a:r>
              <a:rPr lang="en-US" noProof="0" dirty="0"/>
              <a:t>Please insert the topic of the presentation</a:t>
            </a:r>
          </a:p>
        </p:txBody>
      </p:sp>
    </p:spTree>
    <p:extLst>
      <p:ext uri="{BB962C8B-B14F-4D97-AF65-F5344CB8AC3E}">
        <p14:creationId xmlns:p14="http://schemas.microsoft.com/office/powerpoint/2010/main" val="393696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15 start standard 3">
    <p:spTree>
      <p:nvGrpSpPr>
        <p:cNvPr id="1" name=""/>
        <p:cNvGrpSpPr/>
        <p:nvPr/>
      </p:nvGrpSpPr>
      <p:grpSpPr>
        <a:xfrm>
          <a:off x="0" y="0"/>
          <a:ext cx="0" cy="0"/>
          <a:chOff x="0" y="0"/>
          <a:chExt cx="0" cy="0"/>
        </a:xfrm>
      </p:grpSpPr>
      <p:sp>
        <p:nvSpPr>
          <p:cNvPr id="6"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
        <p:nvSpPr>
          <p:cNvPr id="7"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p>
        </p:txBody>
      </p:sp>
      <p:pic>
        <p:nvPicPr>
          <p:cNvPr id="3" name="图片 2">
            <a:extLst>
              <a:ext uri="{FF2B5EF4-FFF2-40B4-BE49-F238E27FC236}">
                <a16:creationId xmlns:a16="http://schemas.microsoft.com/office/drawing/2014/main" id="{1E4F3A82-C3F7-4F40-A9B8-EB70CB8E70AD}"/>
              </a:ext>
            </a:extLst>
          </p:cNvPr>
          <p:cNvPicPr>
            <a:picLocks noChangeAspect="1"/>
          </p:cNvPicPr>
          <p:nvPr userDrawn="1"/>
        </p:nvPicPr>
        <p:blipFill>
          <a:blip r:embed="rId2"/>
          <a:stretch>
            <a:fillRect/>
          </a:stretch>
        </p:blipFill>
        <p:spPr>
          <a:xfrm>
            <a:off x="2515796" y="1554840"/>
            <a:ext cx="6925291" cy="4635258"/>
          </a:xfrm>
          <a:prstGeom prst="rect">
            <a:avLst/>
          </a:prstGeom>
        </p:spPr>
      </p:pic>
    </p:spTree>
    <p:extLst>
      <p:ext uri="{BB962C8B-B14F-4D97-AF65-F5344CB8AC3E}">
        <p14:creationId xmlns:p14="http://schemas.microsoft.com/office/powerpoint/2010/main" val="248796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15 start standard 4">
    <p:spTree>
      <p:nvGrpSpPr>
        <p:cNvPr id="1" name=""/>
        <p:cNvGrpSpPr/>
        <p:nvPr/>
      </p:nvGrpSpPr>
      <p:grpSpPr>
        <a:xfrm>
          <a:off x="0" y="0"/>
          <a:ext cx="0" cy="0"/>
          <a:chOff x="0" y="0"/>
          <a:chExt cx="0" cy="0"/>
        </a:xfrm>
      </p:grpSpPr>
      <p:pic>
        <p:nvPicPr>
          <p:cNvPr id="10" name="Grafik"/>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bwMode="gray">
          <a:xfrm>
            <a:off x="551279" y="1557433"/>
            <a:ext cx="11089443" cy="4247167"/>
          </a:xfrm>
          <a:prstGeom prst="rect">
            <a:avLst/>
          </a:prstGeom>
        </p:spPr>
      </p:pic>
      <p:sp>
        <p:nvSpPr>
          <p:cNvPr id="6"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
        <p:nvSpPr>
          <p:cNvPr id="7"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p>
        </p:txBody>
      </p:sp>
    </p:spTree>
    <p:extLst>
      <p:ext uri="{BB962C8B-B14F-4D97-AF65-F5344CB8AC3E}">
        <p14:creationId xmlns:p14="http://schemas.microsoft.com/office/powerpoint/2010/main" val="2695857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15 start standard 6">
    <p:spTree>
      <p:nvGrpSpPr>
        <p:cNvPr id="1" name=""/>
        <p:cNvGrpSpPr/>
        <p:nvPr/>
      </p:nvGrpSpPr>
      <p:grpSpPr>
        <a:xfrm>
          <a:off x="0" y="0"/>
          <a:ext cx="0" cy="0"/>
          <a:chOff x="0" y="0"/>
          <a:chExt cx="0" cy="0"/>
        </a:xfrm>
      </p:grpSpPr>
      <p:pic>
        <p:nvPicPr>
          <p:cNvPr id="8" name="Grafik"/>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bwMode="gray">
          <a:xfrm>
            <a:off x="549346" y="1556977"/>
            <a:ext cx="11089443" cy="4246288"/>
          </a:xfrm>
          <a:prstGeom prst="rect">
            <a:avLst/>
          </a:prstGeom>
        </p:spPr>
      </p:pic>
      <p:sp>
        <p:nvSpPr>
          <p:cNvPr id="7"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
        <p:nvSpPr>
          <p:cNvPr id="5"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p>
        </p:txBody>
      </p:sp>
    </p:spTree>
    <p:extLst>
      <p:ext uri="{BB962C8B-B14F-4D97-AF65-F5344CB8AC3E}">
        <p14:creationId xmlns:p14="http://schemas.microsoft.com/office/powerpoint/2010/main" val="214336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P15 start standard 6">
    <p:spTree>
      <p:nvGrpSpPr>
        <p:cNvPr id="1" name=""/>
        <p:cNvGrpSpPr/>
        <p:nvPr/>
      </p:nvGrpSpPr>
      <p:grpSpPr>
        <a:xfrm>
          <a:off x="0" y="0"/>
          <a:ext cx="0" cy="0"/>
          <a:chOff x="0" y="0"/>
          <a:chExt cx="0" cy="0"/>
        </a:xfrm>
      </p:grpSpPr>
      <p:sp>
        <p:nvSpPr>
          <p:cNvPr id="7"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
        <p:nvSpPr>
          <p:cNvPr id="5"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p>
        </p:txBody>
      </p:sp>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t="4423" b="12562"/>
          <a:stretch/>
        </p:blipFill>
        <p:spPr>
          <a:xfrm>
            <a:off x="549347" y="1562238"/>
            <a:ext cx="11089443" cy="4189049"/>
          </a:xfrm>
          <a:prstGeom prst="rect">
            <a:avLst/>
          </a:prstGeom>
        </p:spPr>
      </p:pic>
    </p:spTree>
    <p:extLst>
      <p:ext uri="{BB962C8B-B14F-4D97-AF65-F5344CB8AC3E}">
        <p14:creationId xmlns:p14="http://schemas.microsoft.com/office/powerpoint/2010/main" val="248485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15 end thank you de">
    <p:spTree>
      <p:nvGrpSpPr>
        <p:cNvPr id="1" name=""/>
        <p:cNvGrpSpPr/>
        <p:nvPr/>
      </p:nvGrpSpPr>
      <p:grpSpPr>
        <a:xfrm>
          <a:off x="0" y="0"/>
          <a:ext cx="0" cy="0"/>
          <a:chOff x="0" y="0"/>
          <a:chExt cx="0" cy="0"/>
        </a:xfrm>
      </p:grpSpPr>
      <p:pic>
        <p:nvPicPr>
          <p:cNvPr id="11" name="Picture 3"/>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928" t="1055" r="-2668"/>
          <a:stretch/>
        </p:blipFill>
        <p:spPr bwMode="auto">
          <a:xfrm>
            <a:off x="4294748" y="1556978"/>
            <a:ext cx="7346317" cy="425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Bildplatzhalter"/>
          <p:cNvSpPr>
            <a:spLocks noGrp="1"/>
          </p:cNvSpPr>
          <p:nvPr>
            <p:ph type="pic" sz="quarter" idx="12" hasCustomPrompt="1"/>
          </p:nvPr>
        </p:nvSpPr>
        <p:spPr bwMode="gray">
          <a:xfrm>
            <a:off x="549347" y="1556977"/>
            <a:ext cx="3598797" cy="4247167"/>
          </a:xfrm>
          <a:prstGeom prst="rect">
            <a:avLst/>
          </a:prstGeom>
          <a:solidFill>
            <a:schemeClr val="bg1"/>
          </a:solidFill>
        </p:spPr>
        <p:txBody>
          <a:bodyPr vert="horz" lIns="252000" tIns="252000" rIns="252000" bIns="252000" rtlCol="0" anchor="ctr" anchorCtr="0">
            <a:noAutofit/>
          </a:bodyPr>
          <a:lstStyle>
            <a:lvl1pPr marL="285693" indent="-285693" algn="ctr">
              <a:buNone/>
              <a:defRPr lang="de-DE" dirty="0"/>
            </a:lvl1pPr>
          </a:lstStyle>
          <a:p>
            <a:r>
              <a:rPr lang="en-US" noProof="0" dirty="0"/>
              <a:t>Please insert a picture.</a:t>
            </a:r>
          </a:p>
        </p:txBody>
      </p:sp>
      <p:sp>
        <p:nvSpPr>
          <p:cNvPr id="7" name="Textplatzhalter"/>
          <p:cNvSpPr>
            <a:spLocks noGrp="1"/>
          </p:cNvSpPr>
          <p:nvPr>
            <p:ph type="body" sz="quarter" idx="14" hasCustomPrompt="1"/>
          </p:nvPr>
        </p:nvSpPr>
        <p:spPr bwMode="gray">
          <a:xfrm>
            <a:off x="549347" y="467892"/>
            <a:ext cx="11089443" cy="431700"/>
          </a:xfrm>
        </p:spPr>
        <p:txBody>
          <a:bodyPr tIns="0" bIns="0" anchor="ctr" anchorCtr="0"/>
          <a:lstStyle>
            <a:lvl1pPr marL="0" indent="0">
              <a:buFontTx/>
              <a:buNone/>
              <a:defRPr/>
            </a:lvl1pPr>
          </a:lstStyle>
          <a:p>
            <a:pPr lvl="0"/>
            <a:r>
              <a:rPr lang="en-US" noProof="0" dirty="0"/>
              <a:t>Please insert: Name of the speaker / Title or department of the speaker / Date</a:t>
            </a:r>
          </a:p>
        </p:txBody>
      </p:sp>
      <p:sp>
        <p:nvSpPr>
          <p:cNvPr id="12"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presentation</a:t>
            </a:r>
          </a:p>
        </p:txBody>
      </p:sp>
    </p:spTree>
    <p:extLst>
      <p:ext uri="{BB962C8B-B14F-4D97-AF65-F5344CB8AC3E}">
        <p14:creationId xmlns:p14="http://schemas.microsoft.com/office/powerpoint/2010/main" val="337961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15 for agenda slide">
    <p:spTree>
      <p:nvGrpSpPr>
        <p:cNvPr id="1" name=""/>
        <p:cNvGrpSpPr/>
        <p:nvPr/>
      </p:nvGrpSpPr>
      <p:grpSpPr>
        <a:xfrm>
          <a:off x="0" y="0"/>
          <a:ext cx="0" cy="0"/>
          <a:chOff x="0" y="0"/>
          <a:chExt cx="0" cy="0"/>
        </a:xfrm>
      </p:grpSpPr>
      <p:sp>
        <p:nvSpPr>
          <p:cNvPr id="9" name="Bildplatzhalter"/>
          <p:cNvSpPr>
            <a:spLocks noGrp="1"/>
          </p:cNvSpPr>
          <p:nvPr>
            <p:ph type="pic" sz="quarter" idx="12" hasCustomPrompt="1"/>
          </p:nvPr>
        </p:nvSpPr>
        <p:spPr bwMode="gray">
          <a:xfrm>
            <a:off x="8038559" y="1557434"/>
            <a:ext cx="3600469" cy="4246710"/>
          </a:xfrm>
          <a:prstGeom prst="rect">
            <a:avLst/>
          </a:prstGeom>
          <a:solidFill>
            <a:schemeClr val="bg1"/>
          </a:solidFill>
        </p:spPr>
        <p:txBody>
          <a:bodyPr vert="horz" lIns="252000" tIns="252000" rIns="252000" bIns="252000" rtlCol="0" anchor="ctr" anchorCtr="0">
            <a:noAutofit/>
          </a:bodyPr>
          <a:lstStyle>
            <a:lvl1pPr marL="285693" indent="-285693" algn="ctr">
              <a:buNone/>
              <a:defRPr lang="de-DE" dirty="0"/>
            </a:lvl1pPr>
          </a:lstStyle>
          <a:p>
            <a:r>
              <a:rPr lang="en-US" noProof="0" dirty="0"/>
              <a:t>Please insert a picture.</a:t>
            </a:r>
          </a:p>
        </p:txBody>
      </p:sp>
      <p:sp>
        <p:nvSpPr>
          <p:cNvPr id="6" name="Textplatzhalter 2"/>
          <p:cNvSpPr>
            <a:spLocks noGrp="1"/>
          </p:cNvSpPr>
          <p:nvPr>
            <p:ph type="body" sz="quarter" idx="17" hasCustomPrompt="1"/>
          </p:nvPr>
        </p:nvSpPr>
        <p:spPr bwMode="gray">
          <a:xfrm>
            <a:off x="551279" y="1557433"/>
            <a:ext cx="7344956" cy="431900"/>
          </a:xfrm>
          <a:solidFill>
            <a:schemeClr val="accent1"/>
          </a:solidFill>
        </p:spPr>
        <p:txBody>
          <a:bodyPr/>
          <a:lstStyle>
            <a:lvl1pPr marL="17996" indent="0">
              <a:buNone/>
              <a:defRPr>
                <a:solidFill>
                  <a:schemeClr val="accent1"/>
                </a:solidFill>
              </a:defRPr>
            </a:lvl1pPr>
          </a:lstStyle>
          <a:p>
            <a:pPr lvl="0"/>
            <a:r>
              <a:rPr lang="de-DE" noProof="0" dirty="0"/>
              <a:t>Auszeichnung</a:t>
            </a:r>
          </a:p>
        </p:txBody>
      </p:sp>
      <p:sp>
        <p:nvSpPr>
          <p:cNvPr id="8" name="Textplatzhalter 1"/>
          <p:cNvSpPr>
            <a:spLocks noGrp="1"/>
          </p:cNvSpPr>
          <p:nvPr>
            <p:ph idx="1" hasCustomPrompt="1"/>
          </p:nvPr>
        </p:nvSpPr>
        <p:spPr bwMode="gray">
          <a:xfrm>
            <a:off x="551279" y="1557433"/>
            <a:ext cx="7056919" cy="4247017"/>
          </a:xfrm>
          <a:prstGeom prst="rect">
            <a:avLst/>
          </a:prstGeom>
        </p:spPr>
        <p:txBody>
          <a:bodyPr vert="horz" lIns="72000" tIns="72000" rIns="0" bIns="72000" rtlCol="0">
            <a:noAutofit/>
          </a:bodyPr>
          <a:lstStyle>
            <a:lvl1pPr marL="269946" marR="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baseline="0"/>
            </a:lvl1pPr>
            <a:lvl2pPr marL="719856" indent="-269946" defTabSz="914217">
              <a:spcAft>
                <a:spcPts val="0"/>
              </a:spcAft>
              <a:buClr>
                <a:schemeClr val="accent2"/>
              </a:buClr>
              <a:buFont typeface="Wingdings" panose="05000000000000000000" pitchFamily="2" charset="2"/>
              <a:defRPr/>
            </a:lvl2pPr>
            <a:lvl3pPr marL="1079784" indent="-269946" defTabSz="914217">
              <a:spcAft>
                <a:spcPts val="0"/>
              </a:spcAft>
              <a:buClr>
                <a:schemeClr val="accent2"/>
              </a:buClr>
              <a:buFont typeface="Wingdings" panose="05000000000000000000" pitchFamily="2" charset="2"/>
              <a:defRPr/>
            </a:lvl3pPr>
            <a:lvl4pPr marL="1439712" indent="-269946" defTabSz="914217">
              <a:spcAft>
                <a:spcPts val="0"/>
              </a:spcAft>
              <a:buClr>
                <a:schemeClr val="accent2"/>
              </a:buClr>
              <a:buFont typeface="Wingdings" panose="05000000000000000000" pitchFamily="2" charset="2"/>
              <a:defRPr/>
            </a:lvl4pPr>
            <a:lvl5pPr marL="1799640" indent="-269946" defTabSz="914217">
              <a:spcAft>
                <a:spcPts val="0"/>
              </a:spcAft>
              <a:buClr>
                <a:schemeClr val="accent2"/>
              </a:buClr>
              <a:buFont typeface="Wingdings" panose="05000000000000000000" pitchFamily="2" charset="2"/>
              <a:buChar char="§"/>
              <a:defRPr/>
            </a:lvl5pPr>
            <a:lvl6pPr marL="2159568" indent="-269946" defTabSz="914217">
              <a:lnSpc>
                <a:spcPct val="100000"/>
              </a:lnSpc>
              <a:spcAft>
                <a:spcPts val="0"/>
              </a:spcAft>
              <a:buClr>
                <a:schemeClr val="accent2"/>
              </a:buClr>
              <a:buFont typeface="Wingdings" panose="05000000000000000000" pitchFamily="2" charset="2"/>
              <a:defRPr/>
            </a:lvl6pPr>
            <a:lvl7pPr marL="2519496" indent="-269946" defTabSz="914217">
              <a:lnSpc>
                <a:spcPct val="100000"/>
              </a:lnSpc>
              <a:spcAft>
                <a:spcPts val="0"/>
              </a:spcAft>
              <a:buClr>
                <a:schemeClr val="accent2"/>
              </a:buClr>
              <a:buFont typeface="Wingdings" panose="05000000000000000000" pitchFamily="2" charset="2"/>
              <a:defRPr/>
            </a:lvl7pPr>
          </a:lstStyle>
          <a:p>
            <a:pPr marL="269946" marR="0" lvl="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en-US" noProof="0" dirty="0"/>
              <a:t>Please insert the name of Chapter 1 …</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49346" y="906990"/>
            <a:ext cx="11089443" cy="647850"/>
          </a:xfrm>
        </p:spPr>
        <p:txBody>
          <a:bodyPr/>
          <a:lstStyle>
            <a:lvl1pPr>
              <a:defRPr b="0" i="0">
                <a:latin typeface="微软雅黑" panose="020B0503020204020204" pitchFamily="34" charset="-122"/>
              </a:defRPr>
            </a:lvl1pPr>
          </a:lstStyle>
          <a:p>
            <a:r>
              <a:rPr lang="en-US" noProof="0" dirty="0"/>
              <a:t>Agenda</a:t>
            </a:r>
          </a:p>
        </p:txBody>
      </p:sp>
      <p:sp>
        <p:nvSpPr>
          <p:cNvPr id="11" name="Textplatzhalter"/>
          <p:cNvSpPr>
            <a:spLocks noGrp="1"/>
          </p:cNvSpPr>
          <p:nvPr>
            <p:ph type="body" sz="quarter" idx="15" hasCustomPrompt="1"/>
          </p:nvPr>
        </p:nvSpPr>
        <p:spPr bwMode="gray">
          <a:xfrm>
            <a:off x="551279" y="467067"/>
            <a:ext cx="11089443" cy="431900"/>
          </a:xfrm>
          <a:noFill/>
        </p:spPr>
        <p:txBody>
          <a:bodyPr tIns="0" bIns="0" anchor="ctr" anchorCtr="0"/>
          <a:lstStyle>
            <a:lvl1pPr marL="0" indent="0">
              <a:buFontTx/>
              <a:buNone/>
              <a:defRPr/>
            </a:lvl1pPr>
          </a:lstStyle>
          <a:p>
            <a:pPr marL="0" lvl="0" indent="0">
              <a:buNone/>
            </a:pPr>
            <a:r>
              <a:rPr lang="en-US" noProof="0" dirty="0"/>
              <a:t>Please insert the topic of the presentation</a:t>
            </a:r>
          </a:p>
        </p:txBody>
      </p:sp>
      <p:sp>
        <p:nvSpPr>
          <p:cNvPr id="12" name="Fußzeilenplatzhalter"/>
          <p:cNvSpPr>
            <a:spLocks noGrp="1"/>
          </p:cNvSpPr>
          <p:nvPr>
            <p:ph type="ftr" sz="quarter" idx="3"/>
          </p:nvPr>
        </p:nvSpPr>
        <p:spPr bwMode="gray">
          <a:xfrm>
            <a:off x="864112" y="6091415"/>
            <a:ext cx="7164933" cy="359916"/>
          </a:xfrm>
          <a:prstGeom prst="rect">
            <a:avLst/>
          </a:prstGeom>
        </p:spPr>
        <p:txBody>
          <a:bodyPr vert="horz" lIns="0" tIns="0" rIns="0" bIns="0" rtlCol="0" anchor="ctr"/>
          <a:lstStyle>
            <a:lvl1pPr algn="l">
              <a:defRPr sz="1000">
                <a:solidFill>
                  <a:schemeClr val="tx1"/>
                </a:solidFill>
              </a:defRPr>
            </a:lvl1pPr>
          </a:lstStyle>
          <a:p>
            <a:r>
              <a:rPr lang="en-US" noProof="0"/>
              <a:t>Name of the Speaker / Title of the presentation / Date</a:t>
            </a:r>
            <a:endParaRPr lang="de-DE" noProof="0" dirty="0"/>
          </a:p>
        </p:txBody>
      </p:sp>
      <p:sp>
        <p:nvSpPr>
          <p:cNvPr id="13" name="Foliennummernplatzhalter"/>
          <p:cNvSpPr>
            <a:spLocks noGrp="1"/>
          </p:cNvSpPr>
          <p:nvPr>
            <p:ph type="sldNum" sz="quarter" idx="4"/>
          </p:nvPr>
        </p:nvSpPr>
        <p:spPr bwMode="gray">
          <a:xfrm>
            <a:off x="549344" y="6091414"/>
            <a:ext cx="252033" cy="359917"/>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noProof="0" smtClean="0"/>
              <a:pPr/>
              <a:t>‹#›</a:t>
            </a:fld>
            <a:endParaRPr lang="de-DE" noProof="0" dirty="0"/>
          </a:p>
        </p:txBody>
      </p:sp>
    </p:spTree>
    <p:extLst>
      <p:ext uri="{BB962C8B-B14F-4D97-AF65-F5344CB8AC3E}">
        <p14:creationId xmlns:p14="http://schemas.microsoft.com/office/powerpoint/2010/main" val="145345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15 title, 1 text only">
    <p:spTree>
      <p:nvGrpSpPr>
        <p:cNvPr id="1" name=""/>
        <p:cNvGrpSpPr/>
        <p:nvPr/>
      </p:nvGrpSpPr>
      <p:grpSpPr>
        <a:xfrm>
          <a:off x="0" y="0"/>
          <a:ext cx="0" cy="0"/>
          <a:chOff x="0" y="0"/>
          <a:chExt cx="0" cy="0"/>
        </a:xfrm>
      </p:grpSpPr>
      <p:sp>
        <p:nvSpPr>
          <p:cNvPr id="10" name="Textplatzhalter"/>
          <p:cNvSpPr>
            <a:spLocks noGrp="1"/>
          </p:cNvSpPr>
          <p:nvPr>
            <p:ph type="body" sz="quarter" idx="16" hasCustomPrompt="1"/>
          </p:nvPr>
        </p:nvSpPr>
        <p:spPr bwMode="gray">
          <a:xfrm>
            <a:off x="551279" y="1557433"/>
            <a:ext cx="7344956" cy="4247017"/>
          </a:xfrm>
          <a:noFill/>
          <a:ln>
            <a:noFill/>
          </a:ln>
        </p:spPr>
        <p:txBody>
          <a:bodyPr vert="horz" lIns="0" tIns="72000" rIns="0" bIns="72000" rtlCol="0">
            <a:noAutofit/>
          </a:bodyPr>
          <a:lstStyle>
            <a:lvl1pPr marL="269946" marR="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lang="de-DE"/>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a:lvl6pPr>
            <a:lvl7pPr marL="2519496" indent="-269946" defTabSz="914217">
              <a:lnSpc>
                <a:spcPct val="100000"/>
              </a:lnSpc>
              <a:spcAft>
                <a:spcPts val="0"/>
              </a:spcAft>
              <a:buClr>
                <a:schemeClr val="accent2"/>
              </a:buClr>
              <a:buFont typeface="Wingdings" panose="05000000000000000000" pitchFamily="2" charset="2"/>
              <a:defRPr/>
            </a:lvl7pPr>
          </a:lstStyle>
          <a:p>
            <a:pPr marL="269946" marR="0" lvl="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en-US" noProof="0" dirty="0"/>
              <a:t>Click to insert text. For further chart layouts, please refer to Layout.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p:txBody>
          <a:bodyPr/>
          <a:lstStyle>
            <a:lvl1pPr>
              <a:defRPr b="0" i="0">
                <a:latin typeface="微软雅黑" panose="020B0503020204020204" pitchFamily="34" charset="-122"/>
              </a:defRPr>
            </a:lvl1pPr>
          </a:lstStyle>
          <a:p>
            <a:r>
              <a:rPr lang="en-US" noProof="0" dirty="0"/>
              <a:t>Please insert the topic of the slide</a:t>
            </a:r>
          </a:p>
        </p:txBody>
      </p:sp>
      <p:sp>
        <p:nvSpPr>
          <p:cNvPr id="8" name="Textplatzhalter"/>
          <p:cNvSpPr>
            <a:spLocks noGrp="1"/>
          </p:cNvSpPr>
          <p:nvPr>
            <p:ph type="body" sz="quarter" idx="15" hasCustomPrompt="1"/>
          </p:nvPr>
        </p:nvSpPr>
        <p:spPr bwMode="gray">
          <a:xfrm>
            <a:off x="551279" y="467067"/>
            <a:ext cx="11089443" cy="431900"/>
          </a:xfrm>
          <a:noFill/>
        </p:spPr>
        <p:txBody>
          <a:bodyPr tIns="0" bIns="0" anchor="ctr" anchorCtr="0"/>
          <a:lstStyle>
            <a:lvl1pPr marL="0" marR="0" indent="0" algn="l" defTabSz="914217" rtl="0" eaLnBrk="1" fontAlgn="auto" latinLnBrk="0" hangingPunct="1">
              <a:lnSpc>
                <a:spcPct val="100000"/>
              </a:lnSpc>
              <a:spcBef>
                <a:spcPts val="1000"/>
              </a:spcBef>
              <a:spcAft>
                <a:spcPts val="0"/>
              </a:spcAft>
              <a:buClr>
                <a:schemeClr val="accent2"/>
              </a:buClr>
              <a:buSzTx/>
              <a:buFontTx/>
              <a:buNone/>
              <a:tabLst/>
              <a:defRPr/>
            </a:lvl1pPr>
          </a:lstStyle>
          <a:p>
            <a:pPr marL="0" marR="0" lvl="0" indent="0" algn="l" defTabSz="914217" rtl="0" eaLnBrk="1" fontAlgn="auto" latinLnBrk="0" hangingPunct="1">
              <a:lnSpc>
                <a:spcPct val="100000"/>
              </a:lnSpc>
              <a:spcBef>
                <a:spcPts val="1000"/>
              </a:spcBef>
              <a:spcAft>
                <a:spcPts val="0"/>
              </a:spcAft>
              <a:buClr>
                <a:schemeClr val="accent2"/>
              </a:buClr>
              <a:buSzTx/>
              <a:buFontTx/>
              <a:buNone/>
              <a:tabLst/>
              <a:defRPr/>
            </a:pPr>
            <a:r>
              <a:rPr lang="en-US" noProof="0" dirty="0"/>
              <a:t>Please insert the name of the chapter</a:t>
            </a:r>
          </a:p>
        </p:txBody>
      </p:sp>
      <p:sp>
        <p:nvSpPr>
          <p:cNvPr id="7" name="Fußzeilenplatzhalter"/>
          <p:cNvSpPr>
            <a:spLocks noGrp="1"/>
          </p:cNvSpPr>
          <p:nvPr>
            <p:ph type="ftr" sz="quarter" idx="3"/>
          </p:nvPr>
        </p:nvSpPr>
        <p:spPr bwMode="gray">
          <a:xfrm>
            <a:off x="864112" y="6091415"/>
            <a:ext cx="7164933" cy="359916"/>
          </a:xfrm>
          <a:prstGeom prst="rect">
            <a:avLst/>
          </a:prstGeom>
        </p:spPr>
        <p:txBody>
          <a:bodyPr vert="horz" lIns="0" tIns="0" rIns="0" bIns="0" rtlCol="0" anchor="ctr"/>
          <a:lstStyle>
            <a:lvl1pPr algn="l">
              <a:defRPr sz="1000">
                <a:solidFill>
                  <a:schemeClr val="tx1"/>
                </a:solidFill>
              </a:defRPr>
            </a:lvl1pPr>
          </a:lstStyle>
          <a:p>
            <a:r>
              <a:rPr lang="en-US" noProof="0"/>
              <a:t>Name of the Speaker / Title of the presentation / Date</a:t>
            </a:r>
            <a:endParaRPr lang="de-DE" noProof="0" dirty="0"/>
          </a:p>
        </p:txBody>
      </p:sp>
      <p:sp>
        <p:nvSpPr>
          <p:cNvPr id="9" name="Foliennummernplatzhalter"/>
          <p:cNvSpPr>
            <a:spLocks noGrp="1"/>
          </p:cNvSpPr>
          <p:nvPr>
            <p:ph type="sldNum" sz="quarter" idx="4"/>
          </p:nvPr>
        </p:nvSpPr>
        <p:spPr bwMode="gray">
          <a:xfrm>
            <a:off x="549344" y="6091414"/>
            <a:ext cx="252033" cy="359917"/>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noProof="0" smtClean="0"/>
              <a:pPr/>
              <a:t>‹#›</a:t>
            </a:fld>
            <a:endParaRPr lang="de-DE" noProof="0" dirty="0"/>
          </a:p>
        </p:txBody>
      </p:sp>
    </p:spTree>
    <p:extLst>
      <p:ext uri="{BB962C8B-B14F-4D97-AF65-F5344CB8AC3E}">
        <p14:creationId xmlns:p14="http://schemas.microsoft.com/office/powerpoint/2010/main" val="81543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16_2 1 small  pic + text">
    <p:spTree>
      <p:nvGrpSpPr>
        <p:cNvPr id="1" name=""/>
        <p:cNvGrpSpPr/>
        <p:nvPr/>
      </p:nvGrpSpPr>
      <p:grpSpPr>
        <a:xfrm>
          <a:off x="0" y="0"/>
          <a:ext cx="0" cy="0"/>
          <a:chOff x="0" y="0"/>
          <a:chExt cx="0" cy="0"/>
        </a:xfrm>
      </p:grpSpPr>
      <p:sp>
        <p:nvSpPr>
          <p:cNvPr id="9" name="Bildplatzhalter"/>
          <p:cNvSpPr>
            <a:spLocks noGrp="1"/>
          </p:cNvSpPr>
          <p:nvPr>
            <p:ph type="pic" sz="quarter" idx="12" hasCustomPrompt="1"/>
          </p:nvPr>
        </p:nvSpPr>
        <p:spPr bwMode="gray">
          <a:xfrm>
            <a:off x="8040253"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9" name="Textplatzhalter 2"/>
          <p:cNvSpPr>
            <a:spLocks noGrp="1"/>
          </p:cNvSpPr>
          <p:nvPr>
            <p:ph idx="15" hasCustomPrompt="1"/>
          </p:nvPr>
        </p:nvSpPr>
        <p:spPr bwMode="gray">
          <a:xfrm>
            <a:off x="550872" y="1558439"/>
            <a:ext cx="7344956" cy="4247017"/>
          </a:xfrm>
          <a:prstGeom prst="rect">
            <a:avLst/>
          </a:prstGeom>
        </p:spPr>
        <p:txBody>
          <a:bodyPr vert="horz" lIns="0" tIns="72000" rIns="0" bIns="72000" rtlCol="0">
            <a:noAutofit/>
          </a:bodyPr>
          <a:lstStyle>
            <a:lvl1pPr marL="269946" marR="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lang="de-DE" baseline="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marL="269946" marR="0" lvl="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en-US" noProof="0" dirty="0"/>
              <a:t>Click to insert text. For further chart layouts, please refer to Layout.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694243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15 title, highlight standard">
    <p:spTree>
      <p:nvGrpSpPr>
        <p:cNvPr id="1" name=""/>
        <p:cNvGrpSpPr/>
        <p:nvPr/>
      </p:nvGrpSpPr>
      <p:grpSpPr>
        <a:xfrm>
          <a:off x="0" y="0"/>
          <a:ext cx="0" cy="0"/>
          <a:chOff x="0" y="0"/>
          <a:chExt cx="0" cy="0"/>
        </a:xfrm>
      </p:grpSpPr>
      <p:sp>
        <p:nvSpPr>
          <p:cNvPr id="12" name="Textplatzhalter 3"/>
          <p:cNvSpPr>
            <a:spLocks noGrp="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799">
                <a:solidFill>
                  <a:schemeClr val="bg1"/>
                </a:solidFill>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For an important statement or result.</a:t>
            </a:r>
          </a:p>
        </p:txBody>
      </p:sp>
      <p:sp>
        <p:nvSpPr>
          <p:cNvPr id="17"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vl5pPr marL="1799640" indent="-269946" defTabSz="914217">
              <a:spcAft>
                <a:spcPts val="0"/>
              </a:spcAft>
              <a:buClr>
                <a:schemeClr val="accent2"/>
              </a:buClr>
              <a:buFont typeface="Wingdings" panose="05000000000000000000" pitchFamily="2" charset="2"/>
              <a:defRPr/>
            </a:lvl5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8"/>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131514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15 title, highlight core">
    <p:spTree>
      <p:nvGrpSpPr>
        <p:cNvPr id="1" name=""/>
        <p:cNvGrpSpPr/>
        <p:nvPr/>
      </p:nvGrpSpPr>
      <p:grpSpPr>
        <a:xfrm>
          <a:off x="0" y="0"/>
          <a:ext cx="0" cy="0"/>
          <a:chOff x="0" y="0"/>
          <a:chExt cx="0" cy="0"/>
        </a:xfrm>
      </p:grpSpPr>
      <p:sp>
        <p:nvSpPr>
          <p:cNvPr id="12" name="Textplatzhalter 3"/>
          <p:cNvSpPr>
            <a:spLocks noGrp="1"/>
          </p:cNvSpPr>
          <p:nvPr>
            <p:ph type="body" sz="quarter" idx="17" hasCustomPrompt="1"/>
          </p:nvPr>
        </p:nvSpPr>
        <p:spPr bwMode="gray">
          <a:xfrm>
            <a:off x="1" y="3753931"/>
            <a:ext cx="12192000" cy="2051525"/>
          </a:xfrm>
          <a:prstGeom prst="rect">
            <a:avLst/>
          </a:prstGeom>
          <a:solidFill>
            <a:schemeClr val="accent3"/>
          </a:solidFill>
        </p:spPr>
        <p:txBody>
          <a:bodyPr lIns="540000" tIns="252000" rIns="540000" bIns="252000" anchor="ctr" anchorCtr="0"/>
          <a:lstStyle>
            <a:lvl1pPr marL="0" indent="0" algn="ctr">
              <a:buFontTx/>
              <a:buNone/>
              <a:defRPr sz="2799">
                <a:solidFill>
                  <a:schemeClr val="tx1"/>
                </a:solidFill>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For a core information or strategic statement.</a:t>
            </a:r>
          </a:p>
        </p:txBody>
      </p:sp>
      <p:sp>
        <p:nvSpPr>
          <p:cNvPr id="17"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vl5pPr marL="1799640" indent="-269946" defTabSz="914217">
              <a:spcAft>
                <a:spcPts val="0"/>
              </a:spcAft>
              <a:buClr>
                <a:schemeClr val="accent2"/>
              </a:buClr>
              <a:buFont typeface="Wingdings" panose="05000000000000000000" pitchFamily="2" charset="2"/>
              <a:defRPr/>
            </a:lvl5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8"/>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06286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16 quote image">
    <p:spTree>
      <p:nvGrpSpPr>
        <p:cNvPr id="1" name=""/>
        <p:cNvGrpSpPr/>
        <p:nvPr/>
      </p:nvGrpSpPr>
      <p:grpSpPr>
        <a:xfrm>
          <a:off x="0" y="0"/>
          <a:ext cx="0" cy="0"/>
          <a:chOff x="0" y="0"/>
          <a:chExt cx="0" cy="0"/>
        </a:xfrm>
      </p:grpSpPr>
      <p:sp>
        <p:nvSpPr>
          <p:cNvPr id="9" name="Textplatzhalter"/>
          <p:cNvSpPr>
            <a:spLocks noGrp="1"/>
          </p:cNvSpPr>
          <p:nvPr>
            <p:ph type="body" sz="quarter" idx="17" hasCustomPrompt="1"/>
          </p:nvPr>
        </p:nvSpPr>
        <p:spPr bwMode="gray">
          <a:xfrm>
            <a:off x="0" y="0"/>
            <a:ext cx="12191999" cy="5805456"/>
          </a:xfrm>
          <a:prstGeom prst="rect">
            <a:avLst/>
          </a:prstGeom>
          <a:solidFill>
            <a:schemeClr val="accent2"/>
          </a:solidFill>
        </p:spPr>
        <p:txBody>
          <a:bodyPr lIns="540000" tIns="540000" rIns="540000" bIns="540000" anchor="ctr" anchorCtr="0"/>
          <a:lstStyle>
            <a:lvl1pPr marL="0" indent="0" algn="ctr">
              <a:buFontTx/>
              <a:buNone/>
              <a:defRPr sz="2799" baseline="0">
                <a:solidFill>
                  <a:schemeClr val="bg1"/>
                </a:solidFill>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For important summaries.</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2" name="Foliennummernplatzhalter"/>
          <p:cNvSpPr>
            <a:spLocks noGrp="1"/>
          </p:cNvSpPr>
          <p:nvPr>
            <p:ph type="sldNum" sz="quarter" idx="18"/>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99166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P16 quote black">
    <p:bg>
      <p:bgPr>
        <a:solidFill>
          <a:srgbClr val="000000"/>
        </a:solidFill>
        <a:effectLst/>
      </p:bgPr>
    </p:bg>
    <p:spTree>
      <p:nvGrpSpPr>
        <p:cNvPr id="1" name=""/>
        <p:cNvGrpSpPr/>
        <p:nvPr/>
      </p:nvGrpSpPr>
      <p:grpSpPr>
        <a:xfrm>
          <a:off x="0" y="0"/>
          <a:ext cx="0" cy="0"/>
          <a:chOff x="0" y="0"/>
          <a:chExt cx="0" cy="0"/>
        </a:xfrm>
      </p:grpSpPr>
      <p:sp>
        <p:nvSpPr>
          <p:cNvPr id="30" name="Textplatzhalter"/>
          <p:cNvSpPr>
            <a:spLocks noGrp="1"/>
          </p:cNvSpPr>
          <p:nvPr>
            <p:ph type="body" sz="quarter" idx="17" hasCustomPrompt="1"/>
          </p:nvPr>
        </p:nvSpPr>
        <p:spPr bwMode="gray">
          <a:xfrm>
            <a:off x="0" y="0"/>
            <a:ext cx="12191999" cy="6858000"/>
          </a:xfrm>
          <a:prstGeom prst="rect">
            <a:avLst/>
          </a:prstGeom>
          <a:solidFill>
            <a:schemeClr val="tx1"/>
          </a:solidFill>
        </p:spPr>
        <p:txBody>
          <a:bodyPr lIns="540000" tIns="540000" rIns="540000" bIns="540000" anchor="ctr" anchorCtr="0"/>
          <a:lstStyle>
            <a:lvl1pPr marL="0" indent="0" algn="ctr">
              <a:buFontTx/>
              <a:buNone/>
              <a:defRPr sz="2799" baseline="0">
                <a:solidFill>
                  <a:schemeClr val="bg1"/>
                </a:solidFill>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In exceptional cases, a special</a:t>
            </a:r>
            <a:br>
              <a:rPr lang="en-US" noProof="0" dirty="0"/>
            </a:br>
            <a:r>
              <a:rPr lang="en-US" noProof="0" dirty="0"/>
              <a:t>core information or strategic statement.</a:t>
            </a:r>
          </a:p>
        </p:txBody>
      </p:sp>
    </p:spTree>
    <p:extLst>
      <p:ext uri="{BB962C8B-B14F-4D97-AF65-F5344CB8AC3E}">
        <p14:creationId xmlns:p14="http://schemas.microsoft.com/office/powerpoint/2010/main" val="228188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15 title">
    <p:spTree>
      <p:nvGrpSpPr>
        <p:cNvPr id="1" name=""/>
        <p:cNvGrpSpPr/>
        <p:nvPr/>
      </p:nvGrpSpPr>
      <p:grpSpPr>
        <a:xfrm>
          <a:off x="0" y="0"/>
          <a:ext cx="0" cy="0"/>
          <a:chOff x="0" y="0"/>
          <a:chExt cx="0" cy="0"/>
        </a:xfrm>
      </p:grpSpPr>
      <p:sp>
        <p:nvSpPr>
          <p:cNvPr id="2"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6" name="Textplatzhalter"/>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278129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15 empty">
    <p:spTree>
      <p:nvGrpSpPr>
        <p:cNvPr id="1" name=""/>
        <p:cNvGrpSpPr/>
        <p:nvPr/>
      </p:nvGrpSpPr>
      <p:grpSpPr>
        <a:xfrm>
          <a:off x="0" y="0"/>
          <a:ext cx="0" cy="0"/>
          <a:chOff x="0" y="0"/>
          <a:chExt cx="0" cy="0"/>
        </a:xfrm>
      </p:grpSpPr>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2" name="Foliennummernplatzhalter"/>
          <p:cNvSpPr>
            <a:spLocks noGrp="1"/>
          </p:cNvSpPr>
          <p:nvPr>
            <p:ph type="sldNum" sz="quarter" idx="11"/>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232898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16 title, 1 table and diagramm only">
    <p:spTree>
      <p:nvGrpSpPr>
        <p:cNvPr id="1" name=""/>
        <p:cNvGrpSpPr/>
        <p:nvPr/>
      </p:nvGrpSpPr>
      <p:grpSpPr>
        <a:xfrm>
          <a:off x="0" y="0"/>
          <a:ext cx="0" cy="0"/>
          <a:chOff x="0" y="0"/>
          <a:chExt cx="0" cy="0"/>
        </a:xfrm>
      </p:grpSpPr>
      <p:sp>
        <p:nvSpPr>
          <p:cNvPr id="14" name="Textplatzhalter 2"/>
          <p:cNvSpPr>
            <a:spLocks noGrp="1"/>
          </p:cNvSpPr>
          <p:nvPr>
            <p:ph idx="1" hasCustomPrompt="1"/>
          </p:nvPr>
        </p:nvSpPr>
        <p:spPr bwMode="gray">
          <a:xfrm>
            <a:off x="551279" y="1557433"/>
            <a:ext cx="11089443" cy="4247017"/>
          </a:xfrm>
          <a:prstGeom prst="rect">
            <a:avLst/>
          </a:prstGeom>
        </p:spPr>
        <p:txBody>
          <a:bodyPr vert="horz" lIns="0" tIns="72000" rIns="0" bIns="72000" rtlCol="0" anchor="ctr">
            <a:noAutofit/>
          </a:bodyPr>
          <a:lstStyle>
            <a:lvl1pPr marL="0" marR="0" indent="0" algn="ctr"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None/>
              <a:tabLst/>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marL="269946" marR="0" lvl="0" indent="-269946"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en-US" noProof="0" dirty="0"/>
              <a:t>Click to insert diagram, </a:t>
            </a:r>
            <a:r>
              <a:rPr lang="en-US" noProof="0" dirty="0" err="1"/>
              <a:t>smartart</a:t>
            </a:r>
            <a:r>
              <a:rPr lang="en-US" noProof="0" dirty="0"/>
              <a:t> or table.</a:t>
            </a:r>
          </a:p>
        </p:txBody>
      </p:sp>
      <p:sp>
        <p:nvSpPr>
          <p:cNvPr id="2" name="Titel"/>
          <p:cNvSpPr>
            <a:spLocks noGrp="1"/>
          </p:cNvSpPr>
          <p:nvPr>
            <p:ph type="title" hasCustomPrompt="1"/>
          </p:nvPr>
        </p:nvSpPr>
        <p:spPr bwMode="gray"/>
        <p:txBody>
          <a:bodyPr/>
          <a:lstStyle>
            <a:lvl1pPr>
              <a:defRPr b="0" i="0">
                <a:latin typeface="微软雅黑" panose="020B0503020204020204" pitchFamily="34" charset="-122"/>
              </a:defRPr>
            </a:lvl1pPr>
          </a:lstStyle>
          <a:p>
            <a:r>
              <a:rPr lang="en-US" noProof="0" dirty="0"/>
              <a:t>Please insert the topic of the slide</a:t>
            </a:r>
          </a:p>
        </p:txBody>
      </p:sp>
      <p:sp>
        <p:nvSpPr>
          <p:cNvPr id="8" name="Textplatzhalter 1"/>
          <p:cNvSpPr>
            <a:spLocks noGrp="1"/>
          </p:cNvSpPr>
          <p:nvPr>
            <p:ph type="body" sz="quarter" idx="15" hasCustomPrompt="1"/>
          </p:nvPr>
        </p:nvSpPr>
        <p:spPr bwMode="gray">
          <a:xfrm>
            <a:off x="551279"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206494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15 title, 1 picture only">
    <p:spTree>
      <p:nvGrpSpPr>
        <p:cNvPr id="1" name=""/>
        <p:cNvGrpSpPr/>
        <p:nvPr/>
      </p:nvGrpSpPr>
      <p:grpSpPr>
        <a:xfrm>
          <a:off x="0" y="0"/>
          <a:ext cx="0" cy="0"/>
          <a:chOff x="0" y="0"/>
          <a:chExt cx="0" cy="0"/>
        </a:xfrm>
      </p:grpSpPr>
      <p:sp>
        <p:nvSpPr>
          <p:cNvPr id="8" name="Textplatzhalter 2"/>
          <p:cNvSpPr>
            <a:spLocks noGrp="1"/>
          </p:cNvSpPr>
          <p:nvPr>
            <p:ph type="body" sz="quarter" idx="17" hasCustomPrompt="1"/>
          </p:nvPr>
        </p:nvSpPr>
        <p:spPr bwMode="gray">
          <a:xfrm>
            <a:off x="550872" y="5804144"/>
            <a:ext cx="7489225" cy="216395"/>
          </a:xfrm>
        </p:spPr>
        <p:txBody>
          <a:bodyPr tIns="36000" bIns="36000"/>
          <a:lstStyle>
            <a:lvl1pPr marL="0" indent="0" algn="l">
              <a:spcBef>
                <a:spcPts val="0"/>
              </a:spcBef>
              <a:buNone/>
              <a:defRPr sz="1000"/>
            </a:lvl1pPr>
            <a:lvl2pPr>
              <a:defRPr sz="800"/>
            </a:lvl2pPr>
            <a:lvl3pPr>
              <a:defRPr sz="800"/>
            </a:lvl3pPr>
            <a:lvl4pPr>
              <a:defRPr sz="800"/>
            </a:lvl4pPr>
            <a:lvl5pPr>
              <a:defRPr sz="800"/>
            </a:lvl5pPr>
          </a:lstStyle>
          <a:p>
            <a:pPr lvl="0"/>
            <a:r>
              <a:rPr lang="en-US" noProof="0" dirty="0"/>
              <a:t>Click to insert description for the picture.</a:t>
            </a:r>
          </a:p>
        </p:txBody>
      </p:sp>
      <p:sp>
        <p:nvSpPr>
          <p:cNvPr id="7" name="Bildplatzhalter"/>
          <p:cNvSpPr>
            <a:spLocks noGrp="1"/>
          </p:cNvSpPr>
          <p:nvPr>
            <p:ph type="pic" sz="quarter" idx="12" hasCustomPrompt="1"/>
          </p:nvPr>
        </p:nvSpPr>
        <p:spPr bwMode="gray">
          <a:xfrm>
            <a:off x="550872" y="1558439"/>
            <a:ext cx="11089443" cy="4247017"/>
          </a:xfrm>
          <a:prstGeom prst="rect">
            <a:avLst/>
          </a:prstGeom>
          <a:solidFill>
            <a:schemeClr val="bg1"/>
          </a:solidFill>
        </p:spPr>
        <p:txBody>
          <a:bodyPr vert="horz" lIns="252000" tIns="252000" rIns="252000" bIns="252000" rtlCol="0" anchor="ctr" anchorCtr="0">
            <a:noAutofit/>
          </a:bodyPr>
          <a:lstStyle>
            <a:lvl1pPr marL="285693" indent="-285693" algn="ctr">
              <a:buNone/>
              <a:defRPr lang="de-DE" dirty="0"/>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957788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15 title, 1-1 columns benefit">
    <p:spTree>
      <p:nvGrpSpPr>
        <p:cNvPr id="1" name=""/>
        <p:cNvGrpSpPr/>
        <p:nvPr/>
      </p:nvGrpSpPr>
      <p:grpSpPr>
        <a:xfrm>
          <a:off x="0" y="0"/>
          <a:ext cx="0" cy="0"/>
          <a:chOff x="0" y="0"/>
          <a:chExt cx="0" cy="0"/>
        </a:xfrm>
      </p:grpSpPr>
      <p:sp>
        <p:nvSpPr>
          <p:cNvPr id="8" name="Textplatzhalter 3"/>
          <p:cNvSpPr>
            <a:spLocks noGrp="1"/>
          </p:cNvSpPr>
          <p:nvPr>
            <p:ph idx="14" hasCustomPrompt="1"/>
          </p:nvPr>
        </p:nvSpPr>
        <p:spPr bwMode="gray">
          <a:xfrm>
            <a:off x="6168010" y="1558439"/>
            <a:ext cx="5472712" cy="4247017"/>
          </a:xfrm>
          <a:prstGeom prst="rect">
            <a:avLst/>
          </a:prstGeom>
        </p:spPr>
        <p:txBody>
          <a:bodyPr vert="horz" lIns="0" tIns="72000" rIns="0" bIns="72000" rtlCol="0">
            <a:noAutofit/>
          </a:bodyPr>
          <a:lstStyle>
            <a:lvl1pPr marL="269946" indent="-269946" defTabSz="914217">
              <a:spcAft>
                <a:spcPts val="0"/>
              </a:spcAft>
              <a:buClr>
                <a:schemeClr val="accent2"/>
              </a:buClr>
              <a:buSzPct val="130000"/>
              <a:buFont typeface="Wingdings" panose="05000000000000000000" pitchFamily="2" charset="2"/>
              <a:buBlip>
                <a:blip r:embed="rId2"/>
              </a:buBlip>
              <a:defRPr/>
            </a:lvl1pPr>
            <a:lvl2pPr marL="719856" indent="-269946" defTabSz="914217">
              <a:spcAft>
                <a:spcPts val="0"/>
              </a:spcAft>
              <a:buClr>
                <a:schemeClr val="accent2"/>
              </a:buClr>
              <a:buSzPct val="130000"/>
              <a:buFont typeface="Wingdings" panose="05000000000000000000" pitchFamily="2" charset="2"/>
              <a:buBlip>
                <a:blip r:embed="rId2"/>
              </a:buBlip>
              <a:defRPr/>
            </a:lvl2pPr>
            <a:lvl3pPr marL="1079784" indent="-269946" defTabSz="914217">
              <a:spcAft>
                <a:spcPts val="0"/>
              </a:spcAft>
              <a:buClr>
                <a:schemeClr val="accent2"/>
              </a:buClr>
              <a:buSzPct val="130000"/>
              <a:buFont typeface="Wingdings" panose="05000000000000000000" pitchFamily="2" charset="2"/>
              <a:buBlip>
                <a:blip r:embed="rId2"/>
              </a:buBlip>
              <a:defRPr/>
            </a:lvl3pPr>
            <a:lvl4pPr marL="1439712" indent="-269946" defTabSz="914217">
              <a:spcAft>
                <a:spcPts val="0"/>
              </a:spcAft>
              <a:buClr>
                <a:schemeClr val="accent2"/>
              </a:buClr>
              <a:buSzPct val="130000"/>
              <a:buFont typeface="Wingdings" panose="05000000000000000000" pitchFamily="2" charset="2"/>
              <a:buBlip>
                <a:blip r:embed="rId2"/>
              </a:buBlip>
              <a:defRPr/>
            </a:lvl4pPr>
            <a:lvl5pPr marL="1799640" indent="-269946" defTabSz="914217">
              <a:spcAft>
                <a:spcPts val="0"/>
              </a:spcAft>
              <a:buClr>
                <a:schemeClr val="accent2"/>
              </a:buClr>
              <a:buSzPct val="130000"/>
              <a:buFont typeface="Wingdings" panose="05000000000000000000" pitchFamily="2" charset="2"/>
              <a:buBlip>
                <a:blip r:embed="rId2"/>
              </a:buBlip>
              <a:defRPr/>
            </a:lvl5pPr>
            <a:lvl6pPr marL="2159568" indent="-269946" defTabSz="914217">
              <a:lnSpc>
                <a:spcPct val="100000"/>
              </a:lnSpc>
              <a:spcAft>
                <a:spcPts val="0"/>
              </a:spcAft>
              <a:buClr>
                <a:schemeClr val="accent2"/>
              </a:buClr>
              <a:buSzPct val="130000"/>
              <a:buFont typeface="Wingdings" panose="05000000000000000000" pitchFamily="2" charset="2"/>
              <a:buBlip>
                <a:blip r:embed="rId2"/>
              </a:buBlip>
              <a:defRPr/>
            </a:lvl6pPr>
            <a:lvl7pPr marL="2519496" indent="-269946" defTabSz="914217">
              <a:lnSpc>
                <a:spcPct val="100000"/>
              </a:lnSpc>
              <a:spcAft>
                <a:spcPts val="0"/>
              </a:spcAft>
              <a:buClr>
                <a:schemeClr val="accent2"/>
              </a:buClr>
              <a:buSzPct val="130000"/>
              <a:buFont typeface="Wingdings" panose="05000000000000000000" pitchFamily="2" charset="2"/>
              <a:buBlip>
                <a:blip r:embed="rId2"/>
              </a:buBlip>
              <a:defRPr/>
            </a:lvl7pPr>
          </a:lstStyle>
          <a:p>
            <a:pPr lvl="0"/>
            <a:r>
              <a:rPr lang="en-US" noProof="0" dirty="0"/>
              <a:t>Click to insert benefit.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16" name="Textplatzhalter 2"/>
          <p:cNvSpPr>
            <a:spLocks noGrp="1"/>
          </p:cNvSpPr>
          <p:nvPr>
            <p:ph idx="1" hasCustomPrompt="1"/>
          </p:nvPr>
        </p:nvSpPr>
        <p:spPr bwMode="gray">
          <a:xfrm>
            <a:off x="550872" y="1558439"/>
            <a:ext cx="5472712" cy="4247017"/>
          </a:xfrm>
          <a:prstGeom prst="rect">
            <a:avLst/>
          </a:prstGeom>
        </p:spPr>
        <p:txBody>
          <a:bodyPr vert="horz" lIns="0" tIns="72000" rIns="0" bIns="72000" rtlCol="0">
            <a:noAutofit/>
          </a:bodyPr>
          <a:lstStyle>
            <a:lvl1pPr marL="269946" indent="-285693">
              <a:buSzPct val="130000"/>
              <a:buFontTx/>
              <a:buBlip>
                <a:blip r:embed="rId2"/>
              </a:buBlip>
              <a:defRPr baseline="0">
                <a:solidFill>
                  <a:schemeClr val="tx1"/>
                </a:solidFill>
              </a:defRPr>
            </a:lvl1pPr>
            <a:lvl2pPr marL="719856" indent="-269946" defTabSz="914217">
              <a:spcAft>
                <a:spcPts val="0"/>
              </a:spcAft>
              <a:buClr>
                <a:schemeClr val="accent2"/>
              </a:buClr>
              <a:buSzPct val="130000"/>
              <a:buFont typeface="Wingdings" panose="05000000000000000000" pitchFamily="2" charset="2"/>
              <a:buBlip>
                <a:blip r:embed="rId2"/>
              </a:buBlip>
              <a:defRPr>
                <a:solidFill>
                  <a:schemeClr val="tx1"/>
                </a:solidFill>
              </a:defRPr>
            </a:lvl2pPr>
            <a:lvl3pPr marL="1079784" indent="-269946" defTabSz="914217">
              <a:spcAft>
                <a:spcPts val="0"/>
              </a:spcAft>
              <a:buClr>
                <a:schemeClr val="accent2"/>
              </a:buClr>
              <a:buSzPct val="130000"/>
              <a:buFont typeface="Wingdings" panose="05000000000000000000" pitchFamily="2" charset="2"/>
              <a:buBlip>
                <a:blip r:embed="rId2"/>
              </a:buBlip>
              <a:defRPr>
                <a:solidFill>
                  <a:schemeClr val="tx1"/>
                </a:solidFill>
              </a:defRPr>
            </a:lvl3pPr>
            <a:lvl4pPr marL="1439712" indent="-269946" defTabSz="914217">
              <a:spcAft>
                <a:spcPts val="0"/>
              </a:spcAft>
              <a:buClr>
                <a:schemeClr val="accent2"/>
              </a:buClr>
              <a:buSzPct val="130000"/>
              <a:buFont typeface="Wingdings" panose="05000000000000000000" pitchFamily="2" charset="2"/>
              <a:buBlip>
                <a:blip r:embed="rId2"/>
              </a:buBlip>
              <a:defRPr>
                <a:solidFill>
                  <a:schemeClr val="tx1"/>
                </a:solidFill>
              </a:defRPr>
            </a:lvl4pPr>
            <a:lvl5pPr marL="1799640" indent="-269946" defTabSz="914217">
              <a:spcAft>
                <a:spcPts val="0"/>
              </a:spcAft>
              <a:buClr>
                <a:schemeClr val="accent2"/>
              </a:buClr>
              <a:buSzPct val="130000"/>
              <a:buFont typeface="Wingdings" panose="05000000000000000000" pitchFamily="2" charset="2"/>
              <a:buBlip>
                <a:blip r:embed="rId2"/>
              </a:buBlip>
              <a:defRPr>
                <a:solidFill>
                  <a:schemeClr val="tx1"/>
                </a:solidFill>
              </a:defRPr>
            </a:lvl5pPr>
            <a:lvl6pPr marL="2159568" indent="-269946" defTabSz="914217">
              <a:lnSpc>
                <a:spcPct val="100000"/>
              </a:lnSpc>
              <a:spcAft>
                <a:spcPts val="0"/>
              </a:spcAft>
              <a:buClr>
                <a:schemeClr val="accent2"/>
              </a:buClr>
              <a:buSzPct val="130000"/>
              <a:buFont typeface="Wingdings" panose="05000000000000000000" pitchFamily="2" charset="2"/>
              <a:buBlip>
                <a:blip r:embed="rId2"/>
              </a:buBlip>
              <a:defRPr>
                <a:solidFill>
                  <a:schemeClr val="tx1"/>
                </a:solidFill>
              </a:defRPr>
            </a:lvl6pPr>
            <a:lvl7pPr marL="2519496" marR="0" indent="-269946" algn="l" defTabSz="914217" rtl="0" eaLnBrk="1" fontAlgn="base" latinLnBrk="0" hangingPunct="1">
              <a:lnSpc>
                <a:spcPct val="100000"/>
              </a:lnSpc>
              <a:spcBef>
                <a:spcPts val="1000"/>
              </a:spcBef>
              <a:spcAft>
                <a:spcPts val="0"/>
              </a:spcAft>
              <a:buClr>
                <a:schemeClr val="accent2"/>
              </a:buClr>
              <a:buSzPct val="130000"/>
              <a:buFont typeface="Wingdings" panose="05000000000000000000" pitchFamily="2" charset="2"/>
              <a:buBlip>
                <a:blip r:embed="rId2"/>
              </a:buBlip>
              <a:tabLst/>
              <a:defRPr>
                <a:solidFill>
                  <a:schemeClr val="tx1"/>
                </a:solidFill>
              </a:defRPr>
            </a:lvl7pPr>
            <a:lvl8pPr marL="2879424" indent="0">
              <a:buNone/>
              <a:defRPr/>
            </a:lvl8pPr>
          </a:lstStyle>
          <a:p>
            <a:pPr lvl="0"/>
            <a:r>
              <a:rPr lang="en-US" noProof="0" dirty="0"/>
              <a:t>Click to insert benefit.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79247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15 title, 1-1 columns">
    <p:spTree>
      <p:nvGrpSpPr>
        <p:cNvPr id="1" name=""/>
        <p:cNvGrpSpPr/>
        <p:nvPr/>
      </p:nvGrpSpPr>
      <p:grpSpPr>
        <a:xfrm>
          <a:off x="0" y="0"/>
          <a:ext cx="0" cy="0"/>
          <a:chOff x="0" y="0"/>
          <a:chExt cx="0" cy="0"/>
        </a:xfrm>
      </p:grpSpPr>
      <p:sp>
        <p:nvSpPr>
          <p:cNvPr id="14" name="Textplatzhalter 3"/>
          <p:cNvSpPr>
            <a:spLocks noGrp="1"/>
          </p:cNvSpPr>
          <p:nvPr>
            <p:ph idx="14" hasCustomPrompt="1"/>
          </p:nvPr>
        </p:nvSpPr>
        <p:spPr bwMode="gray">
          <a:xfrm>
            <a:off x="6168010" y="1558439"/>
            <a:ext cx="5472712" cy="4247017"/>
          </a:xfrm>
          <a:prstGeom prst="rect">
            <a:avLst/>
          </a:prstGeom>
        </p:spPr>
        <p:txBody>
          <a:bodyPr vert="horz" lIns="0" tIns="72000" rIns="0" bIns="72000" rtlCol="0">
            <a:noAutofit/>
          </a:bodyPr>
          <a:lstStyle>
            <a:lvl1pPr marL="269946" indent="-269946" defTabSz="914217">
              <a:spcAft>
                <a:spcPts val="0"/>
              </a:spcAft>
              <a:buClr>
                <a:schemeClr val="accent2"/>
              </a:buClr>
              <a:buFont typeface="Wingdings" panose="05000000000000000000" pitchFamily="2" charset="2"/>
              <a:defRPr/>
            </a:lvl1pPr>
            <a:lvl2pPr marL="719856" indent="-269946" defTabSz="914217">
              <a:spcAft>
                <a:spcPts val="0"/>
              </a:spcAft>
              <a:buClr>
                <a:schemeClr val="accent2"/>
              </a:buClr>
              <a:buFont typeface="Wingdings" panose="05000000000000000000" pitchFamily="2" charset="2"/>
              <a:defRPr/>
            </a:lvl2pPr>
            <a:lvl3pPr marL="1079784" indent="-269946" defTabSz="914217">
              <a:spcAft>
                <a:spcPts val="0"/>
              </a:spcAft>
              <a:buClr>
                <a:schemeClr val="accent2"/>
              </a:buClr>
              <a:buFont typeface="Wingdings" panose="05000000000000000000" pitchFamily="2" charset="2"/>
              <a:defRPr/>
            </a:lvl3pPr>
            <a:lvl4pPr marL="1439712" indent="-269946" defTabSz="914217">
              <a:spcAft>
                <a:spcPts val="0"/>
              </a:spcAft>
              <a:buClr>
                <a:schemeClr val="accent2"/>
              </a:buClr>
              <a:buFont typeface="Wingdings" panose="05000000000000000000" pitchFamily="2" charset="2"/>
              <a:defRPr/>
            </a:lvl4pPr>
            <a:lvl5pPr marL="1799640" indent="-269946" defTabSz="914217">
              <a:spcAft>
                <a:spcPts val="0"/>
              </a:spcAft>
              <a:buClr>
                <a:schemeClr val="accent2"/>
              </a:buClr>
              <a:buFont typeface="Wingdings" panose="05000000000000000000" pitchFamily="2" charset="2"/>
              <a:defRPr/>
            </a:lvl5pPr>
            <a:lvl6pPr marL="2159568" indent="-269946" defTabSz="914217">
              <a:lnSpc>
                <a:spcPct val="100000"/>
              </a:lnSpc>
              <a:spcAft>
                <a:spcPts val="0"/>
              </a:spcAft>
              <a:buClr>
                <a:schemeClr val="accent2"/>
              </a:buClr>
              <a:buFont typeface="Wingdings" panose="05000000000000000000" pitchFamily="2" charset="2"/>
              <a:defRPr/>
            </a:lvl6pPr>
            <a:lvl7pPr marL="2519496" indent="-269946" defTabSz="914217">
              <a:lnSpc>
                <a:spcPct val="100000"/>
              </a:lnSpc>
              <a:spcAft>
                <a:spcPts val="0"/>
              </a:spcAft>
              <a:buClr>
                <a:schemeClr val="accent2"/>
              </a:buClr>
              <a:buFont typeface="Wingdings" panose="05000000000000000000" pitchFamily="2" charset="2"/>
              <a:defRPr/>
            </a:lvl7pPr>
          </a:lstStyle>
          <a:p>
            <a:pPr marL="269946" lvl="0" indent="-269946" defTabSz="914217">
              <a:spcAft>
                <a:spcPts val="0"/>
              </a:spcAft>
              <a:buClr>
                <a:schemeClr val="accent2"/>
              </a:buClr>
              <a:buFont typeface="Wingdings" panose="05000000000000000000" pitchFamily="2" charset="2"/>
            </a:pPr>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13" name="Textplatzhalter 2"/>
          <p:cNvSpPr>
            <a:spLocks noGrp="1"/>
          </p:cNvSpPr>
          <p:nvPr>
            <p:ph idx="1" hasCustomPrompt="1"/>
          </p:nvPr>
        </p:nvSpPr>
        <p:spPr bwMode="gray">
          <a:xfrm>
            <a:off x="550872" y="1558439"/>
            <a:ext cx="5472712" cy="4247017"/>
          </a:xfrm>
          <a:prstGeom prst="rect">
            <a:avLst/>
          </a:prstGeom>
        </p:spPr>
        <p:txBody>
          <a:bodyPr vert="horz" lIns="0" tIns="72000" rIns="0" bIns="72000" rtlCol="0">
            <a:noAutofit/>
          </a:bodyPr>
          <a:lstStyle>
            <a:lvl1pPr marL="269946" indent="-269946" defTabSz="914217">
              <a:spcAft>
                <a:spcPts val="0"/>
              </a:spcAft>
              <a:buClr>
                <a:schemeClr val="accent2"/>
              </a:buClr>
              <a:buFont typeface="Wingdings" panose="05000000000000000000" pitchFamily="2" charset="2"/>
              <a:defRPr/>
            </a:lvl1pPr>
            <a:lvl2pPr marL="719856" indent="-269946" defTabSz="914217">
              <a:spcAft>
                <a:spcPts val="0"/>
              </a:spcAft>
              <a:buClr>
                <a:schemeClr val="accent2"/>
              </a:buClr>
              <a:buFont typeface="Wingdings" panose="05000000000000000000" pitchFamily="2" charset="2"/>
              <a:defRPr/>
            </a:lvl2pPr>
            <a:lvl3pPr marL="1079784" indent="-269946" defTabSz="914217">
              <a:spcAft>
                <a:spcPts val="0"/>
              </a:spcAft>
              <a:buClr>
                <a:schemeClr val="accent2"/>
              </a:buClr>
              <a:buFont typeface="Wingdings" panose="05000000000000000000" pitchFamily="2" charset="2"/>
              <a:defRPr/>
            </a:lvl3pPr>
            <a:lvl4pPr marL="1439712" indent="-269946" defTabSz="914217">
              <a:spcAft>
                <a:spcPts val="0"/>
              </a:spcAft>
              <a:buClr>
                <a:schemeClr val="accent2"/>
              </a:buClr>
              <a:buFont typeface="Wingdings" panose="05000000000000000000" pitchFamily="2" charset="2"/>
              <a:defRPr/>
            </a:lvl4pPr>
            <a:lvl5pPr marL="1799640" indent="-269946" defTabSz="914217">
              <a:spcAft>
                <a:spcPts val="0"/>
              </a:spcAft>
              <a:buClr>
                <a:schemeClr val="accent2"/>
              </a:buClr>
              <a:buFont typeface="Wingdings" panose="05000000000000000000" pitchFamily="2" charset="2"/>
              <a:defRPr/>
            </a:lvl5pPr>
            <a:lvl6pPr marL="2159568" indent="-269946" defTabSz="914217">
              <a:lnSpc>
                <a:spcPct val="100000"/>
              </a:lnSpc>
              <a:spcAft>
                <a:spcPts val="0"/>
              </a:spcAft>
              <a:buClr>
                <a:schemeClr val="accent2"/>
              </a:buClr>
              <a:buFont typeface="Wingdings" panose="05000000000000000000" pitchFamily="2" charset="2"/>
              <a:defRPr/>
            </a:lvl6pPr>
            <a:lvl7pPr marL="2519496" indent="-269946" defTabSz="914217">
              <a:lnSpc>
                <a:spcPct val="100000"/>
              </a:lnSpc>
              <a:spcAft>
                <a:spcPts val="0"/>
              </a:spcAft>
              <a:buClr>
                <a:schemeClr val="accent2"/>
              </a:buClr>
              <a:buFont typeface="Wingdings" panose="05000000000000000000" pitchFamily="2" charset="2"/>
              <a:defRPr/>
            </a:lvl7pPr>
          </a:lstStyle>
          <a:p>
            <a:pPr marL="269946" lvl="0" indent="-269946" defTabSz="914217">
              <a:spcAft>
                <a:spcPts val="0"/>
              </a:spcAft>
              <a:buClr>
                <a:schemeClr val="accent2"/>
              </a:buClr>
              <a:buFont typeface="Wingdings" panose="05000000000000000000" pitchFamily="2" charset="2"/>
            </a:pPr>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887523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16 title, 1-1-1 columns">
    <p:spTree>
      <p:nvGrpSpPr>
        <p:cNvPr id="1" name=""/>
        <p:cNvGrpSpPr/>
        <p:nvPr/>
      </p:nvGrpSpPr>
      <p:grpSpPr>
        <a:xfrm>
          <a:off x="0" y="0"/>
          <a:ext cx="0" cy="0"/>
          <a:chOff x="0" y="0"/>
          <a:chExt cx="0" cy="0"/>
        </a:xfrm>
      </p:grpSpPr>
      <p:sp>
        <p:nvSpPr>
          <p:cNvPr id="19" name="Textplatzhalter 4"/>
          <p:cNvSpPr>
            <a:spLocks noGrp="1"/>
          </p:cNvSpPr>
          <p:nvPr>
            <p:ph idx="15" hasCustomPrompt="1"/>
          </p:nvPr>
        </p:nvSpPr>
        <p:spPr bwMode="gray">
          <a:xfrm>
            <a:off x="8040253" y="1558439"/>
            <a:ext cx="3600469"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18" name="Textplatzhalter 3"/>
          <p:cNvSpPr>
            <a:spLocks noGrp="1"/>
          </p:cNvSpPr>
          <p:nvPr>
            <p:ph idx="14" hasCustomPrompt="1"/>
          </p:nvPr>
        </p:nvSpPr>
        <p:spPr bwMode="gray">
          <a:xfrm>
            <a:off x="4295563" y="1558439"/>
            <a:ext cx="3600469"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17" name="Textplatzhalter 2"/>
          <p:cNvSpPr>
            <a:spLocks noGrp="1"/>
          </p:cNvSpPr>
          <p:nvPr>
            <p:ph idx="1" hasCustomPrompt="1"/>
          </p:nvPr>
        </p:nvSpPr>
        <p:spPr bwMode="gray">
          <a:xfrm>
            <a:off x="550872" y="1558439"/>
            <a:ext cx="3600469"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53080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15 title, 1-2 columns">
    <p:spTree>
      <p:nvGrpSpPr>
        <p:cNvPr id="1" name=""/>
        <p:cNvGrpSpPr/>
        <p:nvPr/>
      </p:nvGrpSpPr>
      <p:grpSpPr>
        <a:xfrm>
          <a:off x="0" y="0"/>
          <a:ext cx="0" cy="0"/>
          <a:chOff x="0" y="0"/>
          <a:chExt cx="0" cy="0"/>
        </a:xfrm>
      </p:grpSpPr>
      <p:sp>
        <p:nvSpPr>
          <p:cNvPr id="12" name="Textplatzhalter 3"/>
          <p:cNvSpPr>
            <a:spLocks noGrp="1"/>
          </p:cNvSpPr>
          <p:nvPr>
            <p:ph idx="14" hasCustomPrompt="1"/>
          </p:nvPr>
        </p:nvSpPr>
        <p:spPr bwMode="gray">
          <a:xfrm>
            <a:off x="4295766" y="1557433"/>
            <a:ext cx="7344956" cy="4247017"/>
          </a:xfrm>
          <a:prstGeom prst="rect">
            <a:avLst/>
          </a:prstGeom>
        </p:spPr>
        <p:txBody>
          <a:bodyPr vert="horz" lIns="0" tIns="72000" rIns="0" bIns="72000" rtlCol="0">
            <a:noAutofit/>
          </a:bodyPr>
          <a:lstStyle>
            <a:lvl2pPr marL="719856" indent="-269946" defTabSz="914217">
              <a:spcAft>
                <a:spcPts val="0"/>
              </a:spcAft>
              <a:buClr>
                <a:schemeClr val="accent2"/>
              </a:buClr>
              <a:buFont typeface="Wingdings" panose="05000000000000000000" pitchFamily="2" charset="2"/>
              <a:defRPr/>
            </a:lvl2pPr>
            <a:lvl3pPr marL="1079784" indent="-269946" defTabSz="914217">
              <a:spcAft>
                <a:spcPts val="0"/>
              </a:spcAft>
              <a:buClr>
                <a:schemeClr val="accent2"/>
              </a:buClr>
              <a:buFont typeface="Wingdings" panose="05000000000000000000" pitchFamily="2" charset="2"/>
              <a:defRPr/>
            </a:lvl3pPr>
            <a:lvl4pPr marL="1439712" indent="-269946" defTabSz="914217">
              <a:spcAft>
                <a:spcPts val="0"/>
              </a:spcAft>
              <a:buClr>
                <a:schemeClr val="accent2"/>
              </a:buClr>
              <a:buFont typeface="Wingdings" panose="05000000000000000000" pitchFamily="2" charset="2"/>
              <a:defRPr/>
            </a:lvl4pPr>
            <a:lvl5pPr marL="1799640" indent="-269946" defTabSz="914217">
              <a:spcAft>
                <a:spcPts val="0"/>
              </a:spcAft>
              <a:buClr>
                <a:schemeClr val="accent2"/>
              </a:buClr>
              <a:buFont typeface="Wingdings" panose="05000000000000000000" pitchFamily="2" charset="2"/>
              <a:defRPr/>
            </a:lvl5pPr>
            <a:lvl6pPr marL="2159568" indent="-269946" defTabSz="914217">
              <a:lnSpc>
                <a:spcPct val="100000"/>
              </a:lnSpc>
              <a:spcAft>
                <a:spcPts val="0"/>
              </a:spcAft>
              <a:buClr>
                <a:schemeClr val="accent2"/>
              </a:buClr>
              <a:buFont typeface="Wingdings" panose="05000000000000000000" pitchFamily="2" charset="2"/>
              <a:defRPr/>
            </a:lvl6pPr>
            <a:lvl7pPr marL="2519496" indent="-269946" defTabSz="914217">
              <a:lnSpc>
                <a:spcPct val="100000"/>
              </a:lnSpc>
              <a:spcAft>
                <a:spcPts val="0"/>
              </a:spcAft>
              <a:buClr>
                <a:schemeClr val="accent2"/>
              </a:buClr>
              <a:buFont typeface="Wingdings" panose="05000000000000000000" pitchFamily="2" charset="2"/>
              <a:defRPr/>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13" name="Textplatzhalter 2"/>
          <p:cNvSpPr>
            <a:spLocks noGrp="1"/>
          </p:cNvSpPr>
          <p:nvPr>
            <p:ph idx="1" hasCustomPrompt="1"/>
          </p:nvPr>
        </p:nvSpPr>
        <p:spPr bwMode="gray">
          <a:xfrm>
            <a:off x="551279" y="1557433"/>
            <a:ext cx="3600469" cy="4247017"/>
          </a:xfrm>
          <a:prstGeom prst="rect">
            <a:avLst/>
          </a:prstGeom>
        </p:spPr>
        <p:txBody>
          <a:bodyPr vert="horz" lIns="0" tIns="72000" rIns="0" bIns="72000" rtlCol="0">
            <a:noAutofit/>
          </a:bodyPr>
          <a:lstStyle>
            <a:lvl2pPr marL="719856" indent="-269946" defTabSz="914217">
              <a:spcAft>
                <a:spcPts val="0"/>
              </a:spcAft>
              <a:buClr>
                <a:schemeClr val="accent2"/>
              </a:buClr>
              <a:buFont typeface="Wingdings" panose="05000000000000000000" pitchFamily="2" charset="2"/>
              <a:defRPr/>
            </a:lvl2pPr>
            <a:lvl3pPr marL="1079784" indent="-269946" defTabSz="914217">
              <a:spcAft>
                <a:spcPts val="0"/>
              </a:spcAft>
              <a:buClr>
                <a:schemeClr val="accent2"/>
              </a:buClr>
              <a:buFont typeface="Wingdings" panose="05000000000000000000" pitchFamily="2" charset="2"/>
              <a:defRPr/>
            </a:lvl3pPr>
            <a:lvl4pPr marL="1439712" indent="-269946" defTabSz="914217">
              <a:spcAft>
                <a:spcPts val="0"/>
              </a:spcAft>
              <a:buClr>
                <a:schemeClr val="accent2"/>
              </a:buClr>
              <a:buFont typeface="Wingdings" panose="05000000000000000000" pitchFamily="2" charset="2"/>
              <a:defRPr/>
            </a:lvl4pPr>
            <a:lvl5pPr marL="1799640" indent="-269946" defTabSz="914217">
              <a:spcAft>
                <a:spcPts val="0"/>
              </a:spcAft>
              <a:buClr>
                <a:schemeClr val="accent2"/>
              </a:buClr>
              <a:buFont typeface="Wingdings" panose="05000000000000000000" pitchFamily="2" charset="2"/>
              <a:defRPr/>
            </a:lvl5pPr>
            <a:lvl6pPr marL="2159568" indent="-269946" defTabSz="914217">
              <a:lnSpc>
                <a:spcPct val="100000"/>
              </a:lnSpc>
              <a:spcAft>
                <a:spcPts val="0"/>
              </a:spcAft>
              <a:buClr>
                <a:schemeClr val="accent2"/>
              </a:buClr>
              <a:buFont typeface="Wingdings" panose="05000000000000000000" pitchFamily="2" charset="2"/>
              <a:defRPr/>
            </a:lvl6pPr>
            <a:lvl7pPr marL="2519496" indent="-269946" defTabSz="914217">
              <a:lnSpc>
                <a:spcPct val="100000"/>
              </a:lnSpc>
              <a:spcAft>
                <a:spcPts val="0"/>
              </a:spcAft>
              <a:buClr>
                <a:schemeClr val="accent2"/>
              </a:buClr>
              <a:buFont typeface="Wingdings" panose="05000000000000000000" pitchFamily="2" charset="2"/>
              <a:defRPr/>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1279"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9"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335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15 title, 2-1 columns">
    <p:spTree>
      <p:nvGrpSpPr>
        <p:cNvPr id="1" name=""/>
        <p:cNvGrpSpPr/>
        <p:nvPr/>
      </p:nvGrpSpPr>
      <p:grpSpPr>
        <a:xfrm>
          <a:off x="0" y="0"/>
          <a:ext cx="0" cy="0"/>
          <a:chOff x="0" y="0"/>
          <a:chExt cx="0" cy="0"/>
        </a:xfrm>
      </p:grpSpPr>
      <p:sp>
        <p:nvSpPr>
          <p:cNvPr id="14" name="Textplatzhalter 3"/>
          <p:cNvSpPr>
            <a:spLocks noGrp="1"/>
          </p:cNvSpPr>
          <p:nvPr>
            <p:ph idx="14" hasCustomPrompt="1"/>
          </p:nvPr>
        </p:nvSpPr>
        <p:spPr bwMode="gray">
          <a:xfrm>
            <a:off x="8040253" y="1558439"/>
            <a:ext cx="3600469"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13" name="Textplatzhalter 2"/>
          <p:cNvSpPr>
            <a:spLocks noGrp="1"/>
          </p:cNvSpPr>
          <p:nvPr>
            <p:ph idx="1" hasCustomPrompt="1"/>
          </p:nvPr>
        </p:nvSpPr>
        <p:spPr bwMode="gray">
          <a:xfrm>
            <a:off x="550872" y="1558439"/>
            <a:ext cx="7344956"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6"/>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728206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16 1 small  pic + text">
    <p:spTree>
      <p:nvGrpSpPr>
        <p:cNvPr id="1" name=""/>
        <p:cNvGrpSpPr/>
        <p:nvPr/>
      </p:nvGrpSpPr>
      <p:grpSpPr>
        <a:xfrm>
          <a:off x="0" y="0"/>
          <a:ext cx="0" cy="0"/>
          <a:chOff x="0" y="0"/>
          <a:chExt cx="0" cy="0"/>
        </a:xfrm>
      </p:grpSpPr>
      <p:sp>
        <p:nvSpPr>
          <p:cNvPr id="19" name="Textplatzhalter 2"/>
          <p:cNvSpPr>
            <a:spLocks noGrp="1"/>
          </p:cNvSpPr>
          <p:nvPr>
            <p:ph idx="15" hasCustomPrompt="1"/>
          </p:nvPr>
        </p:nvSpPr>
        <p:spPr bwMode="gray">
          <a:xfrm>
            <a:off x="4295766" y="1558439"/>
            <a:ext cx="7344956"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9" name="Bildplatzhalter"/>
          <p:cNvSpPr>
            <a:spLocks noGrp="1"/>
          </p:cNvSpPr>
          <p:nvPr>
            <p:ph type="pic" sz="quarter" idx="12" hasCustomPrompt="1"/>
          </p:nvPr>
        </p:nvSpPr>
        <p:spPr bwMode="gray">
          <a:xfrm>
            <a:off x="550872"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43583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16 1 big pic + text">
    <p:spTree>
      <p:nvGrpSpPr>
        <p:cNvPr id="1" name=""/>
        <p:cNvGrpSpPr/>
        <p:nvPr/>
      </p:nvGrpSpPr>
      <p:grpSpPr>
        <a:xfrm>
          <a:off x="0" y="0"/>
          <a:ext cx="0" cy="0"/>
          <a:chOff x="0" y="0"/>
          <a:chExt cx="0" cy="0"/>
        </a:xfrm>
      </p:grpSpPr>
      <p:sp>
        <p:nvSpPr>
          <p:cNvPr id="19" name="Textplatzhalter 2"/>
          <p:cNvSpPr>
            <a:spLocks noGrp="1"/>
          </p:cNvSpPr>
          <p:nvPr>
            <p:ph idx="15" hasCustomPrompt="1"/>
          </p:nvPr>
        </p:nvSpPr>
        <p:spPr bwMode="gray">
          <a:xfrm>
            <a:off x="8040253" y="1558439"/>
            <a:ext cx="3600469"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9" name="Bildplatzhalter"/>
          <p:cNvSpPr>
            <a:spLocks noGrp="1"/>
          </p:cNvSpPr>
          <p:nvPr>
            <p:ph type="pic" sz="quarter" idx="12" hasCustomPrompt="1"/>
          </p:nvPr>
        </p:nvSpPr>
        <p:spPr bwMode="gray">
          <a:xfrm>
            <a:off x="550872" y="1558439"/>
            <a:ext cx="7344956"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752980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16_2 1 big pic + text">
    <p:spTree>
      <p:nvGrpSpPr>
        <p:cNvPr id="1" name=""/>
        <p:cNvGrpSpPr/>
        <p:nvPr/>
      </p:nvGrpSpPr>
      <p:grpSpPr>
        <a:xfrm>
          <a:off x="0" y="0"/>
          <a:ext cx="0" cy="0"/>
          <a:chOff x="0" y="0"/>
          <a:chExt cx="0" cy="0"/>
        </a:xfrm>
      </p:grpSpPr>
      <p:sp>
        <p:nvSpPr>
          <p:cNvPr id="9" name="Bildplatzhalter"/>
          <p:cNvSpPr>
            <a:spLocks noGrp="1"/>
          </p:cNvSpPr>
          <p:nvPr>
            <p:ph type="pic" sz="quarter" idx="12" hasCustomPrompt="1"/>
          </p:nvPr>
        </p:nvSpPr>
        <p:spPr bwMode="gray">
          <a:xfrm>
            <a:off x="4295359" y="1558439"/>
            <a:ext cx="7344956"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9" name="Textplatzhalter 2"/>
          <p:cNvSpPr>
            <a:spLocks noGrp="1"/>
          </p:cNvSpPr>
          <p:nvPr>
            <p:ph idx="15" hasCustomPrompt="1"/>
          </p:nvPr>
        </p:nvSpPr>
        <p:spPr bwMode="gray">
          <a:xfrm>
            <a:off x="550872" y="1558439"/>
            <a:ext cx="3600469" cy="4247017"/>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marL="2159568" indent="-269946" defTabSz="914217">
              <a:lnSpc>
                <a:spcPct val="100000"/>
              </a:lnSpc>
              <a:spcAft>
                <a:spcPts val="0"/>
              </a:spcAft>
              <a:buClr>
                <a:schemeClr val="accent2"/>
              </a:buClr>
              <a:buFont typeface="Wingdings" panose="05000000000000000000" pitchFamily="2" charset="2"/>
              <a:defRPr lang="de-DE" dirty="0" smtClean="0"/>
            </a:lvl6pPr>
            <a:lvl7pPr marL="2519496" indent="-269946" defTabSz="914217">
              <a:lnSpc>
                <a:spcPct val="100000"/>
              </a:lnSpc>
              <a:spcAft>
                <a:spcPts val="0"/>
              </a:spcAft>
              <a:buClr>
                <a:schemeClr val="accent2"/>
              </a:buClr>
              <a:buFont typeface="Wingdings" panose="05000000000000000000" pitchFamily="2" charset="2"/>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0"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6" name="Foliennummernplatzhalter"/>
          <p:cNvSpPr>
            <a:spLocks noGrp="1"/>
          </p:cNvSpPr>
          <p:nvPr>
            <p:ph type="sldNum" sz="quarter" idx="17"/>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96689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16 2 pic + text">
    <p:spTree>
      <p:nvGrpSpPr>
        <p:cNvPr id="1" name=""/>
        <p:cNvGrpSpPr/>
        <p:nvPr/>
      </p:nvGrpSpPr>
      <p:grpSpPr>
        <a:xfrm>
          <a:off x="0" y="0"/>
          <a:ext cx="0" cy="0"/>
          <a:chOff x="0" y="0"/>
          <a:chExt cx="0" cy="0"/>
        </a:xfrm>
      </p:grpSpPr>
      <p:sp>
        <p:nvSpPr>
          <p:cNvPr id="13" name="Textplatzhalter 3"/>
          <p:cNvSpPr>
            <a:spLocks noGrp="1"/>
          </p:cNvSpPr>
          <p:nvPr>
            <p:ph idx="22" hasCustomPrompt="1"/>
          </p:nvPr>
        </p:nvSpPr>
        <p:spPr bwMode="gray">
          <a:xfrm>
            <a:off x="4295766" y="3752924"/>
            <a:ext cx="7344956" cy="2051525"/>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a:defRPr lang="de-DE" dirty="0" smtClean="0"/>
            </a:lvl6pPr>
            <a:lvl7pPr>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p:txBody>
      </p:sp>
      <p:sp>
        <p:nvSpPr>
          <p:cNvPr id="11" name="Bildplatzhalter 2"/>
          <p:cNvSpPr>
            <a:spLocks noGrp="1"/>
          </p:cNvSpPr>
          <p:nvPr>
            <p:ph type="pic" sz="quarter" idx="15" hasCustomPrompt="1"/>
          </p:nvPr>
        </p:nvSpPr>
        <p:spPr bwMode="gray">
          <a:xfrm>
            <a:off x="550872" y="3753427"/>
            <a:ext cx="3600469" cy="2051022"/>
          </a:xfrm>
          <a:prstGeom prst="rect">
            <a:avLst/>
          </a:prstGeom>
          <a:solidFill>
            <a:schemeClr val="bg1"/>
          </a:solidFill>
        </p:spPr>
        <p:txBody>
          <a:bodyPr vert="horz" lIns="252000" tIns="252000" rIns="252000" bIns="252000" rtlCol="0" anchor="ctr" anchorCtr="0">
            <a:noAutofit/>
          </a:bodyPr>
          <a:lstStyle>
            <a:lvl1pPr marL="285693" indent="-285693">
              <a:buNone/>
              <a:defRPr lang="de-DE" dirty="0"/>
            </a:lvl1pPr>
          </a:lstStyle>
          <a:p>
            <a:r>
              <a:rPr lang="en-US" noProof="0" dirty="0"/>
              <a:t>Please insert a picture.</a:t>
            </a:r>
          </a:p>
        </p:txBody>
      </p:sp>
      <p:sp>
        <p:nvSpPr>
          <p:cNvPr id="10" name="Textplatzhalter 2"/>
          <p:cNvSpPr>
            <a:spLocks noGrp="1"/>
          </p:cNvSpPr>
          <p:nvPr>
            <p:ph idx="21" hasCustomPrompt="1"/>
          </p:nvPr>
        </p:nvSpPr>
        <p:spPr bwMode="gray">
          <a:xfrm>
            <a:off x="4295766" y="1558439"/>
            <a:ext cx="7344956" cy="2051525"/>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smtClean="0"/>
            </a:lvl4pPr>
            <a:lvl5pPr marL="1799640" indent="-269946" defTabSz="914217">
              <a:spcAft>
                <a:spcPts val="0"/>
              </a:spcAft>
              <a:buClr>
                <a:schemeClr val="accent2"/>
              </a:buClr>
              <a:buFont typeface="Wingdings" panose="05000000000000000000" pitchFamily="2" charset="2"/>
              <a:defRPr lang="de-DE" dirty="0"/>
            </a:lvl5pPr>
            <a:lvl6pPr>
              <a:defRPr lang="de-DE" dirty="0" smtClean="0"/>
            </a:lvl6pPr>
            <a:lvl7pPr>
              <a:defRPr lang="de-DE" dirty="0" smtClean="0"/>
            </a:lvl7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p:txBody>
      </p:sp>
      <p:sp>
        <p:nvSpPr>
          <p:cNvPr id="9" name="Bildplatzhalter 1"/>
          <p:cNvSpPr>
            <a:spLocks noGrp="1"/>
          </p:cNvSpPr>
          <p:nvPr>
            <p:ph type="pic" sz="quarter" idx="12" hasCustomPrompt="1"/>
          </p:nvPr>
        </p:nvSpPr>
        <p:spPr bwMode="gray">
          <a:xfrm>
            <a:off x="550872" y="1558439"/>
            <a:ext cx="3600469" cy="2051525"/>
          </a:xfrm>
          <a:prstGeom prst="rect">
            <a:avLst/>
          </a:prstGeom>
          <a:solidFill>
            <a:schemeClr val="bg1"/>
          </a:solidFill>
        </p:spPr>
        <p:txBody>
          <a:bodyPr vert="horz" lIns="252000" tIns="252000" rIns="252000" bIns="252000" rtlCol="0" anchor="ctr" anchorCtr="0">
            <a:noAutofit/>
          </a:bodyPr>
          <a:lstStyle>
            <a:lvl1pPr marL="285693" indent="-285693">
              <a:buNone/>
              <a:defRPr lang="de-DE" dirty="0"/>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2" name="Textplatzhalter 1"/>
          <p:cNvSpPr>
            <a:spLocks noGrp="1"/>
          </p:cNvSpPr>
          <p:nvPr>
            <p:ph type="body" sz="quarter" idx="19" hasCustomPrompt="1"/>
          </p:nvPr>
        </p:nvSpPr>
        <p:spPr bwMode="gray">
          <a:xfrm>
            <a:off x="551279" y="467892"/>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0"/>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81003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16 title, 1-1 Video">
    <p:spTree>
      <p:nvGrpSpPr>
        <p:cNvPr id="1" name=""/>
        <p:cNvGrpSpPr/>
        <p:nvPr/>
      </p:nvGrpSpPr>
      <p:grpSpPr>
        <a:xfrm>
          <a:off x="0" y="0"/>
          <a:ext cx="0" cy="0"/>
          <a:chOff x="0" y="0"/>
          <a:chExt cx="0" cy="0"/>
        </a:xfrm>
      </p:grpSpPr>
      <p:sp>
        <p:nvSpPr>
          <p:cNvPr id="6" name="Medienplatzhalter"/>
          <p:cNvSpPr>
            <a:spLocks noGrp="1"/>
          </p:cNvSpPr>
          <p:nvPr>
            <p:ph type="media" sz="quarter" idx="10" hasCustomPrompt="1"/>
          </p:nvPr>
        </p:nvSpPr>
        <p:spPr bwMode="gray">
          <a:xfrm>
            <a:off x="1" y="0"/>
            <a:ext cx="12192000" cy="6858000"/>
          </a:xfrm>
        </p:spPr>
        <p:txBody>
          <a:bodyPr lIns="540000" tIns="540000" rIns="540000" bIns="540000" anchor="ctr" anchorCtr="1"/>
          <a:lstStyle>
            <a:lvl1pPr marL="17996" indent="0">
              <a:buNone/>
              <a:defRPr/>
            </a:lvl1pPr>
          </a:lstStyle>
          <a:p>
            <a:r>
              <a:rPr lang="en-US" noProof="0" dirty="0"/>
              <a:t>Add </a:t>
            </a:r>
            <a:r>
              <a:rPr lang="en-US" noProof="0" dirty="0" err="1"/>
              <a:t>MediaClip</a:t>
            </a:r>
            <a:r>
              <a:rPr lang="en-US" noProof="0" dirty="0"/>
              <a:t> by clicking on symbol.</a:t>
            </a:r>
          </a:p>
        </p:txBody>
      </p:sp>
    </p:spTree>
    <p:extLst>
      <p:ext uri="{BB962C8B-B14F-4D97-AF65-F5344CB8AC3E}">
        <p14:creationId xmlns:p14="http://schemas.microsoft.com/office/powerpoint/2010/main" val="297705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16 pic + text">
    <p:spTree>
      <p:nvGrpSpPr>
        <p:cNvPr id="1" name=""/>
        <p:cNvGrpSpPr/>
        <p:nvPr/>
      </p:nvGrpSpPr>
      <p:grpSpPr>
        <a:xfrm>
          <a:off x="0" y="0"/>
          <a:ext cx="0" cy="0"/>
          <a:chOff x="0" y="0"/>
          <a:chExt cx="0" cy="0"/>
        </a:xfrm>
      </p:grpSpPr>
      <p:sp>
        <p:nvSpPr>
          <p:cNvPr id="14" name="Textplatzhalter"/>
          <p:cNvSpPr>
            <a:spLocks noGrp="1"/>
          </p:cNvSpPr>
          <p:nvPr>
            <p:ph type="body" sz="quarter" idx="17" hasCustomPrompt="1"/>
          </p:nvPr>
        </p:nvSpPr>
        <p:spPr bwMode="gray">
          <a:xfrm>
            <a:off x="550872" y="4472758"/>
            <a:ext cx="11089443" cy="1331692"/>
          </a:xfrm>
          <a:prstGeom prst="rect">
            <a:avLst/>
          </a:prstGeom>
        </p:spPr>
        <p:txBody>
          <a:bodyPr/>
          <a:lstStyle>
            <a:lvl1pPr marL="0" indent="0" algn="l">
              <a:spcBef>
                <a:spcPts val="1000"/>
              </a:spcBef>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7" name="Bildplatzhalter"/>
          <p:cNvSpPr>
            <a:spLocks noGrp="1"/>
          </p:cNvSpPr>
          <p:nvPr>
            <p:ph type="pic" sz="quarter" idx="18" hasCustomPrompt="1"/>
          </p:nvPr>
        </p:nvSpPr>
        <p:spPr bwMode="gray">
          <a:xfrm>
            <a:off x="0" y="0"/>
            <a:ext cx="12191187" cy="432619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2" name="Foliennummernplatzhalter"/>
          <p:cNvSpPr>
            <a:spLocks noGrp="1"/>
          </p:cNvSpPr>
          <p:nvPr>
            <p:ph type="sldNum" sz="quarter" idx="19"/>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562556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15 3 pic + text">
    <p:spTree>
      <p:nvGrpSpPr>
        <p:cNvPr id="1" name=""/>
        <p:cNvGrpSpPr/>
        <p:nvPr/>
      </p:nvGrpSpPr>
      <p:grpSpPr>
        <a:xfrm>
          <a:off x="0" y="0"/>
          <a:ext cx="0" cy="0"/>
          <a:chOff x="0" y="0"/>
          <a:chExt cx="0" cy="0"/>
        </a:xfrm>
      </p:grpSpPr>
      <p:sp>
        <p:nvSpPr>
          <p:cNvPr id="15" name="Textplatzhalter 4"/>
          <p:cNvSpPr>
            <a:spLocks noGrp="1"/>
          </p:cNvSpPr>
          <p:nvPr>
            <p:ph type="body" sz="quarter" idx="18" hasCustomPrompt="1"/>
          </p:nvPr>
        </p:nvSpPr>
        <p:spPr bwMode="gray">
          <a:xfrm>
            <a:off x="8039846" y="3752925"/>
            <a:ext cx="3600469" cy="2051525"/>
          </a:xfrm>
          <a:prstGeom prst="rect">
            <a:avLst/>
          </a:prstGeom>
        </p:spPr>
        <p:txBody>
          <a:bodyPr tIns="72000" bIns="72000"/>
          <a:lstStyle>
            <a:lvl1pPr marL="0" indent="0" algn="l">
              <a:spcBef>
                <a:spcPts val="1000"/>
              </a:spcBef>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6" name="Textplatzhalter 3"/>
          <p:cNvSpPr>
            <a:spLocks noGrp="1"/>
          </p:cNvSpPr>
          <p:nvPr>
            <p:ph type="body" sz="quarter" idx="19" hasCustomPrompt="1"/>
          </p:nvPr>
        </p:nvSpPr>
        <p:spPr bwMode="gray">
          <a:xfrm>
            <a:off x="4295359" y="3752925"/>
            <a:ext cx="3600469" cy="2051525"/>
          </a:xfrm>
          <a:prstGeom prst="rect">
            <a:avLst/>
          </a:prstGeom>
        </p:spPr>
        <p:txBody>
          <a:bodyPr tIns="72000" bIns="72000"/>
          <a:lstStyle>
            <a:lvl1pPr marL="0" indent="0" algn="l">
              <a:spcBef>
                <a:spcPts val="1000"/>
              </a:spcBef>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4" name="Textplatzhalter 2"/>
          <p:cNvSpPr>
            <a:spLocks noGrp="1"/>
          </p:cNvSpPr>
          <p:nvPr>
            <p:ph type="body" sz="quarter" idx="17" hasCustomPrompt="1"/>
          </p:nvPr>
        </p:nvSpPr>
        <p:spPr bwMode="gray">
          <a:xfrm>
            <a:off x="550872" y="3752925"/>
            <a:ext cx="3600469" cy="2051525"/>
          </a:xfrm>
          <a:prstGeom prst="rect">
            <a:avLst/>
          </a:prstGeom>
        </p:spPr>
        <p:txBody>
          <a:bodyPr tIns="72000" bIns="72000"/>
          <a:lstStyle>
            <a:lvl1pPr marL="0" indent="0" algn="l">
              <a:spcBef>
                <a:spcPts val="1000"/>
              </a:spcBef>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0" name="Bildplatzhalter 3"/>
          <p:cNvSpPr>
            <a:spLocks noGrp="1"/>
          </p:cNvSpPr>
          <p:nvPr>
            <p:ph type="pic" sz="quarter" idx="14" hasCustomPrompt="1"/>
          </p:nvPr>
        </p:nvSpPr>
        <p:spPr bwMode="gray">
          <a:xfrm>
            <a:off x="8039846" y="1558439"/>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1" name="Bildplatzhalter 2"/>
          <p:cNvSpPr>
            <a:spLocks noGrp="1"/>
          </p:cNvSpPr>
          <p:nvPr>
            <p:ph type="pic" sz="quarter" idx="15" hasCustomPrompt="1"/>
          </p:nvPr>
        </p:nvSpPr>
        <p:spPr bwMode="gray">
          <a:xfrm>
            <a:off x="4295359" y="1558439"/>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9" name="Bildplatzhalter 1"/>
          <p:cNvSpPr>
            <a:spLocks noGrp="1"/>
          </p:cNvSpPr>
          <p:nvPr>
            <p:ph type="pic" sz="quarter" idx="12" hasCustomPrompt="1"/>
          </p:nvPr>
        </p:nvSpPr>
        <p:spPr bwMode="gray">
          <a:xfrm>
            <a:off x="550872" y="1558439"/>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3" name="Textplatzhalter 1"/>
          <p:cNvSpPr>
            <a:spLocks noGrp="1"/>
          </p:cNvSpPr>
          <p:nvPr>
            <p:ph type="body" sz="quarter" idx="20"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1"/>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08707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15 4 pic + text">
    <p:spTree>
      <p:nvGrpSpPr>
        <p:cNvPr id="1" name=""/>
        <p:cNvGrpSpPr/>
        <p:nvPr/>
      </p:nvGrpSpPr>
      <p:grpSpPr>
        <a:xfrm>
          <a:off x="0" y="0"/>
          <a:ext cx="0" cy="0"/>
          <a:chOff x="0" y="0"/>
          <a:chExt cx="0" cy="0"/>
        </a:xfrm>
      </p:grpSpPr>
      <p:sp>
        <p:nvSpPr>
          <p:cNvPr id="15" name="Textplatzhalter 5"/>
          <p:cNvSpPr>
            <a:spLocks noGrp="1"/>
          </p:cNvSpPr>
          <p:nvPr>
            <p:ph type="body" sz="quarter" idx="18" hasCustomPrompt="1"/>
          </p:nvPr>
        </p:nvSpPr>
        <p:spPr bwMode="gray">
          <a:xfrm>
            <a:off x="8976375" y="3752925"/>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7" name="Textplatzhalter 4"/>
          <p:cNvSpPr>
            <a:spLocks noGrp="1"/>
          </p:cNvSpPr>
          <p:nvPr>
            <p:ph type="body" sz="quarter" idx="20" hasCustomPrompt="1"/>
          </p:nvPr>
        </p:nvSpPr>
        <p:spPr bwMode="gray">
          <a:xfrm>
            <a:off x="6167875" y="3752925"/>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6" name="Textplatzhalter 3"/>
          <p:cNvSpPr>
            <a:spLocks noGrp="1"/>
          </p:cNvSpPr>
          <p:nvPr>
            <p:ph type="body" sz="quarter" idx="19" hasCustomPrompt="1"/>
          </p:nvPr>
        </p:nvSpPr>
        <p:spPr bwMode="gray">
          <a:xfrm>
            <a:off x="3359373" y="3752925"/>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4" name="Textplatzhalter 2"/>
          <p:cNvSpPr>
            <a:spLocks noGrp="1"/>
          </p:cNvSpPr>
          <p:nvPr>
            <p:ph type="body" sz="quarter" idx="17" hasCustomPrompt="1"/>
          </p:nvPr>
        </p:nvSpPr>
        <p:spPr bwMode="gray">
          <a:xfrm>
            <a:off x="550872" y="3752925"/>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0" name="Bildplatzhalter 4"/>
          <p:cNvSpPr>
            <a:spLocks noGrp="1"/>
          </p:cNvSpPr>
          <p:nvPr>
            <p:ph type="pic" sz="quarter" idx="14" hasCustomPrompt="1"/>
          </p:nvPr>
        </p:nvSpPr>
        <p:spPr bwMode="gray">
          <a:xfrm>
            <a:off x="8976375"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2" name="Bildplatzhalter 3"/>
          <p:cNvSpPr>
            <a:spLocks noGrp="1"/>
          </p:cNvSpPr>
          <p:nvPr>
            <p:ph type="pic" sz="quarter" idx="16" hasCustomPrompt="1"/>
          </p:nvPr>
        </p:nvSpPr>
        <p:spPr bwMode="gray">
          <a:xfrm>
            <a:off x="6167875"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1" name="Bildplatzhalter 2"/>
          <p:cNvSpPr>
            <a:spLocks noGrp="1"/>
          </p:cNvSpPr>
          <p:nvPr>
            <p:ph type="pic" sz="quarter" idx="15" hasCustomPrompt="1"/>
          </p:nvPr>
        </p:nvSpPr>
        <p:spPr bwMode="gray">
          <a:xfrm>
            <a:off x="3359373"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9" name="Bildplatzhalter 1"/>
          <p:cNvSpPr>
            <a:spLocks noGrp="1"/>
          </p:cNvSpPr>
          <p:nvPr>
            <p:ph type="pic" sz="quarter" idx="12" hasCustomPrompt="1"/>
          </p:nvPr>
        </p:nvSpPr>
        <p:spPr bwMode="gray">
          <a:xfrm>
            <a:off x="550872"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9" name="Textplatzhalter 1"/>
          <p:cNvSpPr>
            <a:spLocks noGrp="1"/>
          </p:cNvSpPr>
          <p:nvPr>
            <p:ph type="body" sz="quarter" idx="21"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2"/>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613507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15 10 pic + discr">
    <p:spTree>
      <p:nvGrpSpPr>
        <p:cNvPr id="1" name=""/>
        <p:cNvGrpSpPr/>
        <p:nvPr/>
      </p:nvGrpSpPr>
      <p:grpSpPr>
        <a:xfrm>
          <a:off x="0" y="0"/>
          <a:ext cx="0" cy="0"/>
          <a:chOff x="0" y="0"/>
          <a:chExt cx="0" cy="0"/>
        </a:xfrm>
      </p:grpSpPr>
      <p:sp>
        <p:nvSpPr>
          <p:cNvPr id="24" name="Textplatzhalter 11"/>
          <p:cNvSpPr>
            <a:spLocks noGrp="1"/>
          </p:cNvSpPr>
          <p:nvPr>
            <p:ph type="body" sz="quarter" idx="35" hasCustomPrompt="1"/>
          </p:nvPr>
        </p:nvSpPr>
        <p:spPr bwMode="gray">
          <a:xfrm>
            <a:off x="9534448" y="5444533"/>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23" name="Textplatzhalter 10"/>
          <p:cNvSpPr>
            <a:spLocks noGrp="1"/>
          </p:cNvSpPr>
          <p:nvPr>
            <p:ph type="body" sz="quarter" idx="34" hasCustomPrompt="1"/>
          </p:nvPr>
        </p:nvSpPr>
        <p:spPr bwMode="gray">
          <a:xfrm>
            <a:off x="7288555" y="5444533"/>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22" name="Textplatzhalter 9"/>
          <p:cNvSpPr>
            <a:spLocks noGrp="1"/>
          </p:cNvSpPr>
          <p:nvPr>
            <p:ph type="body" sz="quarter" idx="33" hasCustomPrompt="1"/>
          </p:nvPr>
        </p:nvSpPr>
        <p:spPr bwMode="gray">
          <a:xfrm>
            <a:off x="5042660" y="5444533"/>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21" name="Textplatzhalter 8"/>
          <p:cNvSpPr>
            <a:spLocks noGrp="1"/>
          </p:cNvSpPr>
          <p:nvPr>
            <p:ph type="body" sz="quarter" idx="32" hasCustomPrompt="1"/>
          </p:nvPr>
        </p:nvSpPr>
        <p:spPr bwMode="gray">
          <a:xfrm>
            <a:off x="2796766" y="5444533"/>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20" name="Textplatzhalter 7"/>
          <p:cNvSpPr>
            <a:spLocks noGrp="1"/>
          </p:cNvSpPr>
          <p:nvPr>
            <p:ph type="body" sz="quarter" idx="31" hasCustomPrompt="1"/>
          </p:nvPr>
        </p:nvSpPr>
        <p:spPr bwMode="gray">
          <a:xfrm>
            <a:off x="550872" y="5444533"/>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19" name="Textplatzhalter 6"/>
          <p:cNvSpPr>
            <a:spLocks noGrp="1"/>
          </p:cNvSpPr>
          <p:nvPr>
            <p:ph type="body" sz="quarter" idx="30" hasCustomPrompt="1"/>
          </p:nvPr>
        </p:nvSpPr>
        <p:spPr bwMode="gray">
          <a:xfrm>
            <a:off x="9534448" y="3249061"/>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18" name="Textplatzhalter 5"/>
          <p:cNvSpPr>
            <a:spLocks noGrp="1"/>
          </p:cNvSpPr>
          <p:nvPr>
            <p:ph type="body" sz="quarter" idx="29" hasCustomPrompt="1"/>
          </p:nvPr>
        </p:nvSpPr>
        <p:spPr bwMode="gray">
          <a:xfrm>
            <a:off x="7288555" y="3249061"/>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17" name="Textplatzhalter 4"/>
          <p:cNvSpPr>
            <a:spLocks noGrp="1"/>
          </p:cNvSpPr>
          <p:nvPr>
            <p:ph type="body" sz="quarter" idx="28" hasCustomPrompt="1"/>
          </p:nvPr>
        </p:nvSpPr>
        <p:spPr bwMode="gray">
          <a:xfrm>
            <a:off x="5042660" y="3249061"/>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16" name="Textplatzhalter 3"/>
          <p:cNvSpPr>
            <a:spLocks noGrp="1"/>
          </p:cNvSpPr>
          <p:nvPr>
            <p:ph type="body" sz="quarter" idx="27" hasCustomPrompt="1"/>
          </p:nvPr>
        </p:nvSpPr>
        <p:spPr bwMode="gray">
          <a:xfrm>
            <a:off x="2796766" y="3249061"/>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15" name="Textplatzhalter 2"/>
          <p:cNvSpPr>
            <a:spLocks noGrp="1"/>
          </p:cNvSpPr>
          <p:nvPr>
            <p:ph type="body" sz="quarter" idx="17" hasCustomPrompt="1"/>
          </p:nvPr>
        </p:nvSpPr>
        <p:spPr bwMode="gray">
          <a:xfrm>
            <a:off x="550872" y="3249061"/>
            <a:ext cx="2106274"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de-DE" noProof="0" dirty="0"/>
              <a:t>Click </a:t>
            </a:r>
            <a:r>
              <a:rPr lang="de-DE" noProof="0" dirty="0" err="1"/>
              <a:t>to</a:t>
            </a:r>
            <a:r>
              <a:rPr lang="de-DE" noProof="0" dirty="0"/>
              <a:t> </a:t>
            </a:r>
            <a:r>
              <a:rPr lang="de-DE" noProof="0" dirty="0" err="1"/>
              <a:t>insert</a:t>
            </a:r>
            <a:r>
              <a:rPr lang="de-DE" noProof="0" dirty="0"/>
              <a:t> </a:t>
            </a:r>
            <a:r>
              <a:rPr lang="de-DE" noProof="0" dirty="0" err="1"/>
              <a:t>description</a:t>
            </a:r>
            <a:r>
              <a:rPr lang="de-DE" noProof="0" dirty="0"/>
              <a:t> </a:t>
            </a:r>
            <a:r>
              <a:rPr lang="de-DE" noProof="0" dirty="0" err="1"/>
              <a:t>for</a:t>
            </a:r>
            <a:r>
              <a:rPr lang="de-DE" noProof="0" dirty="0"/>
              <a:t> </a:t>
            </a:r>
            <a:r>
              <a:rPr lang="de-DE" noProof="0" dirty="0" err="1"/>
              <a:t>the</a:t>
            </a:r>
            <a:r>
              <a:rPr lang="de-DE" noProof="0" dirty="0"/>
              <a:t> </a:t>
            </a:r>
            <a:r>
              <a:rPr lang="de-DE" noProof="0" dirty="0" err="1"/>
              <a:t>picture</a:t>
            </a:r>
            <a:r>
              <a:rPr lang="de-DE" noProof="0" dirty="0"/>
              <a:t>.</a:t>
            </a:r>
          </a:p>
        </p:txBody>
      </p:sp>
      <p:sp>
        <p:nvSpPr>
          <p:cNvPr id="29" name="Bildplatzhalter 10"/>
          <p:cNvSpPr>
            <a:spLocks noGrp="1"/>
          </p:cNvSpPr>
          <p:nvPr>
            <p:ph type="pic" sz="quarter" idx="40" hasCustomPrompt="1"/>
          </p:nvPr>
        </p:nvSpPr>
        <p:spPr bwMode="gray">
          <a:xfrm>
            <a:off x="9534448"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28" name="Bildplatzhalter 9"/>
          <p:cNvSpPr>
            <a:spLocks noGrp="1"/>
          </p:cNvSpPr>
          <p:nvPr>
            <p:ph type="pic" sz="quarter" idx="39" hasCustomPrompt="1"/>
          </p:nvPr>
        </p:nvSpPr>
        <p:spPr bwMode="gray">
          <a:xfrm>
            <a:off x="7288555"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27" name="Bildplatzhalter 8"/>
          <p:cNvSpPr>
            <a:spLocks noGrp="1"/>
          </p:cNvSpPr>
          <p:nvPr>
            <p:ph type="pic" sz="quarter" idx="38" hasCustomPrompt="1"/>
          </p:nvPr>
        </p:nvSpPr>
        <p:spPr bwMode="gray">
          <a:xfrm>
            <a:off x="5042660"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26" name="Bildplatzhalter 7"/>
          <p:cNvSpPr>
            <a:spLocks noGrp="1"/>
          </p:cNvSpPr>
          <p:nvPr>
            <p:ph type="pic" sz="quarter" idx="37" hasCustomPrompt="1"/>
          </p:nvPr>
        </p:nvSpPr>
        <p:spPr bwMode="gray">
          <a:xfrm>
            <a:off x="2796766"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25" name="Bildplatzhalter 6"/>
          <p:cNvSpPr>
            <a:spLocks noGrp="1"/>
          </p:cNvSpPr>
          <p:nvPr>
            <p:ph type="pic" sz="quarter" idx="36" hasCustomPrompt="1"/>
          </p:nvPr>
        </p:nvSpPr>
        <p:spPr bwMode="gray">
          <a:xfrm>
            <a:off x="550872" y="3753931"/>
            <a:ext cx="2106274"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12" name="Bildplatzhalter 5"/>
          <p:cNvSpPr>
            <a:spLocks noGrp="1"/>
          </p:cNvSpPr>
          <p:nvPr>
            <p:ph type="pic" sz="quarter" idx="26" hasCustomPrompt="1"/>
          </p:nvPr>
        </p:nvSpPr>
        <p:spPr bwMode="gray">
          <a:xfrm>
            <a:off x="9534448"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11" name="Bildplatzhalter 4"/>
          <p:cNvSpPr>
            <a:spLocks noGrp="1"/>
          </p:cNvSpPr>
          <p:nvPr>
            <p:ph type="pic" sz="quarter" idx="24" hasCustomPrompt="1"/>
          </p:nvPr>
        </p:nvSpPr>
        <p:spPr bwMode="gray">
          <a:xfrm>
            <a:off x="7288555"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10" name="Bildplatzhalter 3"/>
          <p:cNvSpPr>
            <a:spLocks noGrp="1"/>
          </p:cNvSpPr>
          <p:nvPr>
            <p:ph type="pic" sz="quarter" idx="22" hasCustomPrompt="1"/>
          </p:nvPr>
        </p:nvSpPr>
        <p:spPr bwMode="gray">
          <a:xfrm>
            <a:off x="5042660"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8" name="Bildplatzhalter 2"/>
          <p:cNvSpPr>
            <a:spLocks noGrp="1"/>
          </p:cNvSpPr>
          <p:nvPr>
            <p:ph type="pic" sz="quarter" idx="20" hasCustomPrompt="1"/>
          </p:nvPr>
        </p:nvSpPr>
        <p:spPr bwMode="gray">
          <a:xfrm>
            <a:off x="2796766" y="1558439"/>
            <a:ext cx="2106274" cy="1691608"/>
          </a:xfrm>
          <a:prstGeom prst="rect">
            <a:avLst/>
          </a:prstGeom>
          <a:solidFill>
            <a:schemeClr val="bg1"/>
          </a:solidFill>
        </p:spPr>
        <p:txBody>
          <a:bodyPr lIns="252000" tIns="252000" rIns="252000" bIns="252000" anchor="ctr" anchorCtr="0"/>
          <a:lstStyle>
            <a:lvl1pPr marL="0" indent="0" algn="ctr">
              <a:spcBef>
                <a:spcPts val="1000"/>
              </a:spcBef>
              <a:buFont typeface="Arial" panose="020B0604020202020204" pitchFamily="34" charset="0"/>
              <a:buNone/>
              <a:defRPr/>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7" name="Bildplatzhalter 1"/>
          <p:cNvSpPr>
            <a:spLocks noGrp="1"/>
          </p:cNvSpPr>
          <p:nvPr>
            <p:ph type="pic" sz="quarter" idx="15" hasCustomPrompt="1"/>
          </p:nvPr>
        </p:nvSpPr>
        <p:spPr bwMode="gray">
          <a:xfrm>
            <a:off x="550872" y="1558439"/>
            <a:ext cx="2106274" cy="1691608"/>
          </a:xfrm>
          <a:prstGeom prst="rect">
            <a:avLst/>
          </a:prstGeom>
          <a:solidFill>
            <a:schemeClr val="bg1"/>
          </a:solidFill>
        </p:spPr>
        <p:txBody>
          <a:bodyPr lIns="252000" tIns="252000" rIns="252000" bIns="252000" anchor="ctr" anchorCtr="0"/>
          <a:lstStyle>
            <a:lvl1pPr marL="0" marR="0" indent="0" algn="ctr" defTabSz="1088284" rtl="0" eaLnBrk="1" fontAlgn="auto" latinLnBrk="0" hangingPunct="1">
              <a:lnSpc>
                <a:spcPct val="100000"/>
              </a:lnSpc>
              <a:spcBef>
                <a:spcPts val="1000"/>
              </a:spcBef>
              <a:spcAft>
                <a:spcPts val="0"/>
              </a:spcAft>
              <a:buClrTx/>
              <a:buSzTx/>
              <a:buFont typeface="Arial" panose="020B0604020202020204" pitchFamily="34" charset="0"/>
              <a:buNone/>
              <a:tabLst/>
              <a:defRPr baseline="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1" name="Textplatzhalter 1"/>
          <p:cNvSpPr>
            <a:spLocks noGrp="1"/>
          </p:cNvSpPr>
          <p:nvPr>
            <p:ph type="body" sz="quarter" idx="41" hasCustomPrompt="1"/>
          </p:nvPr>
        </p:nvSpPr>
        <p:spPr bwMode="gray">
          <a:xfrm>
            <a:off x="550872" y="467067"/>
            <a:ext cx="11089443"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42"/>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43559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15 8 pic + discr">
    <p:spTree>
      <p:nvGrpSpPr>
        <p:cNvPr id="1" name=""/>
        <p:cNvGrpSpPr/>
        <p:nvPr/>
      </p:nvGrpSpPr>
      <p:grpSpPr>
        <a:xfrm>
          <a:off x="0" y="0"/>
          <a:ext cx="0" cy="0"/>
          <a:chOff x="0" y="0"/>
          <a:chExt cx="0" cy="0"/>
        </a:xfrm>
      </p:grpSpPr>
      <p:sp>
        <p:nvSpPr>
          <p:cNvPr id="25" name="Textplatzhalter 9"/>
          <p:cNvSpPr>
            <a:spLocks noGrp="1"/>
          </p:cNvSpPr>
          <p:nvPr>
            <p:ph type="body" sz="quarter" idx="28" hasCustomPrompt="1"/>
          </p:nvPr>
        </p:nvSpPr>
        <p:spPr bwMode="gray">
          <a:xfrm>
            <a:off x="8976375" y="5445539"/>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4" name="Textplatzhalter 8"/>
          <p:cNvSpPr>
            <a:spLocks noGrp="1"/>
          </p:cNvSpPr>
          <p:nvPr>
            <p:ph type="body" sz="quarter" idx="27" hasCustomPrompt="1"/>
          </p:nvPr>
        </p:nvSpPr>
        <p:spPr bwMode="gray">
          <a:xfrm>
            <a:off x="6167875" y="5445539"/>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3" name="Textplatzhalter 7"/>
          <p:cNvSpPr>
            <a:spLocks noGrp="1"/>
          </p:cNvSpPr>
          <p:nvPr>
            <p:ph type="body" sz="quarter" idx="26" hasCustomPrompt="1"/>
          </p:nvPr>
        </p:nvSpPr>
        <p:spPr bwMode="gray">
          <a:xfrm>
            <a:off x="3359373" y="5445539"/>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2" name="Textplatzhalter 6"/>
          <p:cNvSpPr>
            <a:spLocks noGrp="1"/>
          </p:cNvSpPr>
          <p:nvPr>
            <p:ph type="body" sz="quarter" idx="25" hasCustomPrompt="1"/>
          </p:nvPr>
        </p:nvSpPr>
        <p:spPr bwMode="gray">
          <a:xfrm>
            <a:off x="550872" y="5445539"/>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1" name="Textplatzhalter 5"/>
          <p:cNvSpPr>
            <a:spLocks noGrp="1"/>
          </p:cNvSpPr>
          <p:nvPr>
            <p:ph type="body" sz="quarter" idx="24" hasCustomPrompt="1"/>
          </p:nvPr>
        </p:nvSpPr>
        <p:spPr bwMode="gray">
          <a:xfrm>
            <a:off x="8976375" y="3250047"/>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0" name="Textplatzhalter 4"/>
          <p:cNvSpPr>
            <a:spLocks noGrp="1"/>
          </p:cNvSpPr>
          <p:nvPr>
            <p:ph type="body" sz="quarter" idx="23" hasCustomPrompt="1"/>
          </p:nvPr>
        </p:nvSpPr>
        <p:spPr bwMode="gray">
          <a:xfrm>
            <a:off x="6167875" y="3250047"/>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19" name="Textplatzhalter 3"/>
          <p:cNvSpPr>
            <a:spLocks noGrp="1"/>
          </p:cNvSpPr>
          <p:nvPr>
            <p:ph type="body" sz="quarter" idx="22" hasCustomPrompt="1"/>
          </p:nvPr>
        </p:nvSpPr>
        <p:spPr bwMode="gray">
          <a:xfrm>
            <a:off x="3359373" y="3250047"/>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18" name="Textplatzhalter 2"/>
          <p:cNvSpPr>
            <a:spLocks noGrp="1"/>
          </p:cNvSpPr>
          <p:nvPr>
            <p:ph type="body" sz="quarter" idx="21" hasCustomPrompt="1"/>
          </p:nvPr>
        </p:nvSpPr>
        <p:spPr bwMode="gray">
          <a:xfrm>
            <a:off x="550872" y="3250047"/>
            <a:ext cx="2664347"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31" name="Bildplatzhalter 8"/>
          <p:cNvSpPr>
            <a:spLocks noGrp="1"/>
          </p:cNvSpPr>
          <p:nvPr>
            <p:ph type="pic" sz="quarter" idx="30" hasCustomPrompt="1"/>
          </p:nvPr>
        </p:nvSpPr>
        <p:spPr bwMode="gray">
          <a:xfrm>
            <a:off x="8976375"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33" name="Bildplatzhalter 7"/>
          <p:cNvSpPr>
            <a:spLocks noGrp="1"/>
          </p:cNvSpPr>
          <p:nvPr>
            <p:ph type="pic" sz="quarter" idx="32" hasCustomPrompt="1"/>
          </p:nvPr>
        </p:nvSpPr>
        <p:spPr bwMode="gray">
          <a:xfrm>
            <a:off x="6167875"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32" name="Bildplatzhalter 6"/>
          <p:cNvSpPr>
            <a:spLocks noGrp="1"/>
          </p:cNvSpPr>
          <p:nvPr>
            <p:ph type="pic" sz="quarter" idx="31" hasCustomPrompt="1"/>
          </p:nvPr>
        </p:nvSpPr>
        <p:spPr bwMode="gray">
          <a:xfrm>
            <a:off x="3359373"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30" name="Bildplatzhalter 5"/>
          <p:cNvSpPr>
            <a:spLocks noGrp="1"/>
          </p:cNvSpPr>
          <p:nvPr>
            <p:ph type="pic" sz="quarter" idx="29" hasCustomPrompt="1"/>
          </p:nvPr>
        </p:nvSpPr>
        <p:spPr bwMode="gray">
          <a:xfrm>
            <a:off x="550872" y="3753931"/>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0" name="Bildplatzhalter 4"/>
          <p:cNvSpPr>
            <a:spLocks noGrp="1"/>
          </p:cNvSpPr>
          <p:nvPr>
            <p:ph type="pic" sz="quarter" idx="14" hasCustomPrompt="1"/>
          </p:nvPr>
        </p:nvSpPr>
        <p:spPr bwMode="gray">
          <a:xfrm>
            <a:off x="8976375"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2" name="Bildplatzhalter 3"/>
          <p:cNvSpPr>
            <a:spLocks noGrp="1"/>
          </p:cNvSpPr>
          <p:nvPr>
            <p:ph type="pic" sz="quarter" idx="16" hasCustomPrompt="1"/>
          </p:nvPr>
        </p:nvSpPr>
        <p:spPr bwMode="gray">
          <a:xfrm>
            <a:off x="6167875"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1" name="Bildplatzhalter 2"/>
          <p:cNvSpPr>
            <a:spLocks noGrp="1"/>
          </p:cNvSpPr>
          <p:nvPr>
            <p:ph type="pic" sz="quarter" idx="15" hasCustomPrompt="1"/>
          </p:nvPr>
        </p:nvSpPr>
        <p:spPr bwMode="gray">
          <a:xfrm>
            <a:off x="3359373"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9" name="Bildplatzhalter 1"/>
          <p:cNvSpPr>
            <a:spLocks noGrp="1"/>
          </p:cNvSpPr>
          <p:nvPr>
            <p:ph type="pic" sz="quarter" idx="12" hasCustomPrompt="1"/>
          </p:nvPr>
        </p:nvSpPr>
        <p:spPr bwMode="gray">
          <a:xfrm>
            <a:off x="550872" y="1558439"/>
            <a:ext cx="2664347"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27" name="Textplatzhalter 1"/>
          <p:cNvSpPr>
            <a:spLocks noGrp="1"/>
          </p:cNvSpPr>
          <p:nvPr>
            <p:ph type="body" sz="quarter" idx="33"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4"/>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58656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15 6 pic + discr">
    <p:spTree>
      <p:nvGrpSpPr>
        <p:cNvPr id="1" name=""/>
        <p:cNvGrpSpPr/>
        <p:nvPr/>
      </p:nvGrpSpPr>
      <p:grpSpPr>
        <a:xfrm>
          <a:off x="0" y="0"/>
          <a:ext cx="0" cy="0"/>
          <a:chOff x="0" y="0"/>
          <a:chExt cx="0" cy="0"/>
        </a:xfrm>
      </p:grpSpPr>
      <p:sp>
        <p:nvSpPr>
          <p:cNvPr id="25" name="Textplatzhalter 7"/>
          <p:cNvSpPr>
            <a:spLocks noGrp="1"/>
          </p:cNvSpPr>
          <p:nvPr>
            <p:ph type="body" sz="quarter" idx="28" hasCustomPrompt="1"/>
          </p:nvPr>
        </p:nvSpPr>
        <p:spPr bwMode="gray">
          <a:xfrm>
            <a:off x="8039846" y="5445539"/>
            <a:ext cx="3600469"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4" name="Textplatzhalter 6"/>
          <p:cNvSpPr>
            <a:spLocks noGrp="1"/>
          </p:cNvSpPr>
          <p:nvPr>
            <p:ph type="body" sz="quarter" idx="27" hasCustomPrompt="1"/>
          </p:nvPr>
        </p:nvSpPr>
        <p:spPr bwMode="gray">
          <a:xfrm>
            <a:off x="4295359" y="5445539"/>
            <a:ext cx="3600469"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2" name="Textplatzhalter 5"/>
          <p:cNvSpPr>
            <a:spLocks noGrp="1"/>
          </p:cNvSpPr>
          <p:nvPr>
            <p:ph type="body" sz="quarter" idx="25" hasCustomPrompt="1"/>
          </p:nvPr>
        </p:nvSpPr>
        <p:spPr bwMode="gray">
          <a:xfrm>
            <a:off x="550872" y="5445539"/>
            <a:ext cx="3600469"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1" name="Textplatzhalter 4"/>
          <p:cNvSpPr>
            <a:spLocks noGrp="1"/>
          </p:cNvSpPr>
          <p:nvPr>
            <p:ph type="body" sz="quarter" idx="24" hasCustomPrompt="1"/>
          </p:nvPr>
        </p:nvSpPr>
        <p:spPr bwMode="gray">
          <a:xfrm>
            <a:off x="8039846" y="3250047"/>
            <a:ext cx="3600469"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20" name="Textplatzhalter 3"/>
          <p:cNvSpPr>
            <a:spLocks noGrp="1"/>
          </p:cNvSpPr>
          <p:nvPr>
            <p:ph type="body" sz="quarter" idx="23" hasCustomPrompt="1"/>
          </p:nvPr>
        </p:nvSpPr>
        <p:spPr bwMode="gray">
          <a:xfrm>
            <a:off x="4295359" y="3250047"/>
            <a:ext cx="3600469"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18" name="Textplatzhalter 2"/>
          <p:cNvSpPr>
            <a:spLocks noGrp="1"/>
          </p:cNvSpPr>
          <p:nvPr>
            <p:ph type="body" sz="quarter" idx="21" hasCustomPrompt="1"/>
          </p:nvPr>
        </p:nvSpPr>
        <p:spPr bwMode="gray">
          <a:xfrm>
            <a:off x="550872" y="3250047"/>
            <a:ext cx="3600469" cy="359917"/>
          </a:xfrm>
          <a:prstGeom prst="rect">
            <a:avLst/>
          </a:prstGeom>
        </p:spPr>
        <p:txBody>
          <a:bodyPr tIns="0" bIns="0" anchor="ctr" anchorCtr="0"/>
          <a:lstStyle>
            <a:lvl1pPr marL="0" indent="0" algn="l">
              <a:spcBef>
                <a:spcPts val="0"/>
              </a:spcBef>
              <a:buFontTx/>
              <a:buNone/>
              <a:defRPr sz="1400"/>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description for the picture.</a:t>
            </a:r>
          </a:p>
        </p:txBody>
      </p:sp>
      <p:sp>
        <p:nvSpPr>
          <p:cNvPr id="31" name="Bildplatzhalter 6"/>
          <p:cNvSpPr>
            <a:spLocks noGrp="1"/>
          </p:cNvSpPr>
          <p:nvPr>
            <p:ph type="pic" sz="quarter" idx="30" hasCustomPrompt="1"/>
          </p:nvPr>
        </p:nvSpPr>
        <p:spPr bwMode="gray">
          <a:xfrm>
            <a:off x="8039846" y="3753931"/>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33" name="Bildplatzhalter 5"/>
          <p:cNvSpPr>
            <a:spLocks noGrp="1"/>
          </p:cNvSpPr>
          <p:nvPr>
            <p:ph type="pic" sz="quarter" idx="32" hasCustomPrompt="1"/>
          </p:nvPr>
        </p:nvSpPr>
        <p:spPr bwMode="gray">
          <a:xfrm>
            <a:off x="4295359" y="3753931"/>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30" name="Bildplatzhalter 4"/>
          <p:cNvSpPr>
            <a:spLocks noGrp="1"/>
          </p:cNvSpPr>
          <p:nvPr>
            <p:ph type="pic" sz="quarter" idx="29" hasCustomPrompt="1"/>
          </p:nvPr>
        </p:nvSpPr>
        <p:spPr bwMode="gray">
          <a:xfrm>
            <a:off x="550872" y="3753931"/>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0" name="Bildplatzhalter 3"/>
          <p:cNvSpPr>
            <a:spLocks noGrp="1"/>
          </p:cNvSpPr>
          <p:nvPr>
            <p:ph type="pic" sz="quarter" idx="14" hasCustomPrompt="1"/>
          </p:nvPr>
        </p:nvSpPr>
        <p:spPr bwMode="gray">
          <a:xfrm>
            <a:off x="8039846" y="1558439"/>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2" name="Bildplatzhalter 2"/>
          <p:cNvSpPr>
            <a:spLocks noGrp="1"/>
          </p:cNvSpPr>
          <p:nvPr>
            <p:ph type="pic" sz="quarter" idx="16" hasCustomPrompt="1"/>
          </p:nvPr>
        </p:nvSpPr>
        <p:spPr bwMode="gray">
          <a:xfrm>
            <a:off x="4295359" y="1558439"/>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9" name="Bildplatzhalter 1"/>
          <p:cNvSpPr>
            <a:spLocks noGrp="1"/>
          </p:cNvSpPr>
          <p:nvPr>
            <p:ph type="pic" sz="quarter" idx="12" hasCustomPrompt="1"/>
          </p:nvPr>
        </p:nvSpPr>
        <p:spPr bwMode="gray">
          <a:xfrm>
            <a:off x="550872" y="1558439"/>
            <a:ext cx="3600469" cy="1691608"/>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23"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3"/>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290396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16 4 pic + text, vertical">
    <p:spTree>
      <p:nvGrpSpPr>
        <p:cNvPr id="1" name=""/>
        <p:cNvGrpSpPr/>
        <p:nvPr/>
      </p:nvGrpSpPr>
      <p:grpSpPr>
        <a:xfrm>
          <a:off x="0" y="0"/>
          <a:ext cx="0" cy="0"/>
          <a:chOff x="0" y="0"/>
          <a:chExt cx="0" cy="0"/>
        </a:xfrm>
      </p:grpSpPr>
      <p:sp>
        <p:nvSpPr>
          <p:cNvPr id="15" name="Textplatzhalter 5"/>
          <p:cNvSpPr>
            <a:spLocks noGrp="1"/>
          </p:cNvSpPr>
          <p:nvPr>
            <p:ph type="body" sz="quarter" idx="18" hasCustomPrompt="1"/>
          </p:nvPr>
        </p:nvSpPr>
        <p:spPr bwMode="gray">
          <a:xfrm>
            <a:off x="8976375" y="3752925"/>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0" name="Bildplatzhalter 4"/>
          <p:cNvSpPr>
            <a:spLocks noGrp="1"/>
          </p:cNvSpPr>
          <p:nvPr>
            <p:ph type="pic" sz="quarter" idx="14" hasCustomPrompt="1"/>
          </p:nvPr>
        </p:nvSpPr>
        <p:spPr bwMode="gray">
          <a:xfrm>
            <a:off x="6167875" y="3752925"/>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6" name="Textplatzhalter 4"/>
          <p:cNvSpPr>
            <a:spLocks noGrp="1"/>
          </p:cNvSpPr>
          <p:nvPr>
            <p:ph type="body" sz="quarter" idx="19" hasCustomPrompt="1"/>
          </p:nvPr>
        </p:nvSpPr>
        <p:spPr bwMode="gray">
          <a:xfrm>
            <a:off x="3359373" y="3752925"/>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1" name="Bildplatzhalter 3"/>
          <p:cNvSpPr>
            <a:spLocks noGrp="1"/>
          </p:cNvSpPr>
          <p:nvPr>
            <p:ph type="pic" sz="quarter" idx="15" hasCustomPrompt="1"/>
          </p:nvPr>
        </p:nvSpPr>
        <p:spPr bwMode="gray">
          <a:xfrm>
            <a:off x="550872" y="3752925"/>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7" name="Textplatzhalter 3"/>
          <p:cNvSpPr>
            <a:spLocks noGrp="1"/>
          </p:cNvSpPr>
          <p:nvPr>
            <p:ph type="body" sz="quarter" idx="20" hasCustomPrompt="1"/>
          </p:nvPr>
        </p:nvSpPr>
        <p:spPr bwMode="gray">
          <a:xfrm>
            <a:off x="8976375" y="1558439"/>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12" name="Bildplatzhalter 2"/>
          <p:cNvSpPr>
            <a:spLocks noGrp="1"/>
          </p:cNvSpPr>
          <p:nvPr>
            <p:ph type="pic" sz="quarter" idx="16" hasCustomPrompt="1"/>
          </p:nvPr>
        </p:nvSpPr>
        <p:spPr bwMode="gray">
          <a:xfrm>
            <a:off x="6167875"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4" name="Textplatzhalter 2"/>
          <p:cNvSpPr>
            <a:spLocks noGrp="1"/>
          </p:cNvSpPr>
          <p:nvPr>
            <p:ph type="body" sz="quarter" idx="17" hasCustomPrompt="1"/>
          </p:nvPr>
        </p:nvSpPr>
        <p:spPr bwMode="gray">
          <a:xfrm>
            <a:off x="3359373" y="1558439"/>
            <a:ext cx="2664347" cy="2051525"/>
          </a:xfrm>
          <a:prstGeom prst="rect">
            <a:avLst/>
          </a:prstGeom>
        </p:spPr>
        <p:txBody>
          <a:bodyPr tIns="72000" bIns="72000"/>
          <a:lstStyle>
            <a:lvl1pPr marL="0" indent="0" algn="l">
              <a:buFontTx/>
              <a:buNone/>
              <a:defRPr/>
            </a:lvl1pPr>
            <a:lvl2pPr marL="632282" indent="0">
              <a:buFontTx/>
              <a:buNone/>
              <a:defRPr/>
            </a:lvl2pPr>
            <a:lvl3pPr marL="1108405" indent="0">
              <a:buFontTx/>
              <a:buNone/>
              <a:defRPr/>
            </a:lvl3pPr>
            <a:lvl4pPr marL="1652547" indent="0">
              <a:buFontTx/>
              <a:buNone/>
              <a:defRPr/>
            </a:lvl4pPr>
            <a:lvl5pPr marL="1924619" indent="0">
              <a:buFontTx/>
              <a:buNone/>
              <a:defRPr/>
            </a:lvl5pPr>
          </a:lstStyle>
          <a:p>
            <a:pPr lvl="0"/>
            <a:r>
              <a:rPr lang="en-US" noProof="0" dirty="0"/>
              <a:t>Click to insert text.</a:t>
            </a:r>
          </a:p>
        </p:txBody>
      </p:sp>
      <p:sp>
        <p:nvSpPr>
          <p:cNvPr id="9" name="Bildplatzhalter 1"/>
          <p:cNvSpPr>
            <a:spLocks noGrp="1"/>
          </p:cNvSpPr>
          <p:nvPr>
            <p:ph type="pic" sz="quarter" idx="12" hasCustomPrompt="1"/>
          </p:nvPr>
        </p:nvSpPr>
        <p:spPr bwMode="gray">
          <a:xfrm>
            <a:off x="550872" y="1558439"/>
            <a:ext cx="2664347"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9" name="Textplatzhalter 1"/>
          <p:cNvSpPr>
            <a:spLocks noGrp="1"/>
          </p:cNvSpPr>
          <p:nvPr>
            <p:ph type="body" sz="quarter" idx="21"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22"/>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3774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16 title, 4 textboxes">
    <p:spTree>
      <p:nvGrpSpPr>
        <p:cNvPr id="1" name=""/>
        <p:cNvGrpSpPr/>
        <p:nvPr/>
      </p:nvGrpSpPr>
      <p:grpSpPr>
        <a:xfrm>
          <a:off x="0" y="0"/>
          <a:ext cx="0" cy="0"/>
          <a:chOff x="0" y="0"/>
          <a:chExt cx="0" cy="0"/>
        </a:xfrm>
      </p:grpSpPr>
      <p:sp>
        <p:nvSpPr>
          <p:cNvPr id="11" name="Textplatzhalter 5"/>
          <p:cNvSpPr>
            <a:spLocks noGrp="1"/>
          </p:cNvSpPr>
          <p:nvPr>
            <p:ph idx="16" hasCustomPrompt="1"/>
          </p:nvPr>
        </p:nvSpPr>
        <p:spPr bwMode="gray">
          <a:xfrm>
            <a:off x="6167603" y="3752925"/>
            <a:ext cx="5472712" cy="2051525"/>
          </a:xfrm>
          <a:prstGeom prst="rect">
            <a:avLst/>
          </a:prstGeom>
          <a:solidFill>
            <a:schemeClr val="accent1">
              <a:lumMod val="60000"/>
              <a:lumOff val="40000"/>
            </a:schemeClr>
          </a:solidFill>
          <a:ln>
            <a:noFill/>
          </a:ln>
        </p:spPr>
        <p:txBody>
          <a:bodyPr vert="horz" lIns="252000" tIns="252000" rIns="252000" bIns="25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p:txBody>
      </p:sp>
      <p:sp>
        <p:nvSpPr>
          <p:cNvPr id="10" name="Textplatzhalter 4"/>
          <p:cNvSpPr>
            <a:spLocks noGrp="1"/>
          </p:cNvSpPr>
          <p:nvPr>
            <p:ph idx="15" hasCustomPrompt="1"/>
          </p:nvPr>
        </p:nvSpPr>
        <p:spPr bwMode="gray">
          <a:xfrm>
            <a:off x="550872" y="3752925"/>
            <a:ext cx="5472712" cy="2051525"/>
          </a:xfrm>
          <a:prstGeom prst="rect">
            <a:avLst/>
          </a:prstGeom>
          <a:solidFill>
            <a:schemeClr val="accent1">
              <a:lumMod val="60000"/>
              <a:lumOff val="40000"/>
            </a:schemeClr>
          </a:solidFill>
          <a:ln>
            <a:noFill/>
          </a:ln>
        </p:spPr>
        <p:txBody>
          <a:bodyPr vert="horz" lIns="252000" tIns="252000" rIns="252000" bIns="25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p:txBody>
      </p:sp>
      <p:sp>
        <p:nvSpPr>
          <p:cNvPr id="9" name="Textplatzhalter 3"/>
          <p:cNvSpPr>
            <a:spLocks noGrp="1"/>
          </p:cNvSpPr>
          <p:nvPr>
            <p:ph idx="14" hasCustomPrompt="1"/>
          </p:nvPr>
        </p:nvSpPr>
        <p:spPr bwMode="gray">
          <a:xfrm>
            <a:off x="6167603" y="1558439"/>
            <a:ext cx="5472712" cy="2051525"/>
          </a:xfrm>
          <a:prstGeom prst="rect">
            <a:avLst/>
          </a:prstGeom>
          <a:solidFill>
            <a:schemeClr val="accent1">
              <a:lumMod val="60000"/>
              <a:lumOff val="40000"/>
            </a:schemeClr>
          </a:solidFill>
          <a:ln>
            <a:noFill/>
          </a:ln>
        </p:spPr>
        <p:txBody>
          <a:bodyPr vert="horz" lIns="252000" tIns="252000" rIns="252000" bIns="25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p:txBody>
      </p:sp>
      <p:sp>
        <p:nvSpPr>
          <p:cNvPr id="8" name="Textplatzhalter 2"/>
          <p:cNvSpPr>
            <a:spLocks noGrp="1"/>
          </p:cNvSpPr>
          <p:nvPr>
            <p:ph idx="1" hasCustomPrompt="1"/>
          </p:nvPr>
        </p:nvSpPr>
        <p:spPr bwMode="gray">
          <a:xfrm>
            <a:off x="550872" y="1558439"/>
            <a:ext cx="5472712" cy="2051525"/>
          </a:xfrm>
          <a:prstGeom prst="rect">
            <a:avLst/>
          </a:prstGeom>
          <a:solidFill>
            <a:schemeClr val="accent1">
              <a:lumMod val="60000"/>
              <a:lumOff val="40000"/>
            </a:schemeClr>
          </a:solidFill>
        </p:spPr>
        <p:txBody>
          <a:bodyPr vert="horz" lIns="252000" tIns="252000" rIns="252000" bIns="25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vl5pPr marL="1799640" indent="-269946" defTabSz="914217">
              <a:spcAft>
                <a:spcPts val="0"/>
              </a:spcAft>
              <a:buClr>
                <a:schemeClr val="accent2"/>
              </a:buClr>
              <a:buFont typeface="Wingdings" panose="05000000000000000000" pitchFamily="2" charset="2"/>
              <a:defRPr/>
            </a:lvl5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p:txBody>
      </p:sp>
      <p:sp>
        <p:nvSpPr>
          <p:cNvPr id="2" name="Titel"/>
          <p:cNvSpPr>
            <a:spLocks noGrp="1"/>
          </p:cNvSpPr>
          <p:nvPr>
            <p:ph type="title" hasCustomPrompt="1"/>
          </p:nvPr>
        </p:nvSpPr>
        <p:spPr bwMode="gray">
          <a:xfrm>
            <a:off x="549347" y="906990"/>
            <a:ext cx="11089442"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3" name="Textplatzhalter 1"/>
          <p:cNvSpPr>
            <a:spLocks noGrp="1"/>
          </p:cNvSpPr>
          <p:nvPr>
            <p:ph type="body" sz="quarter" idx="17"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8"/>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914571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16 pic + 6 textboxes">
    <p:spTree>
      <p:nvGrpSpPr>
        <p:cNvPr id="1" name=""/>
        <p:cNvGrpSpPr/>
        <p:nvPr/>
      </p:nvGrpSpPr>
      <p:grpSpPr>
        <a:xfrm>
          <a:off x="0" y="0"/>
          <a:ext cx="0" cy="0"/>
          <a:chOff x="0" y="0"/>
          <a:chExt cx="0" cy="0"/>
        </a:xfrm>
      </p:grpSpPr>
      <p:sp>
        <p:nvSpPr>
          <p:cNvPr id="24" name="Bildplatzhalter"/>
          <p:cNvSpPr>
            <a:spLocks noGrp="1"/>
          </p:cNvSpPr>
          <p:nvPr>
            <p:ph type="pic" sz="quarter" idx="12" hasCustomPrompt="1"/>
          </p:nvPr>
        </p:nvSpPr>
        <p:spPr bwMode="gray">
          <a:xfrm>
            <a:off x="8039846"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22" name="Textplatzhalter 7"/>
          <p:cNvSpPr>
            <a:spLocks noGrp="1"/>
          </p:cNvSpPr>
          <p:nvPr>
            <p:ph type="body" sz="quarter" idx="30" hasCustomPrompt="1"/>
          </p:nvPr>
        </p:nvSpPr>
        <p:spPr bwMode="gray">
          <a:xfrm>
            <a:off x="4295359" y="4484234"/>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20" name="Textplatzhalter 6"/>
          <p:cNvSpPr>
            <a:spLocks noGrp="1"/>
          </p:cNvSpPr>
          <p:nvPr>
            <p:ph type="body" sz="quarter" idx="29" hasCustomPrompt="1"/>
          </p:nvPr>
        </p:nvSpPr>
        <p:spPr bwMode="gray">
          <a:xfrm>
            <a:off x="550872" y="4484234"/>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19" name="Textplatzhalter 5"/>
          <p:cNvSpPr>
            <a:spLocks noGrp="1"/>
          </p:cNvSpPr>
          <p:nvPr>
            <p:ph type="body" sz="quarter" idx="28" hasCustomPrompt="1"/>
          </p:nvPr>
        </p:nvSpPr>
        <p:spPr bwMode="gray">
          <a:xfrm>
            <a:off x="4295359" y="3021336"/>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18" name="Textplatzhalter 4"/>
          <p:cNvSpPr>
            <a:spLocks noGrp="1"/>
          </p:cNvSpPr>
          <p:nvPr>
            <p:ph type="body" sz="quarter" idx="27" hasCustomPrompt="1"/>
          </p:nvPr>
        </p:nvSpPr>
        <p:spPr bwMode="gray">
          <a:xfrm>
            <a:off x="550872" y="3021336"/>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17" name="Textplatzhalter 3"/>
          <p:cNvSpPr>
            <a:spLocks noGrp="1"/>
          </p:cNvSpPr>
          <p:nvPr>
            <p:ph type="body" sz="quarter" idx="26" hasCustomPrompt="1"/>
          </p:nvPr>
        </p:nvSpPr>
        <p:spPr bwMode="gray">
          <a:xfrm>
            <a:off x="4295359" y="1558439"/>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16" name="Textplatzhalter 2"/>
          <p:cNvSpPr>
            <a:spLocks noGrp="1"/>
          </p:cNvSpPr>
          <p:nvPr>
            <p:ph type="body" sz="quarter" idx="25" hasCustomPrompt="1"/>
          </p:nvPr>
        </p:nvSpPr>
        <p:spPr bwMode="gray">
          <a:xfrm>
            <a:off x="550872" y="1558439"/>
            <a:ext cx="3600469" cy="1320894"/>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4"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1"/>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959167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16 pic + 8 textboxes">
    <p:spTree>
      <p:nvGrpSpPr>
        <p:cNvPr id="1" name=""/>
        <p:cNvGrpSpPr/>
        <p:nvPr/>
      </p:nvGrpSpPr>
      <p:grpSpPr>
        <a:xfrm>
          <a:off x="0" y="0"/>
          <a:ext cx="0" cy="0"/>
          <a:chOff x="0" y="0"/>
          <a:chExt cx="0" cy="0"/>
        </a:xfrm>
      </p:grpSpPr>
      <p:sp>
        <p:nvSpPr>
          <p:cNvPr id="41" name="Bildplatzhalter"/>
          <p:cNvSpPr>
            <a:spLocks noGrp="1"/>
          </p:cNvSpPr>
          <p:nvPr>
            <p:ph type="pic" sz="quarter" idx="12" hasCustomPrompt="1"/>
          </p:nvPr>
        </p:nvSpPr>
        <p:spPr bwMode="gray">
          <a:xfrm>
            <a:off x="8039846" y="1558439"/>
            <a:ext cx="3600469"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40" name="Textplatzhalter 9"/>
          <p:cNvSpPr>
            <a:spLocks noGrp="1"/>
          </p:cNvSpPr>
          <p:nvPr>
            <p:ph type="body" sz="quarter" idx="32" hasCustomPrompt="1"/>
          </p:nvPr>
        </p:nvSpPr>
        <p:spPr bwMode="gray">
          <a:xfrm>
            <a:off x="4295359" y="485134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9" name="Textplatzhalter 8"/>
          <p:cNvSpPr>
            <a:spLocks noGrp="1"/>
          </p:cNvSpPr>
          <p:nvPr>
            <p:ph type="body" sz="quarter" idx="31" hasCustomPrompt="1"/>
          </p:nvPr>
        </p:nvSpPr>
        <p:spPr bwMode="gray">
          <a:xfrm>
            <a:off x="550872" y="485134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8" name="Textplatzhalter 7"/>
          <p:cNvSpPr>
            <a:spLocks noGrp="1"/>
          </p:cNvSpPr>
          <p:nvPr>
            <p:ph type="body" sz="quarter" idx="30" hasCustomPrompt="1"/>
          </p:nvPr>
        </p:nvSpPr>
        <p:spPr bwMode="gray">
          <a:xfrm>
            <a:off x="4295359" y="3753711"/>
            <a:ext cx="3600469" cy="953779"/>
          </a:xfrm>
          <a:solidFill>
            <a:schemeClr val="accent1">
              <a:lumMod val="60000"/>
              <a:lumOff val="40000"/>
            </a:schemeClr>
          </a:solidFill>
        </p:spPr>
        <p:txBody>
          <a:bodyPr lIns="252000" tIns="252000" rIns="252000" bIns="252000"/>
          <a:lstStyle>
            <a:lvl1pPr marL="0" marR="0" indent="0"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None/>
              <a:tabLst/>
              <a:defRPr/>
            </a:lvl1pPr>
          </a:lstStyle>
          <a:p>
            <a:pPr marL="0" marR="0" lvl="0" indent="0" algn="l" defTabSz="914217" rtl="0" eaLnBrk="1" fontAlgn="auto" latinLnBrk="0" hangingPunct="1">
              <a:lnSpc>
                <a:spcPct val="100000"/>
              </a:lnSpc>
              <a:spcBef>
                <a:spcPts val="1000"/>
              </a:spcBef>
              <a:spcAft>
                <a:spcPts val="0"/>
              </a:spcAft>
              <a:buClr>
                <a:schemeClr val="accent2"/>
              </a:buClr>
              <a:buSzTx/>
              <a:buFont typeface="Wingdings" panose="05000000000000000000" pitchFamily="2" charset="2"/>
              <a:buNone/>
              <a:tabLst/>
              <a:defRPr/>
            </a:pPr>
            <a:r>
              <a:rPr lang="en-US" noProof="0" dirty="0"/>
              <a:t>Click to insert text.</a:t>
            </a:r>
          </a:p>
        </p:txBody>
      </p:sp>
      <p:sp>
        <p:nvSpPr>
          <p:cNvPr id="37" name="Textplatzhalter 6"/>
          <p:cNvSpPr>
            <a:spLocks noGrp="1"/>
          </p:cNvSpPr>
          <p:nvPr>
            <p:ph type="body" sz="quarter" idx="29" hasCustomPrompt="1"/>
          </p:nvPr>
        </p:nvSpPr>
        <p:spPr bwMode="gray">
          <a:xfrm>
            <a:off x="550872" y="3753711"/>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6" name="Textplatzhalter 5"/>
          <p:cNvSpPr>
            <a:spLocks noGrp="1"/>
          </p:cNvSpPr>
          <p:nvPr>
            <p:ph type="body" sz="quarter" idx="28" hasCustomPrompt="1"/>
          </p:nvPr>
        </p:nvSpPr>
        <p:spPr bwMode="gray">
          <a:xfrm>
            <a:off x="4295359" y="2656075"/>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5" name="Textplatzhalter 4"/>
          <p:cNvSpPr>
            <a:spLocks noGrp="1"/>
          </p:cNvSpPr>
          <p:nvPr>
            <p:ph type="body" sz="quarter" idx="27" hasCustomPrompt="1"/>
          </p:nvPr>
        </p:nvSpPr>
        <p:spPr bwMode="gray">
          <a:xfrm>
            <a:off x="550872" y="2656075"/>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4" name="Textplatzhalter 3"/>
          <p:cNvSpPr>
            <a:spLocks noGrp="1"/>
          </p:cNvSpPr>
          <p:nvPr>
            <p:ph type="body" sz="quarter" idx="26" hasCustomPrompt="1"/>
          </p:nvPr>
        </p:nvSpPr>
        <p:spPr bwMode="gray">
          <a:xfrm>
            <a:off x="4295359" y="155843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3" name="Textplatzhalter 2"/>
          <p:cNvSpPr>
            <a:spLocks noGrp="1"/>
          </p:cNvSpPr>
          <p:nvPr>
            <p:ph type="body" sz="quarter" idx="25" hasCustomPrompt="1"/>
          </p:nvPr>
        </p:nvSpPr>
        <p:spPr bwMode="gray">
          <a:xfrm>
            <a:off x="550872" y="1558439"/>
            <a:ext cx="3600469" cy="953779"/>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6"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3"/>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313263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16  8 textboxes">
    <p:spTree>
      <p:nvGrpSpPr>
        <p:cNvPr id="1" name=""/>
        <p:cNvGrpSpPr/>
        <p:nvPr/>
      </p:nvGrpSpPr>
      <p:grpSpPr>
        <a:xfrm>
          <a:off x="0" y="0"/>
          <a:ext cx="0" cy="0"/>
          <a:chOff x="0" y="0"/>
          <a:chExt cx="0" cy="0"/>
        </a:xfrm>
      </p:grpSpPr>
      <p:sp>
        <p:nvSpPr>
          <p:cNvPr id="37" name="Textplatzhalter 9"/>
          <p:cNvSpPr>
            <a:spLocks noGrp="1"/>
          </p:cNvSpPr>
          <p:nvPr>
            <p:ph type="body" sz="quarter" idx="32" hasCustomPrompt="1"/>
          </p:nvPr>
        </p:nvSpPr>
        <p:spPr bwMode="gray">
          <a:xfrm>
            <a:off x="8976375"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6" name="Textplatzhalter 8"/>
          <p:cNvSpPr>
            <a:spLocks noGrp="1"/>
          </p:cNvSpPr>
          <p:nvPr>
            <p:ph type="body" sz="quarter" idx="31" hasCustomPrompt="1"/>
          </p:nvPr>
        </p:nvSpPr>
        <p:spPr bwMode="gray">
          <a:xfrm>
            <a:off x="6167875"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5" name="Textplatzhalter 7"/>
          <p:cNvSpPr>
            <a:spLocks noGrp="1"/>
          </p:cNvSpPr>
          <p:nvPr>
            <p:ph type="body" sz="quarter" idx="30" hasCustomPrompt="1"/>
          </p:nvPr>
        </p:nvSpPr>
        <p:spPr bwMode="gray">
          <a:xfrm>
            <a:off x="3359373"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4" name="Textplatzhalter 6"/>
          <p:cNvSpPr>
            <a:spLocks noGrp="1"/>
          </p:cNvSpPr>
          <p:nvPr>
            <p:ph type="body" sz="quarter" idx="29" hasCustomPrompt="1"/>
          </p:nvPr>
        </p:nvSpPr>
        <p:spPr bwMode="gray">
          <a:xfrm>
            <a:off x="550872" y="3753931"/>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3" name="Textplatzhalter 5"/>
          <p:cNvSpPr>
            <a:spLocks noGrp="1"/>
          </p:cNvSpPr>
          <p:nvPr>
            <p:ph type="body" sz="quarter" idx="28" hasCustomPrompt="1"/>
          </p:nvPr>
        </p:nvSpPr>
        <p:spPr bwMode="gray">
          <a:xfrm>
            <a:off x="8976375"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2" name="Textplatzhalter 4"/>
          <p:cNvSpPr>
            <a:spLocks noGrp="1"/>
          </p:cNvSpPr>
          <p:nvPr>
            <p:ph type="body" sz="quarter" idx="27" hasCustomPrompt="1"/>
          </p:nvPr>
        </p:nvSpPr>
        <p:spPr bwMode="gray">
          <a:xfrm>
            <a:off x="6167875"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1" name="Textplatzhalter 3"/>
          <p:cNvSpPr>
            <a:spLocks noGrp="1"/>
          </p:cNvSpPr>
          <p:nvPr>
            <p:ph type="body" sz="quarter" idx="26" hasCustomPrompt="1"/>
          </p:nvPr>
        </p:nvSpPr>
        <p:spPr bwMode="gray">
          <a:xfrm>
            <a:off x="3359373"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30" name="Textplatzhalter 2"/>
          <p:cNvSpPr>
            <a:spLocks noGrp="1"/>
          </p:cNvSpPr>
          <p:nvPr>
            <p:ph type="body" sz="quarter" idx="25" hasCustomPrompt="1"/>
          </p:nvPr>
        </p:nvSpPr>
        <p:spPr bwMode="gray">
          <a:xfrm>
            <a:off x="550872" y="1558439"/>
            <a:ext cx="2664347"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5"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3"/>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426635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16  text + 3 textboxes">
    <p:spTree>
      <p:nvGrpSpPr>
        <p:cNvPr id="1" name=""/>
        <p:cNvGrpSpPr/>
        <p:nvPr/>
      </p:nvGrpSpPr>
      <p:grpSpPr>
        <a:xfrm>
          <a:off x="0" y="0"/>
          <a:ext cx="0" cy="0"/>
          <a:chOff x="0" y="0"/>
          <a:chExt cx="0" cy="0"/>
        </a:xfrm>
      </p:grpSpPr>
      <p:sp>
        <p:nvSpPr>
          <p:cNvPr id="19" name="Textplatzhalter 5"/>
          <p:cNvSpPr>
            <a:spLocks noGrp="1"/>
          </p:cNvSpPr>
          <p:nvPr>
            <p:ph type="body" sz="quarter" idx="31" hasCustomPrompt="1"/>
          </p:nvPr>
        </p:nvSpPr>
        <p:spPr bwMode="gray">
          <a:xfrm>
            <a:off x="8040253" y="3753931"/>
            <a:ext cx="3600469"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18" name="Textplatzhalter 4"/>
          <p:cNvSpPr>
            <a:spLocks noGrp="1"/>
          </p:cNvSpPr>
          <p:nvPr>
            <p:ph type="body" sz="quarter" idx="30" hasCustomPrompt="1"/>
          </p:nvPr>
        </p:nvSpPr>
        <p:spPr bwMode="gray">
          <a:xfrm>
            <a:off x="4295765" y="3753931"/>
            <a:ext cx="3600469"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16" name="Textplatzhalter 3"/>
          <p:cNvSpPr>
            <a:spLocks noGrp="1"/>
          </p:cNvSpPr>
          <p:nvPr>
            <p:ph type="body" sz="quarter" idx="29" hasCustomPrompt="1"/>
          </p:nvPr>
        </p:nvSpPr>
        <p:spPr bwMode="gray">
          <a:xfrm>
            <a:off x="550872" y="3753931"/>
            <a:ext cx="3600469" cy="2051525"/>
          </a:xfrm>
          <a:solidFill>
            <a:schemeClr val="accent1">
              <a:lumMod val="60000"/>
              <a:lumOff val="40000"/>
            </a:schemeClr>
          </a:solidFill>
        </p:spPr>
        <p:txBody>
          <a:bodyPr lIns="252000" tIns="252000" rIns="252000" bIns="252000"/>
          <a:lstStyle>
            <a:lvl1pPr marL="0" indent="0">
              <a:buNone/>
              <a:defRPr/>
            </a:lvl1pPr>
          </a:lstStyle>
          <a:p>
            <a:pPr lvl="0"/>
            <a:r>
              <a:rPr lang="en-US" noProof="0" dirty="0"/>
              <a:t>Click to insert text.</a:t>
            </a:r>
          </a:p>
        </p:txBody>
      </p:sp>
      <p:sp>
        <p:nvSpPr>
          <p:cNvPr id="20"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2pPr marL="719856" indent="-269946" defTabSz="914217">
              <a:spcAft>
                <a:spcPts val="0"/>
              </a:spcAft>
              <a:buClr>
                <a:schemeClr val="accent2"/>
              </a:buClr>
              <a:buFont typeface="Wingdings" panose="05000000000000000000" pitchFamily="2" charset="2"/>
              <a:defRPr/>
            </a:lvl2pPr>
            <a:lvl3pPr marL="1079784" indent="-269946" defTabSz="914217">
              <a:spcAft>
                <a:spcPts val="0"/>
              </a:spcAft>
              <a:buClr>
                <a:schemeClr val="accent2"/>
              </a:buClr>
              <a:buFont typeface="Wingdings" panose="05000000000000000000" pitchFamily="2" charset="2"/>
              <a:defRPr/>
            </a:lvl3pPr>
            <a:lvl4pPr marL="1439712" indent="-269946" defTabSz="914217">
              <a:spcAft>
                <a:spcPts val="0"/>
              </a:spcAft>
              <a:buClr>
                <a:schemeClr val="accent2"/>
              </a:buClr>
              <a:buFont typeface="Wingdings" panose="05000000000000000000" pitchFamily="2" charset="2"/>
              <a:defRPr/>
            </a:lvl4pPr>
            <a:lvl5pPr marL="1799640" indent="-269946" defTabSz="914217">
              <a:spcAft>
                <a:spcPts val="0"/>
              </a:spcAft>
              <a:buClr>
                <a:schemeClr val="accent2"/>
              </a:buClr>
              <a:buFont typeface="Wingdings" panose="05000000000000000000" pitchFamily="2" charset="2"/>
              <a:defRPr/>
            </a:lvl5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1" name="Textplatzhalter 1"/>
          <p:cNvSpPr>
            <a:spLocks noGrp="1"/>
          </p:cNvSpPr>
          <p:nvPr>
            <p:ph type="body" sz="quarter" idx="15"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32"/>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19375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16  text + 3 pic">
    <p:spTree>
      <p:nvGrpSpPr>
        <p:cNvPr id="1" name=""/>
        <p:cNvGrpSpPr/>
        <p:nvPr/>
      </p:nvGrpSpPr>
      <p:grpSpPr>
        <a:xfrm>
          <a:off x="0" y="0"/>
          <a:ext cx="0" cy="0"/>
          <a:chOff x="0" y="0"/>
          <a:chExt cx="0" cy="0"/>
        </a:xfrm>
      </p:grpSpPr>
      <p:sp>
        <p:nvSpPr>
          <p:cNvPr id="10" name="Bildplatzhalter 3"/>
          <p:cNvSpPr>
            <a:spLocks noGrp="1"/>
          </p:cNvSpPr>
          <p:nvPr>
            <p:ph type="pic" sz="quarter" idx="14" hasCustomPrompt="1"/>
          </p:nvPr>
        </p:nvSpPr>
        <p:spPr bwMode="gray">
          <a:xfrm>
            <a:off x="8040253" y="3753931"/>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1" name="Bildplatzhalter 2"/>
          <p:cNvSpPr>
            <a:spLocks noGrp="1"/>
          </p:cNvSpPr>
          <p:nvPr>
            <p:ph type="pic" sz="quarter" idx="15" hasCustomPrompt="1"/>
          </p:nvPr>
        </p:nvSpPr>
        <p:spPr bwMode="gray">
          <a:xfrm>
            <a:off x="4295765" y="3753931"/>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9" name="Bildplatzhalter 1"/>
          <p:cNvSpPr>
            <a:spLocks noGrp="1"/>
          </p:cNvSpPr>
          <p:nvPr>
            <p:ph type="pic" sz="quarter" idx="12" hasCustomPrompt="1"/>
          </p:nvPr>
        </p:nvSpPr>
        <p:spPr bwMode="gray">
          <a:xfrm>
            <a:off x="550872" y="3753931"/>
            <a:ext cx="3600469" cy="2051525"/>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r>
              <a:rPr lang="en-US" noProof="0" dirty="0"/>
              <a:t>Please insert a picture.</a:t>
            </a:r>
          </a:p>
        </p:txBody>
      </p:sp>
      <p:sp>
        <p:nvSpPr>
          <p:cNvPr id="17" name="Textplatzhalter 2"/>
          <p:cNvSpPr>
            <a:spLocks noGrp="1"/>
          </p:cNvSpPr>
          <p:nvPr>
            <p:ph idx="1" hasCustomPrompt="1"/>
          </p:nvPr>
        </p:nvSpPr>
        <p:spPr bwMode="gray">
          <a:xfrm>
            <a:off x="550872" y="1558439"/>
            <a:ext cx="7344956" cy="2051525"/>
          </a:xfrm>
          <a:prstGeom prst="rect">
            <a:avLst/>
          </a:prstGeom>
        </p:spPr>
        <p:txBody>
          <a:bodyPr vert="horz" lIns="0" tIns="72000" rIns="0" bIns="72000" rtlCol="0">
            <a:noAutofit/>
          </a:bodyPr>
          <a:lstStyle>
            <a:lvl1pPr>
              <a:defRPr lang="de-DE" dirty="0" smtClean="0"/>
            </a:lvl1pPr>
            <a:lvl2pPr marL="719856" indent="-269946" defTabSz="914217">
              <a:spcAft>
                <a:spcPts val="0"/>
              </a:spcAft>
              <a:buClr>
                <a:schemeClr val="accent2"/>
              </a:buClr>
              <a:buFont typeface="Wingdings" panose="05000000000000000000" pitchFamily="2" charset="2"/>
              <a:defRPr lang="de-DE" dirty="0" smtClean="0"/>
            </a:lvl2pPr>
            <a:lvl3pPr marL="1079784" indent="-269946" defTabSz="914217">
              <a:spcAft>
                <a:spcPts val="0"/>
              </a:spcAft>
              <a:buClr>
                <a:schemeClr val="accent2"/>
              </a:buClr>
              <a:buFont typeface="Wingdings" panose="05000000000000000000" pitchFamily="2" charset="2"/>
              <a:defRPr lang="de-DE" dirty="0" smtClean="0"/>
            </a:lvl3pPr>
            <a:lvl4pPr marL="1439712" indent="-269946" defTabSz="914217">
              <a:spcAft>
                <a:spcPts val="0"/>
              </a:spcAft>
              <a:buClr>
                <a:schemeClr val="accent2"/>
              </a:buClr>
              <a:buFont typeface="Wingdings" panose="05000000000000000000" pitchFamily="2" charset="2"/>
              <a:defRPr lang="de-DE" dirty="0"/>
            </a:lvl4pPr>
            <a:lvl5pPr marL="1799640" indent="-269946" defTabSz="914217">
              <a:spcAft>
                <a:spcPts val="0"/>
              </a:spcAft>
              <a:buClr>
                <a:schemeClr val="accent2"/>
              </a:buClr>
              <a:buFont typeface="Wingdings" panose="05000000000000000000" pitchFamily="2" charset="2"/>
              <a:defRPr/>
            </a:lvl5pPr>
          </a:lstStyle>
          <a:p>
            <a:pPr lvl="0"/>
            <a:r>
              <a:rPr lang="en-US" noProof="0" dirty="0"/>
              <a:t>Click to insert text.</a:t>
            </a:r>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p:txBody>
      </p:sp>
      <p:sp>
        <p:nvSpPr>
          <p:cNvPr id="2" name="Titel"/>
          <p:cNvSpPr>
            <a:spLocks noGrp="1"/>
          </p:cNvSpPr>
          <p:nvPr>
            <p:ph type="title" hasCustomPrompt="1"/>
          </p:nvPr>
        </p:nvSpPr>
        <p:spPr bwMode="gray">
          <a:xfrm>
            <a:off x="550872" y="906990"/>
            <a:ext cx="11089443" cy="647850"/>
          </a:xfrm>
        </p:spPr>
        <p:txBody>
          <a:bodyPr/>
          <a:lstStyle>
            <a:lvl1pPr>
              <a:defRPr b="0" i="0">
                <a:latin typeface="微软雅黑" panose="020B0503020204020204" pitchFamily="34" charset="-122"/>
              </a:defRPr>
            </a:lvl1pPr>
          </a:lstStyle>
          <a:p>
            <a:r>
              <a:rPr lang="en-US" noProof="0" dirty="0"/>
              <a:t>Please insert the topic of the slide</a:t>
            </a:r>
          </a:p>
        </p:txBody>
      </p:sp>
      <p:sp>
        <p:nvSpPr>
          <p:cNvPr id="13" name="Textplatzhalter 1"/>
          <p:cNvSpPr>
            <a:spLocks noGrp="1"/>
          </p:cNvSpPr>
          <p:nvPr>
            <p:ph type="body" sz="quarter" idx="16" hasCustomPrompt="1"/>
          </p:nvPr>
        </p:nvSpPr>
        <p:spPr bwMode="gray">
          <a:xfrm>
            <a:off x="550872" y="467067"/>
            <a:ext cx="11089443" cy="431900"/>
          </a:xfrm>
          <a:noFill/>
        </p:spPr>
        <p:txBody>
          <a:bodyPr tIns="0" bIns="0" anchor="ctr" anchorCtr="0"/>
          <a:lstStyle>
            <a:lvl1pPr marL="0" indent="0">
              <a:buFontTx/>
              <a:buNone/>
              <a:defRPr/>
            </a:lvl1pPr>
          </a:lstStyle>
          <a:p>
            <a:pPr lvl="0"/>
            <a:r>
              <a:rPr lang="en-US" noProof="0" dirty="0"/>
              <a:t>Please insert the name of the chapter</a:t>
            </a:r>
          </a:p>
        </p:txBody>
      </p:sp>
      <p:sp>
        <p:nvSpPr>
          <p:cNvPr id="3" name="Fußzeilenplatzhalter"/>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5" name="Foliennummernplatzhalter"/>
          <p:cNvSpPr>
            <a:spLocks noGrp="1"/>
          </p:cNvSpPr>
          <p:nvPr>
            <p:ph type="sldNum" sz="quarter" idx="17"/>
          </p:nvPr>
        </p:nvSpPr>
        <p:spPr bwMode="gray"/>
        <p:txBody>
          <a:bodyPr/>
          <a:lstStyle/>
          <a:p>
            <a:pPr defTabSz="914217"/>
            <a:fld id="{A7E14F4A-AFC2-4561-ABA6-CE2C50D3EED6}" type="slidenum">
              <a:rPr lang="de-DE" smtClean="0"/>
              <a:pPr defTabSz="914217"/>
              <a:t>‹#›</a:t>
            </a:fld>
            <a:endParaRPr lang="de-DE" dirty="0"/>
          </a:p>
        </p:txBody>
      </p:sp>
    </p:spTree>
    <p:extLst>
      <p:ext uri="{BB962C8B-B14F-4D97-AF65-F5344CB8AC3E}">
        <p14:creationId xmlns:p14="http://schemas.microsoft.com/office/powerpoint/2010/main" val="980850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17 title">
    <p:spTree>
      <p:nvGrpSpPr>
        <p:cNvPr id="1" name=""/>
        <p:cNvGrpSpPr/>
        <p:nvPr/>
      </p:nvGrpSpPr>
      <p:grpSpPr>
        <a:xfrm>
          <a:off x="0" y="0"/>
          <a:ext cx="0" cy="0"/>
          <a:chOff x="0" y="0"/>
          <a:chExt cx="0" cy="0"/>
        </a:xfrm>
      </p:grpSpPr>
      <p:sp>
        <p:nvSpPr>
          <p:cNvPr id="6" name="Text"/>
          <p:cNvSpPr>
            <a:spLocks noGrp="1"/>
          </p:cNvSpPr>
          <p:nvPr>
            <p:ph type="body" sz="quarter" idx="15" hasCustomPrompt="1"/>
          </p:nvPr>
        </p:nvSpPr>
        <p:spPr bwMode="gray">
          <a:xfrm>
            <a:off x="550874"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49347" y="906993"/>
            <a:ext cx="11089442" cy="647849"/>
          </a:xfrm>
        </p:spPr>
        <p:txBody>
          <a:bodyPr/>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5" name="Foliennummer"/>
          <p:cNvSpPr>
            <a:spLocks noGrp="1"/>
          </p:cNvSpPr>
          <p:nvPr>
            <p:ph type="sldNum" sz="quarter" idx="16"/>
          </p:nvPr>
        </p:nvSpPr>
        <p:spPr bwMode="gray"/>
        <p:txBody>
          <a:bodyPr/>
          <a:lstStyle/>
          <a:p>
            <a:pPr defTabSz="914156"/>
            <a:fld id="{A7E14F4A-AFC2-4561-ABA6-CE2C50D3EED6}" type="slidenum">
              <a:rPr lang="de-DE" smtClean="0"/>
              <a:pPr defTabSz="914156"/>
              <a:t>‹#›</a:t>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Tree>
    <p:extLst>
      <p:ext uri="{BB962C8B-B14F-4D97-AF65-F5344CB8AC3E}">
        <p14:creationId xmlns:p14="http://schemas.microsoft.com/office/powerpoint/2010/main" val="1811956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P16_2 1 small  pic + text">
    <p:spTree>
      <p:nvGrpSpPr>
        <p:cNvPr id="1" name=""/>
        <p:cNvGrpSpPr/>
        <p:nvPr/>
      </p:nvGrpSpPr>
      <p:grpSpPr>
        <a:xfrm>
          <a:off x="0" y="0"/>
          <a:ext cx="0" cy="0"/>
          <a:chOff x="0" y="0"/>
          <a:chExt cx="0" cy="0"/>
        </a:xfrm>
      </p:grpSpPr>
      <p:sp>
        <p:nvSpPr>
          <p:cNvPr id="9" name="Bildplatzhalter"/>
          <p:cNvSpPr>
            <a:spLocks noGrp="1"/>
          </p:cNvSpPr>
          <p:nvPr>
            <p:ph type="pic" sz="quarter" idx="12"/>
          </p:nvPr>
        </p:nvSpPr>
        <p:spPr bwMode="gray">
          <a:xfrm>
            <a:off x="8040254" y="1558442"/>
            <a:ext cx="3600470" cy="4247017"/>
          </a:xfrm>
          <a:prstGeom prst="rect">
            <a:avLst/>
          </a:prstGeom>
          <a:solidFill>
            <a:schemeClr val="bg1"/>
          </a:solidFill>
        </p:spPr>
        <p:txBody>
          <a:bodyPr lIns="252000" tIns="252000" rIns="252000" bIns="252000" anchor="ctr" anchorCtr="0"/>
          <a:lstStyle>
            <a:lvl1pPr marL="0" indent="0" algn="ctr">
              <a:buFont typeface="Arial" panose="020B0604020202020204" pitchFamily="34" charset="0"/>
              <a:buNone/>
              <a:defRPr/>
            </a:lvl1pPr>
          </a:lstStyle>
          <a:p>
            <a:pPr lvl="0"/>
            <a:r>
              <a:rPr lang="zh-CN" altLang="en-US" noProof="0"/>
              <a:t>单击图标添加图片</a:t>
            </a:r>
            <a:endParaRPr lang="en-US" noProof="0" dirty="0"/>
          </a:p>
        </p:txBody>
      </p:sp>
      <p:sp>
        <p:nvSpPr>
          <p:cNvPr id="19" name="Textplatzhalter 2"/>
          <p:cNvSpPr>
            <a:spLocks noGrp="1"/>
          </p:cNvSpPr>
          <p:nvPr>
            <p:ph idx="15"/>
          </p:nvPr>
        </p:nvSpPr>
        <p:spPr bwMode="gray">
          <a:xfrm>
            <a:off x="550874" y="1558442"/>
            <a:ext cx="7344956" cy="4247017"/>
          </a:xfrm>
          <a:prstGeom prst="rect">
            <a:avLst/>
          </a:prstGeom>
        </p:spPr>
        <p:txBody>
          <a:bodyPr/>
          <a:lstStyle>
            <a:lvl1pPr marL="269656" marR="0" indent="-269656" algn="l" defTabSz="913235" rtl="0" eaLnBrk="1" fontAlgn="auto" latinLnBrk="0" hangingPunct="1">
              <a:lnSpc>
                <a:spcPct val="100000"/>
              </a:lnSpc>
              <a:spcBef>
                <a:spcPts val="999"/>
              </a:spcBef>
              <a:spcAft>
                <a:spcPts val="0"/>
              </a:spcAft>
              <a:buClr>
                <a:schemeClr val="accent2"/>
              </a:buClr>
              <a:buSzTx/>
              <a:buFont typeface="Wingdings" panose="05000000000000000000" pitchFamily="2" charset="2"/>
              <a:buChar char="§"/>
              <a:tabLst/>
              <a:defRPr lang="de-DE" baseline="0"/>
            </a:lvl1pPr>
            <a:lvl2pPr marL="719082" indent="-269656" defTabSz="913235">
              <a:spcAft>
                <a:spcPts val="0"/>
              </a:spcAft>
              <a:buClr>
                <a:schemeClr val="accent2"/>
              </a:buClr>
              <a:buFont typeface="Wingdings" panose="05000000000000000000" pitchFamily="2" charset="2"/>
              <a:defRPr lang="de-DE" dirty="0" smtClean="0"/>
            </a:lvl2pPr>
            <a:lvl3pPr marL="1078623" indent="-269656" defTabSz="913235">
              <a:spcAft>
                <a:spcPts val="0"/>
              </a:spcAft>
              <a:buClr>
                <a:schemeClr val="accent2"/>
              </a:buClr>
              <a:buFont typeface="Wingdings" panose="05000000000000000000" pitchFamily="2" charset="2"/>
              <a:defRPr lang="de-DE" dirty="0" smtClean="0"/>
            </a:lvl3pPr>
            <a:lvl4pPr marL="1438164" indent="-269656" defTabSz="913235">
              <a:spcAft>
                <a:spcPts val="0"/>
              </a:spcAft>
              <a:buClr>
                <a:schemeClr val="accent2"/>
              </a:buClr>
              <a:buFont typeface="Wingdings" panose="05000000000000000000" pitchFamily="2" charset="2"/>
              <a:defRPr lang="de-DE" dirty="0" smtClean="0"/>
            </a:lvl4pPr>
            <a:lvl5pPr marL="1797705" indent="-269656" defTabSz="913235">
              <a:spcAft>
                <a:spcPts val="0"/>
              </a:spcAft>
              <a:buClr>
                <a:schemeClr val="accent2"/>
              </a:buClr>
              <a:buFont typeface="Wingdings" panose="05000000000000000000" pitchFamily="2" charset="2"/>
              <a:defRPr lang="de-DE" dirty="0"/>
            </a:lvl5pPr>
            <a:lvl6pPr marL="2157245" indent="-269656" defTabSz="913235">
              <a:lnSpc>
                <a:spcPct val="100000"/>
              </a:lnSpc>
              <a:spcAft>
                <a:spcPts val="0"/>
              </a:spcAft>
              <a:buClr>
                <a:schemeClr val="accent2"/>
              </a:buClr>
              <a:buFont typeface="Wingdings" panose="05000000000000000000" pitchFamily="2" charset="2"/>
              <a:defRPr lang="de-DE" dirty="0" smtClean="0"/>
            </a:lvl6pPr>
            <a:lvl7pPr marL="2516788" indent="-269656" defTabSz="913235">
              <a:lnSpc>
                <a:spcPct val="100000"/>
              </a:lnSpc>
              <a:spcAft>
                <a:spcPts val="0"/>
              </a:spcAft>
              <a:buClr>
                <a:schemeClr val="accent2"/>
              </a:buClr>
              <a:buFont typeface="Wingdings" panose="05000000000000000000" pitchFamily="2" charset="2"/>
              <a:defRPr lang="de-DE" dirty="0" smtClean="0"/>
            </a:lvl7pPr>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endParaRPr lang="en-US" noProof="0" dirty="0"/>
          </a:p>
        </p:txBody>
      </p:sp>
      <p:sp>
        <p:nvSpPr>
          <p:cNvPr id="2" name="Titel"/>
          <p:cNvSpPr>
            <a:spLocks noGrp="1"/>
          </p:cNvSpPr>
          <p:nvPr>
            <p:ph type="title"/>
          </p:nvPr>
        </p:nvSpPr>
        <p:spPr bwMode="gray">
          <a:xfrm>
            <a:off x="550875" y="906990"/>
            <a:ext cx="11089442" cy="647851"/>
          </a:xfrm>
        </p:spPr>
        <p:txBody>
          <a:bodyPr/>
          <a:lstStyle>
            <a:lvl1pPr>
              <a:defRPr b="1" i="0">
                <a:latin typeface="微软雅黑" panose="020B0503020204020204" pitchFamily="34" charset="-122"/>
              </a:defRPr>
            </a:lvl1pPr>
          </a:lstStyle>
          <a:p>
            <a:r>
              <a:rPr lang="zh-CN" altLang="en-US" noProof="0"/>
              <a:t>单击此处编辑母版标题样式</a:t>
            </a:r>
            <a:endParaRPr lang="en-US" noProof="0" dirty="0"/>
          </a:p>
        </p:txBody>
      </p:sp>
      <p:sp>
        <p:nvSpPr>
          <p:cNvPr id="10" name="Textplatzhalter 1"/>
          <p:cNvSpPr>
            <a:spLocks noGrp="1"/>
          </p:cNvSpPr>
          <p:nvPr>
            <p:ph type="body" sz="quarter" idx="16"/>
          </p:nvPr>
        </p:nvSpPr>
        <p:spPr bwMode="gray">
          <a:xfrm>
            <a:off x="550875" y="467067"/>
            <a:ext cx="11089442" cy="431900"/>
          </a:xfrm>
          <a:noFill/>
        </p:spPr>
        <p:txBody>
          <a:bodyPr tIns="0" bIns="0" anchor="ctr" anchorCtr="0"/>
          <a:lstStyle>
            <a:lvl1pPr marL="0" indent="0">
              <a:buFontTx/>
              <a:buNone/>
              <a:defRPr/>
            </a:lvl1pPr>
          </a:lstStyle>
          <a:p>
            <a:pPr lvl="0"/>
            <a:r>
              <a:rPr lang="zh-CN" altLang="en-US" noProof="0"/>
              <a:t>单击此处编辑母版文本样式</a:t>
            </a:r>
          </a:p>
        </p:txBody>
      </p:sp>
      <p:sp>
        <p:nvSpPr>
          <p:cNvPr id="6" name="Fußzeilenplatzhalter">
            <a:extLst>
              <a:ext uri="{FF2B5EF4-FFF2-40B4-BE49-F238E27FC236}">
                <a16:creationId xmlns:a16="http://schemas.microsoft.com/office/drawing/2014/main" id="{1D3BCBC1-38BE-3B40-B0F1-5C1226862BD9}"/>
              </a:ext>
            </a:extLst>
          </p:cNvPr>
          <p:cNvSpPr>
            <a:spLocks noGrp="1"/>
          </p:cNvSpPr>
          <p:nvPr>
            <p:ph type="ftr" sz="quarter" idx="17"/>
          </p:nvPr>
        </p:nvSpPr>
        <p:spPr/>
        <p:txBody>
          <a:bodyPr wrap="square" numCol="1" anchorCtr="0" compatLnSpc="1">
            <a:prstTxWarp prst="textNoShape">
              <a:avLst/>
            </a:prstTxWarp>
          </a:bodyPr>
          <a:lstStyle>
            <a:lvl1pPr defTabSz="1086053" fontAlgn="base">
              <a:spcBef>
                <a:spcPct val="0"/>
              </a:spcBef>
              <a:spcAft>
                <a:spcPct val="0"/>
              </a:spcAft>
              <a:defRPr smtClean="0">
                <a:latin typeface="Microsoft YaHei" panose="020B0503020204020204" pitchFamily="34" charset="-122"/>
                <a:ea typeface="Microsoft YaHei" panose="020B0503020204020204" pitchFamily="34" charset="-122"/>
              </a:defRPr>
            </a:lvl1pPr>
          </a:lstStyle>
          <a:p>
            <a:r>
              <a:rPr lang="en-US" altLang="zh-CN"/>
              <a:t>Name of the Speaker / Title of the presentation / Date</a:t>
            </a:r>
            <a:endParaRPr lang="de-DE" altLang="zh-CN"/>
          </a:p>
        </p:txBody>
      </p:sp>
      <p:sp>
        <p:nvSpPr>
          <p:cNvPr id="7" name="Foliennummernplatzhalter">
            <a:extLst>
              <a:ext uri="{FF2B5EF4-FFF2-40B4-BE49-F238E27FC236}">
                <a16:creationId xmlns:a16="http://schemas.microsoft.com/office/drawing/2014/main" id="{87031719-A647-6347-A5B2-C93EBDEB1AC3}"/>
              </a:ext>
            </a:extLst>
          </p:cNvPr>
          <p:cNvSpPr>
            <a:spLocks noGrp="1"/>
          </p:cNvSpPr>
          <p:nvPr>
            <p:ph type="sldNum" sz="quarter" idx="18"/>
          </p:nvPr>
        </p:nvSpPr>
        <p:spPr>
          <a:xfrm>
            <a:off x="549848" y="6196063"/>
            <a:ext cx="171701" cy="153888"/>
          </a:xfrm>
        </p:spPr>
        <p:txBody>
          <a:bodyPr/>
          <a:lstStyle>
            <a:lvl1pPr defTabSz="913235">
              <a:defRPr/>
            </a:lvl1pPr>
          </a:lstStyle>
          <a:p>
            <a:fld id="{F1E2994F-EA8E-E94D-951E-CE3650B6EEE6}" type="slidenum">
              <a:rPr lang="de-DE" altLang="zh-CN"/>
              <a:pPr/>
              <a:t>‹#›</a:t>
            </a:fld>
            <a:endParaRPr lang="de-DE" altLang="zh-CN"/>
          </a:p>
        </p:txBody>
      </p:sp>
    </p:spTree>
    <p:extLst>
      <p:ext uri="{BB962C8B-B14F-4D97-AF65-F5344CB8AC3E}">
        <p14:creationId xmlns:p14="http://schemas.microsoft.com/office/powerpoint/2010/main" val="2246848544"/>
      </p:ext>
    </p:extLst>
  </p:cSld>
  <p:clrMapOvr>
    <a:masterClrMapping/>
  </p:clrMapOvr>
  <p:transition spd="med">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ank you optional 2">
    <p:spTree>
      <p:nvGrpSpPr>
        <p:cNvPr id="1" name=""/>
        <p:cNvGrpSpPr/>
        <p:nvPr/>
      </p:nvGrpSpPr>
      <p:grpSpPr>
        <a:xfrm>
          <a:off x="0" y="0"/>
          <a:ext cx="0" cy="0"/>
          <a:chOff x="0" y="0"/>
          <a:chExt cx="0" cy="0"/>
        </a:xfrm>
      </p:grpSpPr>
      <p:sp>
        <p:nvSpPr>
          <p:cNvPr id="7" name="Titel">
            <a:extLst>
              <a:ext uri="{FF2B5EF4-FFF2-40B4-BE49-F238E27FC236}">
                <a16:creationId xmlns:a16="http://schemas.microsoft.com/office/drawing/2014/main" id="{3D452C74-BB74-46D4-B3FB-A74E2CF15A31}"/>
              </a:ext>
            </a:extLst>
          </p:cNvPr>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a:extLst>
              <a:ext uri="{FF2B5EF4-FFF2-40B4-BE49-F238E27FC236}">
                <a16:creationId xmlns:a16="http://schemas.microsoft.com/office/drawing/2014/main" id="{472C2621-DA66-423F-9AD5-1E1514C3E2D8}"/>
              </a:ext>
            </a:extLst>
          </p:cNvPr>
          <p:cNvSpPr txBox="1">
            <a:spLocks/>
          </p:cNvSpPr>
          <p:nvPr userDrawn="1"/>
        </p:nvSpPr>
        <p:spPr bwMode="gray">
          <a:xfrm>
            <a:off x="6096000" y="2741903"/>
            <a:ext cx="5542791" cy="847379"/>
          </a:xfrm>
          <a:prstGeom prst="rect">
            <a:avLst/>
          </a:prstGeom>
        </p:spPr>
        <p:txBody>
          <a:bodyPr vert="horz" lIns="720000" tIns="0" rIns="0" bIns="0" rtlCol="0" anchor="t">
            <a:noAutofit/>
          </a:bodyPr>
          <a:lstStyle>
            <a:lvl1pPr algn="l" defTabSz="914430" rtl="0" eaLnBrk="1" latinLnBrk="0" hangingPunct="1">
              <a:spcBef>
                <a:spcPct val="0"/>
              </a:spcBef>
              <a:buNone/>
              <a:defRPr sz="2799" b="1" kern="1200">
                <a:solidFill>
                  <a:schemeClr val="tx1"/>
                </a:solidFill>
                <a:latin typeface="+mj-lt"/>
                <a:ea typeface="+mj-ea"/>
                <a:cs typeface="+mj-cs"/>
              </a:defRPr>
            </a:lvl1pPr>
          </a:lstStyle>
          <a:p>
            <a:r>
              <a:rPr lang="de-DE" sz="2800" b="0" dirty="0" err="1">
                <a:solidFill>
                  <a:schemeClr val="accent1"/>
                </a:solidFill>
                <a:latin typeface="+mn-lt"/>
              </a:rPr>
              <a:t>Thank</a:t>
            </a:r>
            <a:r>
              <a:rPr lang="de-DE" sz="2800" b="0" dirty="0">
                <a:solidFill>
                  <a:schemeClr val="accent1"/>
                </a:solidFill>
                <a:latin typeface="+mn-lt"/>
              </a:rPr>
              <a:t> </a:t>
            </a:r>
            <a:r>
              <a:rPr lang="de-DE" sz="2800" b="0" dirty="0" err="1">
                <a:solidFill>
                  <a:schemeClr val="accent1"/>
                </a:solidFill>
                <a:latin typeface="+mn-lt"/>
              </a:rPr>
              <a:t>you</a:t>
            </a:r>
            <a:endParaRPr lang="de-DE" sz="2800" b="0" dirty="0">
              <a:solidFill>
                <a:schemeClr val="accent1"/>
              </a:solidFill>
              <a:latin typeface="+mn-lt"/>
            </a:endParaRPr>
          </a:p>
        </p:txBody>
      </p:sp>
      <p:sp>
        <p:nvSpPr>
          <p:cNvPr id="8" name="Textplatzhalter 2">
            <a:extLst>
              <a:ext uri="{FF2B5EF4-FFF2-40B4-BE49-F238E27FC236}">
                <a16:creationId xmlns:a16="http://schemas.microsoft.com/office/drawing/2014/main" id="{89BACD32-4F26-4534-B58A-2C31C3FF4C76}"/>
              </a:ext>
            </a:extLst>
          </p:cNvPr>
          <p:cNvSpPr>
            <a:spLocks noGrp="1"/>
          </p:cNvSpPr>
          <p:nvPr>
            <p:ph type="body" sz="quarter" idx="13" hasCustomPrompt="1"/>
          </p:nvPr>
        </p:nvSpPr>
        <p:spPr>
          <a:xfrm>
            <a:off x="9466048" y="477838"/>
            <a:ext cx="2736000" cy="431800"/>
          </a:xfrm>
          <a:solidFill>
            <a:schemeClr val="accent2"/>
          </a:solidFill>
        </p:spPr>
        <p:txBody>
          <a:bodyPr rIns="540000" anchor="ctr" anchorCtr="0"/>
          <a:lstStyle>
            <a:lvl1pPr marL="0" indent="0" algn="r">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algn="r"/>
            <a:r>
              <a:rPr lang="de-DE" sz="1800" dirty="0" err="1">
                <a:solidFill>
                  <a:schemeClr val="bg1"/>
                </a:solidFill>
              </a:rPr>
              <a:t>Confidentiality</a:t>
            </a:r>
            <a:r>
              <a:rPr lang="de-DE" sz="1800" dirty="0">
                <a:solidFill>
                  <a:schemeClr val="bg1"/>
                </a:solidFill>
              </a:rPr>
              <a:t> </a:t>
            </a:r>
            <a:r>
              <a:rPr lang="de-DE" sz="1800" dirty="0" err="1">
                <a:solidFill>
                  <a:schemeClr val="bg1"/>
                </a:solidFill>
              </a:rPr>
              <a:t>class</a:t>
            </a:r>
            <a:endParaRPr lang="de-DE" sz="1800" dirty="0">
              <a:solidFill>
                <a:schemeClr val="bg1"/>
              </a:solidFill>
            </a:endParaRPr>
          </a:p>
        </p:txBody>
      </p:sp>
      <p:pic>
        <p:nvPicPr>
          <p:cNvPr id="2" name="Bildplatzhalter 13">
            <a:extLst>
              <a:ext uri="{FF2B5EF4-FFF2-40B4-BE49-F238E27FC236}">
                <a16:creationId xmlns:a16="http://schemas.microsoft.com/office/drawing/2014/main" id="{1DADE7CA-001A-7840-739C-1EA6C5A21F7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8461" r="24939"/>
          <a:stretch/>
        </p:blipFill>
        <p:spPr bwMode="gray">
          <a:xfrm>
            <a:off x="0" y="0"/>
            <a:ext cx="6095999" cy="6858000"/>
          </a:xfrm>
          <a:prstGeom prst="rect">
            <a:avLst/>
          </a:prstGeom>
        </p:spPr>
      </p:pic>
    </p:spTree>
    <p:extLst>
      <p:ext uri="{BB962C8B-B14F-4D97-AF65-F5344CB8AC3E}">
        <p14:creationId xmlns:p14="http://schemas.microsoft.com/office/powerpoint/2010/main" val="41755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1">
          <p15:clr>
            <a:srgbClr val="FBAE40"/>
          </p15:clr>
        </p15:guide>
        <p15:guide id="3" pos="429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17_2 1 small  pic + tex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50873" y="906992"/>
            <a:ext cx="11089444" cy="647849"/>
          </a:xfrm>
        </p:spPr>
        <p:txBody>
          <a:bodyPr/>
          <a:lstStyle>
            <a:lvl1pPr>
              <a:defRPr>
                <a:latin typeface="Microsoft YaHei" panose="020B0503020204020204" pitchFamily="34" charset="-122"/>
                <a:ea typeface="Microsoft YaHei" panose="020B0503020204020204" pitchFamily="34" charset="-122"/>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440"/>
            <a:ext cx="7344956" cy="4247016"/>
          </a:xfrm>
          <a:prstGeom prst="rect">
            <a:avLst/>
          </a:prstGeom>
        </p:spPr>
        <p:txBody>
          <a:bodyPr vert="horz" lIns="0" tIns="72000" rIns="0" bIns="72000" rtlCol="0">
            <a:noAutofit/>
          </a:bodyPr>
          <a:lstStyle>
            <a:lvl1pPr marL="270009" marR="0" indent="-270009"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lang="de-DE" baseline="0"/>
            </a:lvl1pPr>
            <a:lvl2pPr marL="720024" indent="-270009" defTabSz="914430">
              <a:spcAft>
                <a:spcPts val="0"/>
              </a:spcAft>
              <a:buClr>
                <a:schemeClr val="accent2"/>
              </a:buClr>
              <a:buFont typeface="Wingdings" panose="05000000000000000000" pitchFamily="2" charset="2"/>
              <a:defRPr lang="de-DE" dirty="0" smtClean="0"/>
            </a:lvl2pPr>
            <a:lvl3pPr marL="1080036" indent="-270009" defTabSz="914430">
              <a:spcAft>
                <a:spcPts val="0"/>
              </a:spcAft>
              <a:buClr>
                <a:schemeClr val="accent2"/>
              </a:buClr>
              <a:buFont typeface="Wingdings" panose="05000000000000000000" pitchFamily="2" charset="2"/>
              <a:defRPr lang="de-DE" dirty="0" smtClean="0"/>
            </a:lvl3pPr>
            <a:lvl4pPr marL="1440048" indent="-270009" defTabSz="914430">
              <a:spcAft>
                <a:spcPts val="0"/>
              </a:spcAft>
              <a:buClr>
                <a:schemeClr val="accent2"/>
              </a:buClr>
              <a:buFont typeface="Wingdings" panose="05000000000000000000" pitchFamily="2" charset="2"/>
              <a:defRPr lang="de-DE" dirty="0" smtClean="0"/>
            </a:lvl4pPr>
            <a:lvl5pPr marL="1800060" indent="-270009" defTabSz="914430">
              <a:spcAft>
                <a:spcPts val="0"/>
              </a:spcAft>
              <a:buClr>
                <a:schemeClr val="accent2"/>
              </a:buClr>
              <a:buFont typeface="Wingdings" panose="05000000000000000000" pitchFamily="2" charset="2"/>
              <a:defRPr lang="de-DE" dirty="0"/>
            </a:lvl5pPr>
            <a:lvl6pPr marL="2160072" indent="-270009" defTabSz="914430">
              <a:lnSpc>
                <a:spcPct val="100000"/>
              </a:lnSpc>
              <a:spcAft>
                <a:spcPts val="0"/>
              </a:spcAft>
              <a:buClr>
                <a:schemeClr val="accent2"/>
              </a:buClr>
              <a:buFont typeface="Wingdings" panose="05000000000000000000" pitchFamily="2" charset="2"/>
              <a:defRPr lang="de-DE" dirty="0" smtClean="0"/>
            </a:lvl6pPr>
            <a:lvl7pPr marL="2520084" indent="-270009" defTabSz="914430">
              <a:lnSpc>
                <a:spcPct val="100000"/>
              </a:lnSpc>
              <a:spcAft>
                <a:spcPts val="0"/>
              </a:spcAft>
              <a:buClr>
                <a:schemeClr val="accent2"/>
              </a:buClr>
              <a:buFont typeface="Wingdings" panose="05000000000000000000" pitchFamily="2" charset="2"/>
              <a:defRPr lang="de-DE" dirty="0" smtClean="0"/>
            </a:lvl7pPr>
          </a:lstStyle>
          <a:p>
            <a:pPr marL="270009" marR="0" lvl="0" indent="-270009" algn="l" defTabSz="91443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tabLst/>
              <a:defRPr/>
            </a:pPr>
            <a:r>
              <a:rPr lang="de-DE" noProof="0" dirty="0"/>
              <a:t>Click </a:t>
            </a:r>
            <a:r>
              <a:rPr lang="de-DE" noProof="0" dirty="0" err="1"/>
              <a:t>to</a:t>
            </a:r>
            <a:r>
              <a:rPr lang="de-DE" noProof="0" dirty="0"/>
              <a:t> </a:t>
            </a:r>
            <a:r>
              <a:rPr lang="de-DE" noProof="0" dirty="0" err="1"/>
              <a:t>insert</a:t>
            </a:r>
            <a:r>
              <a:rPr lang="de-DE" noProof="0" dirty="0"/>
              <a:t> </a:t>
            </a:r>
            <a:r>
              <a:rPr lang="de-DE" noProof="0" dirty="0" err="1"/>
              <a:t>text</a:t>
            </a:r>
            <a:r>
              <a:rPr lang="de-DE" noProof="0" dirty="0"/>
              <a:t>. </a:t>
            </a:r>
            <a:r>
              <a:rPr lang="de-DE" noProof="0" dirty="0" err="1"/>
              <a:t>For</a:t>
            </a:r>
            <a:r>
              <a:rPr lang="de-DE" noProof="0" dirty="0"/>
              <a:t> </a:t>
            </a:r>
            <a:r>
              <a:rPr lang="de-DE" noProof="0" dirty="0" err="1"/>
              <a:t>further</a:t>
            </a:r>
            <a:r>
              <a:rPr lang="de-DE" noProof="0" dirty="0"/>
              <a:t> </a:t>
            </a:r>
            <a:r>
              <a:rPr lang="de-DE" noProof="0" dirty="0" err="1"/>
              <a:t>chart</a:t>
            </a:r>
            <a:r>
              <a:rPr lang="de-DE" noProof="0" dirty="0"/>
              <a:t> </a:t>
            </a:r>
            <a:r>
              <a:rPr lang="de-DE" noProof="0" dirty="0" err="1"/>
              <a:t>layouts</a:t>
            </a:r>
            <a:r>
              <a:rPr lang="de-DE" noProof="0" dirty="0"/>
              <a:t>, </a:t>
            </a:r>
            <a:r>
              <a:rPr lang="de-DE" noProof="0" dirty="0" err="1"/>
              <a:t>please</a:t>
            </a:r>
            <a:r>
              <a:rPr lang="de-DE" noProof="0" dirty="0"/>
              <a:t> </a:t>
            </a:r>
            <a:r>
              <a:rPr lang="de-DE" noProof="0" dirty="0" err="1"/>
              <a:t>refer</a:t>
            </a:r>
            <a:r>
              <a:rPr lang="de-DE" noProof="0" dirty="0"/>
              <a:t> </a:t>
            </a:r>
            <a:r>
              <a:rPr lang="de-DE" noProof="0" dirty="0" err="1"/>
              <a:t>to</a:t>
            </a:r>
            <a:r>
              <a:rPr lang="de-DE" noProof="0" dirty="0"/>
              <a:t> Layout.</a:t>
            </a:r>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a:extLst>
              <a:ext uri="{FF2B5EF4-FFF2-40B4-BE49-F238E27FC236}">
                <a16:creationId xmlns:a16="http://schemas.microsoft.com/office/drawing/2014/main" id="{B93F4A5E-CA26-41A9-A304-3A8CEC8F31B2}"/>
              </a:ext>
            </a:extLst>
          </p:cNvPr>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9" indent="-285759" algn="ctr">
              <a:buNone/>
              <a:defRPr lang="de-DE" dirty="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p>
        </p:txBody>
      </p:sp>
      <p:sp>
        <p:nvSpPr>
          <p:cNvPr id="5" name="Foliennummer"/>
          <p:cNvSpPr>
            <a:spLocks noGrp="1"/>
          </p:cNvSpPr>
          <p:nvPr>
            <p:ph type="sldNum" sz="quarter" idx="17"/>
          </p:nvPr>
        </p:nvSpPr>
        <p:spPr bwMode="gray"/>
        <p:txBody>
          <a:bodyPr/>
          <a:lstStyle/>
          <a:p>
            <a:pPr defTabSz="914430"/>
            <a:fld id="{A7E14F4A-AFC2-4561-ABA6-CE2C50D3EED6}" type="slidenum">
              <a:rPr lang="de-DE" smtClean="0"/>
              <a:pPr defTabSz="914430"/>
              <a:t>‹#›</a:t>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Tree>
    <p:extLst>
      <p:ext uri="{BB962C8B-B14F-4D97-AF65-F5344CB8AC3E}">
        <p14:creationId xmlns:p14="http://schemas.microsoft.com/office/powerpoint/2010/main" val="1371709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74">
          <p15:clr>
            <a:srgbClr val="FBAE40"/>
          </p15:clr>
        </p15:guide>
        <p15:guide id="2" pos="5064">
          <p15:clr>
            <a:srgbClr val="FBAE40"/>
          </p15:clr>
        </p15:guide>
        <p15:guide id="4" orient="horz" pos="3656">
          <p15:clr>
            <a:srgbClr val="FBAE40"/>
          </p15:clr>
        </p15:guide>
        <p15:guide id="5" orient="horz" pos="3839">
          <p15:clr>
            <a:srgbClr val="FBAE40"/>
          </p15:clr>
        </p15:guide>
        <p15:guide id="6" orient="horz" pos="406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9" Type="http://schemas.openxmlformats.org/officeDocument/2006/relationships/slideLayout" Target="../slideLayouts/slideLayout70.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34" Type="http://schemas.openxmlformats.org/officeDocument/2006/relationships/slideLayout" Target="../slideLayouts/slideLayout65.xml"/><Relationship Id="rId42" Type="http://schemas.openxmlformats.org/officeDocument/2006/relationships/slideLayout" Target="../slideLayouts/slideLayout73.xml"/><Relationship Id="rId47" Type="http://schemas.openxmlformats.org/officeDocument/2006/relationships/image" Target="../media/image9.png"/><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33" Type="http://schemas.openxmlformats.org/officeDocument/2006/relationships/slideLayout" Target="../slideLayouts/slideLayout64.xml"/><Relationship Id="rId38" Type="http://schemas.openxmlformats.org/officeDocument/2006/relationships/slideLayout" Target="../slideLayouts/slideLayout69.xml"/><Relationship Id="rId46" Type="http://schemas.openxmlformats.org/officeDocument/2006/relationships/theme" Target="../theme/theme2.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41" Type="http://schemas.openxmlformats.org/officeDocument/2006/relationships/slideLayout" Target="../slideLayouts/slideLayout72.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slideLayout" Target="../slideLayouts/slideLayout63.xml"/><Relationship Id="rId37" Type="http://schemas.openxmlformats.org/officeDocument/2006/relationships/slideLayout" Target="../slideLayouts/slideLayout68.xml"/><Relationship Id="rId40" Type="http://schemas.openxmlformats.org/officeDocument/2006/relationships/slideLayout" Target="../slideLayouts/slideLayout71.xml"/><Relationship Id="rId45" Type="http://schemas.openxmlformats.org/officeDocument/2006/relationships/slideLayout" Target="../slideLayouts/slideLayout76.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36" Type="http://schemas.openxmlformats.org/officeDocument/2006/relationships/slideLayout" Target="../slideLayouts/slideLayout67.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4" Type="http://schemas.openxmlformats.org/officeDocument/2006/relationships/slideLayout" Target="../slideLayouts/slideLayout75.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 Id="rId35" Type="http://schemas.openxmlformats.org/officeDocument/2006/relationships/slideLayout" Target="../slideLayouts/slideLayout66.xml"/><Relationship Id="rId43"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Vermaßung"/>
          <p:cNvGrpSpPr/>
          <p:nvPr/>
        </p:nvGrpSpPr>
        <p:grpSpPr bwMode="gray">
          <a:xfrm>
            <a:off x="-346040" y="-294847"/>
            <a:ext cx="12340534" cy="7452206"/>
            <a:chOff x="-345996" y="-294916"/>
            <a:chExt cx="12338928" cy="7453932"/>
          </a:xfrm>
        </p:grpSpPr>
        <p:cxnSp>
          <p:nvCxnSpPr>
            <p:cNvPr id="41" name="Vermaßung"/>
            <p:cNvCxnSpPr/>
            <p:nvPr/>
          </p:nvCxnSpPr>
          <p:spPr bwMode="gray">
            <a:xfrm flipV="1">
              <a:off x="4289180" y="6867340"/>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2" name="Vermaßung"/>
            <p:cNvCxnSpPr/>
            <p:nvPr/>
          </p:nvCxnSpPr>
          <p:spPr bwMode="gray">
            <a:xfrm flipV="1">
              <a:off x="6163700" y="6867340"/>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3" name="Vermaßung"/>
            <p:cNvCxnSpPr/>
            <p:nvPr/>
          </p:nvCxnSpPr>
          <p:spPr bwMode="gray">
            <a:xfrm flipV="1">
              <a:off x="8034409" y="6867340"/>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44" name="Vermaßung"/>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5,00</a:t>
              </a:r>
            </a:p>
          </p:txBody>
        </p:sp>
        <p:sp>
          <p:nvSpPr>
            <p:cNvPr id="45" name="Vermaßung"/>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p>
          </p:txBody>
        </p:sp>
        <p:sp>
          <p:nvSpPr>
            <p:cNvPr id="46" name="Vermaßung"/>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a:t>
              </a:r>
            </a:p>
          </p:txBody>
        </p:sp>
        <p:cxnSp>
          <p:nvCxnSpPr>
            <p:cNvPr id="26" name="Vermaßung"/>
            <p:cNvCxnSpPr/>
            <p:nvPr/>
          </p:nvCxnSpPr>
          <p:spPr bwMode="gray">
            <a:xfrm flipV="1">
              <a:off x="549275"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27" name="Vermaßung"/>
            <p:cNvCxnSpPr/>
            <p:nvPr/>
          </p:nvCxnSpPr>
          <p:spPr bwMode="gray">
            <a:xfrm flipV="1">
              <a:off x="11639822"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1" name="Vermaßung"/>
            <p:cNvCxnSpPr/>
            <p:nvPr/>
          </p:nvCxnSpPr>
          <p:spPr bwMode="gray">
            <a:xfrm flipV="1">
              <a:off x="4149023"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7" name="Vermaßung"/>
            <p:cNvCxnSpPr/>
            <p:nvPr/>
          </p:nvCxnSpPr>
          <p:spPr bwMode="gray">
            <a:xfrm flipV="1">
              <a:off x="6021638"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9" name="Vermaßung"/>
            <p:cNvCxnSpPr/>
            <p:nvPr/>
          </p:nvCxnSpPr>
          <p:spPr bwMode="gray">
            <a:xfrm flipV="1">
              <a:off x="7894252"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24" name="Vermaßung"/>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p>
          </p:txBody>
        </p:sp>
        <p:sp>
          <p:nvSpPr>
            <p:cNvPr id="25" name="Vermaßung"/>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p>
          </p:txBody>
        </p:sp>
        <p:sp>
          <p:nvSpPr>
            <p:cNvPr id="32" name="Vermaßung"/>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5,40</a:t>
              </a:r>
            </a:p>
          </p:txBody>
        </p:sp>
        <p:sp>
          <p:nvSpPr>
            <p:cNvPr id="38" name="Vermaßung"/>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p>
          </p:txBody>
        </p:sp>
        <p:sp>
          <p:nvSpPr>
            <p:cNvPr id="40" name="Vermaßung"/>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a:t>
              </a:r>
            </a:p>
          </p:txBody>
        </p:sp>
        <p:sp>
          <p:nvSpPr>
            <p:cNvPr id="11" name="Vermaßung"/>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8,20</a:t>
              </a:r>
            </a:p>
          </p:txBody>
        </p:sp>
        <p:cxnSp>
          <p:nvCxnSpPr>
            <p:cNvPr id="12" name="Vermaßung"/>
            <p:cNvCxnSpPr/>
            <p:nvPr/>
          </p:nvCxnSpPr>
          <p:spPr bwMode="gray">
            <a:xfrm rot="5400000" flipV="1">
              <a:off x="-180000" y="332250"/>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3" name="Vermaßung"/>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7,00</a:t>
              </a:r>
            </a:p>
          </p:txBody>
        </p:sp>
        <p:cxnSp>
          <p:nvCxnSpPr>
            <p:cNvPr id="14" name="Vermaßung"/>
            <p:cNvCxnSpPr/>
            <p:nvPr/>
          </p:nvCxnSpPr>
          <p:spPr bwMode="gray">
            <a:xfrm rot="5400000" flipV="1">
              <a:off x="-180000" y="764050"/>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5" name="Vermaßung"/>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5,20</a:t>
              </a:r>
            </a:p>
          </p:txBody>
        </p:sp>
        <p:cxnSp>
          <p:nvCxnSpPr>
            <p:cNvPr id="16" name="Vermaßung"/>
            <p:cNvCxnSpPr/>
            <p:nvPr/>
          </p:nvCxnSpPr>
          <p:spPr bwMode="gray">
            <a:xfrm rot="5400000" flipV="1">
              <a:off x="-180000" y="1413794"/>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7" name="Vermaßung"/>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6,60</a:t>
              </a:r>
            </a:p>
          </p:txBody>
        </p:sp>
        <p:cxnSp>
          <p:nvCxnSpPr>
            <p:cNvPr id="18" name="Vermaßung"/>
            <p:cNvCxnSpPr/>
            <p:nvPr/>
          </p:nvCxnSpPr>
          <p:spPr bwMode="gray">
            <a:xfrm rot="5400000" flipV="1">
              <a:off x="-165996" y="5659273"/>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9" name="Vermaßung"/>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7,40</a:t>
              </a:r>
            </a:p>
          </p:txBody>
        </p:sp>
        <p:cxnSp>
          <p:nvCxnSpPr>
            <p:cNvPr id="20" name="Vermaßung"/>
            <p:cNvCxnSpPr/>
            <p:nvPr/>
          </p:nvCxnSpPr>
          <p:spPr bwMode="gray">
            <a:xfrm rot="5400000" flipV="1">
              <a:off x="-180000" y="5948825"/>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21" name="Vermaßung"/>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8,40</a:t>
              </a:r>
            </a:p>
          </p:txBody>
        </p:sp>
        <p:cxnSp>
          <p:nvCxnSpPr>
            <p:cNvPr id="22" name="Vermaßung"/>
            <p:cNvCxnSpPr/>
            <p:nvPr/>
          </p:nvCxnSpPr>
          <p:spPr bwMode="gray">
            <a:xfrm rot="5400000" flipV="1">
              <a:off x="-180000" y="6309188"/>
              <a:ext cx="0" cy="288000"/>
            </a:xfrm>
            <a:prstGeom prst="line">
              <a:avLst/>
            </a:prstGeom>
            <a:ln/>
          </p:spPr>
          <p:style>
            <a:lnRef idx="1">
              <a:schemeClr val="accent6"/>
            </a:lnRef>
            <a:fillRef idx="0">
              <a:schemeClr val="accent6"/>
            </a:fillRef>
            <a:effectRef idx="0">
              <a:schemeClr val="accent6"/>
            </a:effectRef>
            <a:fontRef idx="minor">
              <a:schemeClr val="tx1"/>
            </a:fontRef>
          </p:style>
        </p:cxnSp>
      </p:grpSp>
      <p:sp>
        <p:nvSpPr>
          <p:cNvPr id="2" name="Titel"/>
          <p:cNvSpPr>
            <a:spLocks noGrp="1"/>
          </p:cNvSpPr>
          <p:nvPr>
            <p:ph type="title"/>
          </p:nvPr>
        </p:nvSpPr>
        <p:spPr bwMode="gray">
          <a:xfrm>
            <a:off x="549347" y="906992"/>
            <a:ext cx="11089442" cy="647849"/>
          </a:xfrm>
          <a:prstGeom prst="rect">
            <a:avLst/>
          </a:prstGeom>
        </p:spPr>
        <p:txBody>
          <a:bodyPr vert="horz" lIns="0" tIns="0" rIns="0" bIns="0" rtlCol="0" anchor="t">
            <a:noAutofit/>
          </a:body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 name="Textbox"/>
          <p:cNvSpPr>
            <a:spLocks noGrp="1"/>
          </p:cNvSpPr>
          <p:nvPr>
            <p:ph type="body" idx="1"/>
          </p:nvPr>
        </p:nvSpPr>
        <p:spPr bwMode="gray">
          <a:xfrm>
            <a:off x="551280" y="1557434"/>
            <a:ext cx="11089444" cy="4247016"/>
          </a:xfrm>
          <a:prstGeom prst="rect">
            <a:avLst/>
          </a:prstGeom>
        </p:spPr>
        <p:txBody>
          <a:bodyPr vert="horz" lIns="0" tIns="72000" rIns="0" bIns="72000" rtlCol="0">
            <a:noAutofit/>
          </a:bodyPr>
          <a:lstStyle/>
          <a:p>
            <a:pPr marL="270009" lvl="0" indent="-270009" defTabSz="914430">
              <a:spcAft>
                <a:spcPts val="0"/>
              </a:spcAft>
              <a:buClr>
                <a:schemeClr val="accent2"/>
              </a:buClr>
              <a:buFont typeface="Wingdings" panose="05000000000000000000" pitchFamily="2" charset="2"/>
            </a:pPr>
            <a:r>
              <a:rPr lang="de-DE" dirty="0"/>
              <a:t>First </a:t>
            </a:r>
            <a:r>
              <a:rPr lang="de-DE" dirty="0" err="1"/>
              <a:t>level</a:t>
            </a:r>
            <a:endParaRPr lang="de-DE" noProof="0" dirty="0"/>
          </a:p>
          <a:p>
            <a:pPr marL="720024" lvl="1" indent="-270009" defTabSz="91443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036" lvl="2" indent="-270009" defTabSz="91443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048" lvl="3" indent="-270009" defTabSz="91443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060" lvl="4" indent="-270009" defTabSz="91443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072" lvl="5" indent="-270009" defTabSz="91443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084" lvl="6" indent="-270009" defTabSz="91443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5" name="Fußzeile">
            <a:extLst>
              <a:ext uri="{FF2B5EF4-FFF2-40B4-BE49-F238E27FC236}">
                <a16:creationId xmlns:a16="http://schemas.microsoft.com/office/drawing/2014/main" id="{3A288C61-AF3D-46C0-9B7C-A10C836A0195}"/>
              </a:ext>
            </a:extLst>
          </p:cNvPr>
          <p:cNvSpPr>
            <a:spLocks noGrp="1"/>
          </p:cNvSpPr>
          <p:nvPr>
            <p:ph type="ftr" sz="quarter" idx="3"/>
          </p:nvPr>
        </p:nvSpPr>
        <p:spPr bwMode="gray">
          <a:xfrm>
            <a:off x="864115" y="6091416"/>
            <a:ext cx="5233473" cy="359916"/>
          </a:xfrm>
          <a:prstGeom prst="rect">
            <a:avLst/>
          </a:prstGeom>
        </p:spPr>
        <p:txBody>
          <a:bodyPr vert="horz" lIns="0" tIns="0" rIns="0" bIns="0" rtlCol="0" anchor="ctr"/>
          <a:lstStyle>
            <a:lvl1pPr algn="l">
              <a:defRPr sz="1000">
                <a:solidFill>
                  <a:schemeClr val="tx1"/>
                </a:solidFill>
              </a:defRPr>
            </a:lvl1pPr>
          </a:lstStyle>
          <a:p>
            <a:r>
              <a:rPr lang="en-US"/>
              <a:t>Name of the speaker / title of the presentation / date / confidentiality class</a:t>
            </a:r>
            <a:endParaRPr lang="de-DE" dirty="0"/>
          </a:p>
        </p:txBody>
      </p:sp>
      <p:sp>
        <p:nvSpPr>
          <p:cNvPr id="36" name="Foliennummer">
            <a:extLst>
              <a:ext uri="{FF2B5EF4-FFF2-40B4-BE49-F238E27FC236}">
                <a16:creationId xmlns:a16="http://schemas.microsoft.com/office/drawing/2014/main" id="{B800D8FD-0523-4395-B6F1-D5E21647DE1C}"/>
              </a:ext>
            </a:extLst>
          </p:cNvPr>
          <p:cNvSpPr>
            <a:spLocks noGrp="1"/>
          </p:cNvSpPr>
          <p:nvPr>
            <p:ph type="sldNum" sz="quarter" idx="4"/>
          </p:nvPr>
        </p:nvSpPr>
        <p:spPr bwMode="gray">
          <a:xfrm>
            <a:off x="549345" y="6091416"/>
            <a:ext cx="252034" cy="359916"/>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smtClean="0"/>
              <a:pPr/>
              <a:t>‹#›</a:t>
            </a:fld>
            <a:endParaRPr lang="de-DE" dirty="0"/>
          </a:p>
        </p:txBody>
      </p:sp>
      <p:sp>
        <p:nvSpPr>
          <p:cNvPr id="48" name="PPT Version">
            <a:extLst>
              <a:ext uri="{FF2B5EF4-FFF2-40B4-BE49-F238E27FC236}">
                <a16:creationId xmlns:a16="http://schemas.microsoft.com/office/drawing/2014/main" id="{FFF216E2-82AD-49A6-BE80-58AC890679F5}"/>
              </a:ext>
            </a:extLst>
          </p:cNvPr>
          <p:cNvSpPr txBox="1">
            <a:spLocks noChangeArrowheads="1"/>
          </p:cNvSpPr>
          <p:nvPr/>
        </p:nvSpPr>
        <p:spPr bwMode="gray">
          <a:xfrm>
            <a:off x="12442523" y="6178843"/>
            <a:ext cx="720094" cy="215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5" tIns="0" rIns="36005" bIns="0">
            <a:noAutofit/>
          </a:bodyPr>
          <a:lstStyle/>
          <a:p>
            <a:r>
              <a:rPr lang="de-DE" sz="1300" dirty="0">
                <a:solidFill>
                  <a:schemeClr val="tx1"/>
                </a:solidFill>
                <a:latin typeface="Arial" panose="020B0604020202020204" pitchFamily="34" charset="0"/>
              </a:rPr>
              <a:t>2024-1 de</a:t>
            </a:r>
          </a:p>
        </p:txBody>
      </p:sp>
    </p:spTree>
    <p:extLst>
      <p:ext uri="{BB962C8B-B14F-4D97-AF65-F5344CB8AC3E}">
        <p14:creationId xmlns:p14="http://schemas.microsoft.com/office/powerpoint/2010/main" val="346810247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30" rtl="0" eaLnBrk="1" latinLnBrk="0" hangingPunct="1">
        <a:spcBef>
          <a:spcPct val="0"/>
        </a:spcBef>
        <a:buNone/>
        <a:defRPr sz="2799" b="1" kern="1200">
          <a:solidFill>
            <a:schemeClr val="tx1"/>
          </a:solidFill>
          <a:latin typeface="+mj-lt"/>
          <a:ea typeface="+mj-ea"/>
          <a:cs typeface="+mj-cs"/>
        </a:defRPr>
      </a:lvl1pPr>
    </p:titleStyle>
    <p:bodyStyle>
      <a:lvl1pPr marL="204788" indent="-204788" algn="l" defTabSz="91443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1pPr>
      <a:lvl2pPr marL="720024" indent="-270009" algn="l" defTabSz="91443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2pPr>
      <a:lvl3pPr marL="1080036" indent="-270009" algn="l" defTabSz="91443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3pPr>
      <a:lvl4pPr marL="1440048" indent="-270009" algn="l" defTabSz="91443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4pPr>
      <a:lvl5pPr marL="1800060" indent="-270009" algn="l" defTabSz="91443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5pPr>
      <a:lvl6pPr marL="2160072" indent="-270009" algn="l" defTabSz="91443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6pPr>
      <a:lvl7pPr marL="2520084" indent="-270009" algn="l" defTabSz="91443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7pPr>
      <a:lvl8pPr marL="3429114" indent="-228607" algn="l" defTabSz="91443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330" indent="-228607" algn="l" defTabSz="91443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30" rtl="0" eaLnBrk="1" latinLnBrk="0" hangingPunct="1">
        <a:defRPr sz="1800" kern="1200">
          <a:solidFill>
            <a:schemeClr val="tx1"/>
          </a:solidFill>
          <a:latin typeface="+mn-lt"/>
          <a:ea typeface="+mn-ea"/>
          <a:cs typeface="+mn-cs"/>
        </a:defRPr>
      </a:lvl1pPr>
      <a:lvl2pPr marL="457216" algn="l" defTabSz="914430" rtl="0" eaLnBrk="1" latinLnBrk="0" hangingPunct="1">
        <a:defRPr sz="1800" kern="1200">
          <a:solidFill>
            <a:schemeClr val="tx1"/>
          </a:solidFill>
          <a:latin typeface="+mn-lt"/>
          <a:ea typeface="+mn-ea"/>
          <a:cs typeface="+mn-cs"/>
        </a:defRPr>
      </a:lvl2pPr>
      <a:lvl3pPr marL="914430" algn="l" defTabSz="914430" rtl="0" eaLnBrk="1" latinLnBrk="0" hangingPunct="1">
        <a:defRPr sz="1800" kern="1200">
          <a:solidFill>
            <a:schemeClr val="tx1"/>
          </a:solidFill>
          <a:latin typeface="+mn-lt"/>
          <a:ea typeface="+mn-ea"/>
          <a:cs typeface="+mn-cs"/>
        </a:defRPr>
      </a:lvl3pPr>
      <a:lvl4pPr marL="1371646" algn="l" defTabSz="914430" rtl="0" eaLnBrk="1" latinLnBrk="0" hangingPunct="1">
        <a:defRPr sz="1800" kern="1200">
          <a:solidFill>
            <a:schemeClr val="tx1"/>
          </a:solidFill>
          <a:latin typeface="+mn-lt"/>
          <a:ea typeface="+mn-ea"/>
          <a:cs typeface="+mn-cs"/>
        </a:defRPr>
      </a:lvl4pPr>
      <a:lvl5pPr marL="1828861" algn="l" defTabSz="914430" rtl="0" eaLnBrk="1" latinLnBrk="0" hangingPunct="1">
        <a:defRPr sz="1800" kern="1200">
          <a:solidFill>
            <a:schemeClr val="tx1"/>
          </a:solidFill>
          <a:latin typeface="+mn-lt"/>
          <a:ea typeface="+mn-ea"/>
          <a:cs typeface="+mn-cs"/>
        </a:defRPr>
      </a:lvl5pPr>
      <a:lvl6pPr marL="2286077" algn="l" defTabSz="914430" rtl="0" eaLnBrk="1" latinLnBrk="0" hangingPunct="1">
        <a:defRPr sz="1800" kern="1200">
          <a:solidFill>
            <a:schemeClr val="tx1"/>
          </a:solidFill>
          <a:latin typeface="+mn-lt"/>
          <a:ea typeface="+mn-ea"/>
          <a:cs typeface="+mn-cs"/>
        </a:defRPr>
      </a:lvl6pPr>
      <a:lvl7pPr marL="2743290" algn="l" defTabSz="914430" rtl="0" eaLnBrk="1" latinLnBrk="0" hangingPunct="1">
        <a:defRPr sz="1800" kern="1200">
          <a:solidFill>
            <a:schemeClr val="tx1"/>
          </a:solidFill>
          <a:latin typeface="+mn-lt"/>
          <a:ea typeface="+mn-ea"/>
          <a:cs typeface="+mn-cs"/>
        </a:defRPr>
      </a:lvl7pPr>
      <a:lvl8pPr marL="3200507" algn="l" defTabSz="914430" rtl="0" eaLnBrk="1" latinLnBrk="0" hangingPunct="1">
        <a:defRPr sz="1800" kern="1200">
          <a:solidFill>
            <a:schemeClr val="tx1"/>
          </a:solidFill>
          <a:latin typeface="+mn-lt"/>
          <a:ea typeface="+mn-ea"/>
          <a:cs typeface="+mn-cs"/>
        </a:defRPr>
      </a:lvl8pPr>
      <a:lvl9pPr marL="3657721" algn="l" defTabSz="91443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1">
          <p15:clr>
            <a:srgbClr val="F26B43"/>
          </p15:clr>
        </p15:guide>
        <p15:guide id="2" orient="horz" pos="301">
          <p15:clr>
            <a:srgbClr val="F26B43"/>
          </p15:clr>
        </p15:guide>
        <p15:guide id="3" orient="horz" pos="573">
          <p15:clr>
            <a:srgbClr val="F26B43"/>
          </p15:clr>
        </p15:guide>
        <p15:guide id="4" orient="horz" pos="982">
          <p15:clr>
            <a:srgbClr val="F26B43"/>
          </p15:clr>
        </p15:guide>
        <p15:guide id="8" orient="horz" pos="2160">
          <p15:clr>
            <a:srgbClr val="F26B43"/>
          </p15:clr>
        </p15:guide>
        <p15:guide id="9" pos="347">
          <p15:clr>
            <a:srgbClr val="F26B43"/>
          </p15:clr>
        </p15:guide>
        <p15:guide id="14" pos="7333">
          <p15:clr>
            <a:srgbClr val="F26B43"/>
          </p15:clr>
        </p15:guide>
        <p15:guide id="15" orient="horz" pos="3657">
          <p15:clr>
            <a:srgbClr val="F26B43"/>
          </p15:clr>
        </p15:guide>
        <p15:guide id="16" orient="horz" pos="3838">
          <p15:clr>
            <a:srgbClr val="F26B43"/>
          </p15:clr>
        </p15:guide>
        <p15:guide id="17" orient="horz" pos="406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Logo"/>
          <p:cNvPicPr>
            <a:picLocks noChangeAspect="1"/>
          </p:cNvPicPr>
          <p:nvPr/>
        </p:nvPicPr>
        <p:blipFill>
          <a:blip r:embed="rId47">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grpSp>
        <p:nvGrpSpPr>
          <p:cNvPr id="47" name="Vermaßung"/>
          <p:cNvGrpSpPr/>
          <p:nvPr/>
        </p:nvGrpSpPr>
        <p:grpSpPr bwMode="gray">
          <a:xfrm>
            <a:off x="-346041" y="-294848"/>
            <a:ext cx="12340534" cy="7452206"/>
            <a:chOff x="-345996" y="-294916"/>
            <a:chExt cx="12338928" cy="7453932"/>
          </a:xfrm>
        </p:grpSpPr>
        <p:cxnSp>
          <p:nvCxnSpPr>
            <p:cNvPr id="41" name="Gerade Verbindung 40"/>
            <p:cNvCxnSpPr/>
            <p:nvPr/>
          </p:nvCxnSpPr>
          <p:spPr bwMode="gray">
            <a:xfrm flipV="1">
              <a:off x="4289180" y="6867340"/>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2" name="Gerade Verbindung 41"/>
            <p:cNvCxnSpPr/>
            <p:nvPr/>
          </p:nvCxnSpPr>
          <p:spPr bwMode="gray">
            <a:xfrm flipV="1">
              <a:off x="6163700" y="6867340"/>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43" name="Gerade Verbindung 42"/>
            <p:cNvCxnSpPr/>
            <p:nvPr/>
          </p:nvCxnSpPr>
          <p:spPr bwMode="gray">
            <a:xfrm flipV="1">
              <a:off x="8034409" y="6867340"/>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44" name="Textfeld 39"/>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5,00</a:t>
              </a:r>
            </a:p>
          </p:txBody>
        </p:sp>
        <p:sp>
          <p:nvSpPr>
            <p:cNvPr id="45" name="Textfeld 39"/>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0,20</a:t>
              </a:r>
            </a:p>
          </p:txBody>
        </p:sp>
        <p:sp>
          <p:nvSpPr>
            <p:cNvPr id="46" name="Textfeld 45"/>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5,4</a:t>
              </a:r>
            </a:p>
          </p:txBody>
        </p:sp>
        <p:cxnSp>
          <p:nvCxnSpPr>
            <p:cNvPr id="26" name="Gerade Verbindung 25"/>
            <p:cNvCxnSpPr/>
            <p:nvPr/>
          </p:nvCxnSpPr>
          <p:spPr bwMode="gray">
            <a:xfrm flipV="1">
              <a:off x="549275"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27" name="Gerade Verbindung 26"/>
            <p:cNvCxnSpPr/>
            <p:nvPr/>
          </p:nvCxnSpPr>
          <p:spPr bwMode="gray">
            <a:xfrm flipV="1">
              <a:off x="11639822"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1" name="Gerade Verbindung 30"/>
            <p:cNvCxnSpPr/>
            <p:nvPr/>
          </p:nvCxnSpPr>
          <p:spPr bwMode="gray">
            <a:xfrm flipV="1">
              <a:off x="4149023"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7" name="Gerade Verbindung 36"/>
            <p:cNvCxnSpPr/>
            <p:nvPr/>
          </p:nvCxnSpPr>
          <p:spPr bwMode="gray">
            <a:xfrm flipV="1">
              <a:off x="6021638"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39" name="Gerade Verbindung 38"/>
            <p:cNvCxnSpPr/>
            <p:nvPr/>
          </p:nvCxnSpPr>
          <p:spPr bwMode="gray">
            <a:xfrm flipV="1">
              <a:off x="7894252" y="-294916"/>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24" name="Textfeld 39"/>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15,40</a:t>
              </a:r>
            </a:p>
          </p:txBody>
        </p:sp>
        <p:sp>
          <p:nvSpPr>
            <p:cNvPr id="25" name="Textfeld 39"/>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15,40</a:t>
              </a:r>
            </a:p>
          </p:txBody>
        </p:sp>
        <p:sp>
          <p:nvSpPr>
            <p:cNvPr id="32" name="Textfeld 39"/>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5,40</a:t>
              </a:r>
            </a:p>
          </p:txBody>
        </p:sp>
        <p:sp>
          <p:nvSpPr>
            <p:cNvPr id="38" name="Textfeld 39"/>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0,20</a:t>
              </a:r>
            </a:p>
          </p:txBody>
        </p:sp>
        <p:sp>
          <p:nvSpPr>
            <p:cNvPr id="40" name="Textfeld 39"/>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l">
                <a:lnSpc>
                  <a:spcPct val="100000"/>
                </a:lnSpc>
              </a:pPr>
              <a:r>
                <a:rPr lang="de-DE" sz="800" b="0" i="0" kern="0" baseline="0" dirty="0">
                  <a:solidFill>
                    <a:schemeClr val="tx2"/>
                  </a:solidFill>
                  <a:latin typeface="微软雅黑" panose="020B0503020204020204" pitchFamily="34" charset="-122"/>
                </a:rPr>
                <a:t>5,0</a:t>
              </a:r>
            </a:p>
          </p:txBody>
        </p:sp>
        <p:sp>
          <p:nvSpPr>
            <p:cNvPr id="11" name="Textfeld 39"/>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8,20</a:t>
              </a:r>
            </a:p>
          </p:txBody>
        </p:sp>
        <p:cxnSp>
          <p:nvCxnSpPr>
            <p:cNvPr id="12" name="Gerade Verbindung 11"/>
            <p:cNvCxnSpPr/>
            <p:nvPr/>
          </p:nvCxnSpPr>
          <p:spPr bwMode="gray">
            <a:xfrm rot="5400000" flipV="1">
              <a:off x="-180000" y="332250"/>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3" name="Textfeld 39"/>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7,00</a:t>
              </a:r>
            </a:p>
          </p:txBody>
        </p:sp>
        <p:cxnSp>
          <p:nvCxnSpPr>
            <p:cNvPr id="14" name="Gerade Verbindung 13"/>
            <p:cNvCxnSpPr/>
            <p:nvPr/>
          </p:nvCxnSpPr>
          <p:spPr bwMode="gray">
            <a:xfrm rot="5400000" flipV="1">
              <a:off x="-180000" y="764050"/>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5" name="Textfeld 39"/>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5,20</a:t>
              </a:r>
            </a:p>
          </p:txBody>
        </p:sp>
        <p:cxnSp>
          <p:nvCxnSpPr>
            <p:cNvPr id="16" name="Gerade Verbindung 15"/>
            <p:cNvCxnSpPr/>
            <p:nvPr/>
          </p:nvCxnSpPr>
          <p:spPr bwMode="gray">
            <a:xfrm rot="5400000" flipV="1">
              <a:off x="-180000" y="1413794"/>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7" name="Textfeld 39"/>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6,60</a:t>
              </a:r>
            </a:p>
          </p:txBody>
        </p:sp>
        <p:cxnSp>
          <p:nvCxnSpPr>
            <p:cNvPr id="18" name="Gerade Verbindung 17"/>
            <p:cNvCxnSpPr/>
            <p:nvPr/>
          </p:nvCxnSpPr>
          <p:spPr bwMode="gray">
            <a:xfrm rot="5400000" flipV="1">
              <a:off x="-165996" y="5659273"/>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19" name="Textfeld 39"/>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7,40</a:t>
              </a:r>
            </a:p>
          </p:txBody>
        </p:sp>
        <p:cxnSp>
          <p:nvCxnSpPr>
            <p:cNvPr id="20" name="Gerade Verbindung 19"/>
            <p:cNvCxnSpPr/>
            <p:nvPr/>
          </p:nvCxnSpPr>
          <p:spPr bwMode="gray">
            <a:xfrm rot="5400000" flipV="1">
              <a:off x="-180000" y="5948825"/>
              <a:ext cx="0" cy="288000"/>
            </a:xfrm>
            <a:prstGeom prst="line">
              <a:avLst/>
            </a:prstGeom>
            <a:ln/>
          </p:spPr>
          <p:style>
            <a:lnRef idx="1">
              <a:schemeClr val="accent6"/>
            </a:lnRef>
            <a:fillRef idx="0">
              <a:schemeClr val="accent6"/>
            </a:fillRef>
            <a:effectRef idx="0">
              <a:schemeClr val="accent6"/>
            </a:effectRef>
            <a:fontRef idx="minor">
              <a:schemeClr val="tx1"/>
            </a:fontRef>
          </p:style>
        </p:cxnSp>
        <p:sp>
          <p:nvSpPr>
            <p:cNvPr id="21" name="Textfeld 39"/>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r">
                <a:lnSpc>
                  <a:spcPct val="100000"/>
                </a:lnSpc>
              </a:pPr>
              <a:r>
                <a:rPr lang="de-DE" sz="800" b="0" i="0" kern="0" baseline="0" dirty="0">
                  <a:solidFill>
                    <a:schemeClr val="tx2"/>
                  </a:solidFill>
                  <a:latin typeface="微软雅黑" panose="020B0503020204020204" pitchFamily="34" charset="-122"/>
                </a:rPr>
                <a:t>8,40</a:t>
              </a:r>
            </a:p>
          </p:txBody>
        </p:sp>
        <p:cxnSp>
          <p:nvCxnSpPr>
            <p:cNvPr id="22" name="Gerade Verbindung 21"/>
            <p:cNvCxnSpPr/>
            <p:nvPr/>
          </p:nvCxnSpPr>
          <p:spPr bwMode="gray">
            <a:xfrm rot="5400000" flipV="1">
              <a:off x="-180000" y="6309188"/>
              <a:ext cx="0" cy="288000"/>
            </a:xfrm>
            <a:prstGeom prst="line">
              <a:avLst/>
            </a:prstGeom>
            <a:ln/>
          </p:spPr>
          <p:style>
            <a:lnRef idx="1">
              <a:schemeClr val="accent6"/>
            </a:lnRef>
            <a:fillRef idx="0">
              <a:schemeClr val="accent6"/>
            </a:fillRef>
            <a:effectRef idx="0">
              <a:schemeClr val="accent6"/>
            </a:effectRef>
            <a:fontRef idx="minor">
              <a:schemeClr val="tx1"/>
            </a:fontRef>
          </p:style>
        </p:cxnSp>
      </p:grpSp>
      <p:sp>
        <p:nvSpPr>
          <p:cNvPr id="28" name="PPT Version"/>
          <p:cNvSpPr txBox="1">
            <a:spLocks noChangeArrowheads="1"/>
          </p:cNvSpPr>
          <p:nvPr/>
        </p:nvSpPr>
        <p:spPr bwMode="gray">
          <a:xfrm>
            <a:off x="12223448" y="6131217"/>
            <a:ext cx="720094" cy="2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5992" tIns="0" rIns="35992" bIns="0">
            <a:noAutofit/>
          </a:bodyPr>
          <a:lstStyle/>
          <a:p>
            <a:r>
              <a:rPr lang="de-DE" sz="1300" b="0" i="0" dirty="0">
                <a:solidFill>
                  <a:schemeClr val="tx1"/>
                </a:solidFill>
                <a:latin typeface="微软雅黑" panose="020B0503020204020204" pitchFamily="34" charset="-122"/>
              </a:rPr>
              <a:t>P16a -</a:t>
            </a:r>
            <a:r>
              <a:rPr lang="en-US" altLang="zh-CN" sz="1300" b="0" i="0" dirty="0">
                <a:solidFill>
                  <a:schemeClr val="tx1"/>
                </a:solidFill>
                <a:latin typeface="微软雅黑" panose="020B0503020204020204" pitchFamily="34" charset="-122"/>
              </a:rPr>
              <a:t>c</a:t>
            </a:r>
            <a:r>
              <a:rPr lang="de-DE" sz="1300" b="0" i="0" dirty="0" err="1">
                <a:solidFill>
                  <a:schemeClr val="tx1"/>
                </a:solidFill>
                <a:latin typeface="微软雅黑" panose="020B0503020204020204" pitchFamily="34" charset="-122"/>
              </a:rPr>
              <a:t>n</a:t>
            </a:r>
            <a:endParaRPr lang="de-DE" sz="1300" b="0" i="0" dirty="0">
              <a:solidFill>
                <a:schemeClr val="tx1"/>
              </a:solidFill>
              <a:latin typeface="微软雅黑" panose="020B0503020204020204" pitchFamily="34" charset="-122"/>
            </a:endParaRPr>
          </a:p>
        </p:txBody>
      </p:sp>
      <p:sp>
        <p:nvSpPr>
          <p:cNvPr id="2" name="Titel"/>
          <p:cNvSpPr>
            <a:spLocks noGrp="1"/>
          </p:cNvSpPr>
          <p:nvPr>
            <p:ph type="title"/>
          </p:nvPr>
        </p:nvSpPr>
        <p:spPr bwMode="gray">
          <a:xfrm>
            <a:off x="549347" y="906990"/>
            <a:ext cx="11089442" cy="647850"/>
          </a:xfrm>
          <a:prstGeom prst="rect">
            <a:avLst/>
          </a:prstGeom>
        </p:spPr>
        <p:txBody>
          <a:bodyPr vert="horz" lIns="0" tIns="0" rIns="0" bIns="0" rtlCol="0" anchor="t">
            <a:noAutofit/>
          </a:bodyPr>
          <a:lstStyle/>
          <a:p>
            <a:r>
              <a:rPr lang="en-US" noProof="0" dirty="0"/>
              <a:t>Please insert the topic of the slide</a:t>
            </a:r>
          </a:p>
        </p:txBody>
      </p:sp>
      <p:sp>
        <p:nvSpPr>
          <p:cNvPr id="3" name="Textbox"/>
          <p:cNvSpPr>
            <a:spLocks noGrp="1"/>
          </p:cNvSpPr>
          <p:nvPr>
            <p:ph type="body" idx="1"/>
          </p:nvPr>
        </p:nvSpPr>
        <p:spPr bwMode="gray">
          <a:xfrm>
            <a:off x="551279" y="1557433"/>
            <a:ext cx="11089443" cy="4247017"/>
          </a:xfrm>
          <a:prstGeom prst="rect">
            <a:avLst/>
          </a:prstGeom>
        </p:spPr>
        <p:txBody>
          <a:bodyPr vert="horz" lIns="0" tIns="72000" rIns="0" bIns="72000" rtlCol="0">
            <a:noAutofit/>
          </a:bodyPr>
          <a:lstStyle/>
          <a:p>
            <a:pPr marL="269946" lvl="0" indent="-269946" defTabSz="914217">
              <a:spcAft>
                <a:spcPts val="0"/>
              </a:spcAft>
              <a:buClr>
                <a:schemeClr val="accent2"/>
              </a:buClr>
              <a:buFont typeface="Wingdings" panose="05000000000000000000" pitchFamily="2" charset="2"/>
            </a:pPr>
            <a:r>
              <a:rPr lang="en-US" dirty="0"/>
              <a:t>Click to insert text.</a:t>
            </a:r>
            <a:endParaRPr lang="en-US" noProof="0" dirty="0"/>
          </a:p>
          <a:p>
            <a:pPr marL="719856" lvl="1" indent="-269946" defTabSz="914217">
              <a:spcAft>
                <a:spcPts val="0"/>
              </a:spcAft>
              <a:buClr>
                <a:schemeClr val="accent2"/>
              </a:buClr>
              <a:buFont typeface="Wingdings" panose="05000000000000000000" pitchFamily="2" charset="2"/>
            </a:pPr>
            <a:r>
              <a:rPr lang="en-US" noProof="0" dirty="0"/>
              <a:t>Second level</a:t>
            </a:r>
          </a:p>
          <a:p>
            <a:pPr marL="1079784" lvl="2" indent="-269946" defTabSz="914217">
              <a:spcAft>
                <a:spcPts val="0"/>
              </a:spcAft>
              <a:buClr>
                <a:schemeClr val="accent2"/>
              </a:buClr>
              <a:buFont typeface="Wingdings" panose="05000000000000000000" pitchFamily="2" charset="2"/>
            </a:pPr>
            <a:r>
              <a:rPr lang="en-US" noProof="0" dirty="0"/>
              <a:t>Third level</a:t>
            </a:r>
          </a:p>
          <a:p>
            <a:pPr marL="1439712" lvl="3" indent="-269946" defTabSz="914217">
              <a:spcAft>
                <a:spcPts val="0"/>
              </a:spcAft>
              <a:buClr>
                <a:schemeClr val="accent2"/>
              </a:buClr>
              <a:buFont typeface="Wingdings" panose="05000000000000000000" pitchFamily="2" charset="2"/>
            </a:pPr>
            <a:r>
              <a:rPr lang="en-US" noProof="0" dirty="0"/>
              <a:t>Fourth level</a:t>
            </a:r>
          </a:p>
          <a:p>
            <a:pPr marL="1799640" lvl="4" indent="-269946" defTabSz="914217">
              <a:spcAft>
                <a:spcPts val="0"/>
              </a:spcAft>
              <a:buClr>
                <a:schemeClr val="accent2"/>
              </a:buClr>
              <a:buFont typeface="Wingdings" panose="05000000000000000000" pitchFamily="2" charset="2"/>
            </a:pPr>
            <a:r>
              <a:rPr lang="en-US" noProof="0" dirty="0"/>
              <a:t>Fifth level</a:t>
            </a:r>
          </a:p>
          <a:p>
            <a:pPr marL="2159568" lvl="5" indent="-269946" defTabSz="914217">
              <a:lnSpc>
                <a:spcPct val="100000"/>
              </a:lnSpc>
              <a:spcAft>
                <a:spcPts val="0"/>
              </a:spcAft>
              <a:buClr>
                <a:schemeClr val="accent2"/>
              </a:buClr>
              <a:buFont typeface="Wingdings" panose="05000000000000000000" pitchFamily="2" charset="2"/>
            </a:pPr>
            <a:r>
              <a:rPr lang="en-US" noProof="0" dirty="0"/>
              <a:t>Sixth level</a:t>
            </a:r>
          </a:p>
          <a:p>
            <a:pPr marL="2519496" lvl="6" indent="-269946" defTabSz="914217">
              <a:lnSpc>
                <a:spcPct val="100000"/>
              </a:lnSpc>
              <a:spcAft>
                <a:spcPts val="0"/>
              </a:spcAft>
              <a:buClr>
                <a:schemeClr val="accent2"/>
              </a:buClr>
              <a:buFont typeface="Wingdings" panose="05000000000000000000" pitchFamily="2" charset="2"/>
            </a:pPr>
            <a:r>
              <a:rPr lang="en-US" noProof="0" dirty="0"/>
              <a:t>Seventh level</a:t>
            </a:r>
          </a:p>
        </p:txBody>
      </p:sp>
      <p:sp>
        <p:nvSpPr>
          <p:cNvPr id="5" name="Fußzeile"/>
          <p:cNvSpPr>
            <a:spLocks noGrp="1"/>
          </p:cNvSpPr>
          <p:nvPr>
            <p:ph type="ftr" sz="quarter" idx="3"/>
          </p:nvPr>
        </p:nvSpPr>
        <p:spPr bwMode="gray">
          <a:xfrm>
            <a:off x="864112" y="6091415"/>
            <a:ext cx="7164933" cy="359916"/>
          </a:xfrm>
          <a:prstGeom prst="rect">
            <a:avLst/>
          </a:prstGeom>
        </p:spPr>
        <p:txBody>
          <a:bodyPr vert="horz" lIns="0" tIns="0" rIns="0" bIns="0" rtlCol="0" anchor="ctr"/>
          <a:lstStyle>
            <a:lvl1pPr algn="l">
              <a:defRPr sz="1000" b="0" i="0">
                <a:solidFill>
                  <a:schemeClr val="tx1"/>
                </a:solidFill>
                <a:latin typeface="微软雅黑" panose="020B0503020204020204" pitchFamily="34" charset="-122"/>
              </a:defRPr>
            </a:lvl1pPr>
          </a:lstStyle>
          <a:p>
            <a:r>
              <a:rPr lang="en-US" dirty="0"/>
              <a:t>Name of the Speaker / Title of the presentation / Date</a:t>
            </a:r>
          </a:p>
        </p:txBody>
      </p:sp>
      <p:sp>
        <p:nvSpPr>
          <p:cNvPr id="6" name="Foliennummer"/>
          <p:cNvSpPr>
            <a:spLocks noGrp="1"/>
          </p:cNvSpPr>
          <p:nvPr>
            <p:ph type="sldNum" sz="quarter" idx="4"/>
          </p:nvPr>
        </p:nvSpPr>
        <p:spPr bwMode="gray">
          <a:xfrm>
            <a:off x="549344" y="6091414"/>
            <a:ext cx="252033" cy="359917"/>
          </a:xfrm>
          <a:prstGeom prst="rect">
            <a:avLst/>
          </a:prstGeom>
        </p:spPr>
        <p:txBody>
          <a:bodyPr vert="horz" lIns="0" tIns="0" rIns="0" bIns="0" rtlCol="0" anchor="ctr"/>
          <a:lstStyle>
            <a:lvl1pPr algn="l">
              <a:defRPr sz="1000" b="0" i="0">
                <a:solidFill>
                  <a:schemeClr val="tx1"/>
                </a:solidFill>
                <a:latin typeface="微软雅黑" panose="020B0503020204020204" pitchFamily="34" charset="-122"/>
              </a:defRPr>
            </a:lvl1pPr>
          </a:lstStyle>
          <a:p>
            <a:fld id="{B227C86F-CC2D-492F-A88C-C748186E73FB}" type="slidenum">
              <a:rPr lang="de-DE" smtClean="0"/>
              <a:pPr/>
              <a:t>‹#›</a:t>
            </a:fld>
            <a:endParaRPr lang="de-DE" dirty="0"/>
          </a:p>
        </p:txBody>
      </p:sp>
    </p:spTree>
    <p:extLst>
      <p:ext uri="{BB962C8B-B14F-4D97-AF65-F5344CB8AC3E}">
        <p14:creationId xmlns:p14="http://schemas.microsoft.com/office/powerpoint/2010/main" val="164689459"/>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 id="2147483723" r:id="rId41"/>
    <p:sldLayoutId id="2147483724" r:id="rId42"/>
    <p:sldLayoutId id="2147483725" r:id="rId43"/>
    <p:sldLayoutId id="2147483726" r:id="rId44"/>
    <p:sldLayoutId id="2147483727" r:id="rId4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217" rtl="0" eaLnBrk="1" latinLnBrk="0" hangingPunct="1">
        <a:spcBef>
          <a:spcPct val="0"/>
        </a:spcBef>
        <a:buNone/>
        <a:defRPr sz="2799" b="0" i="0" kern="1200">
          <a:solidFill>
            <a:schemeClr val="tx1"/>
          </a:solidFill>
          <a:latin typeface="微软雅黑" panose="020B0503020204020204" pitchFamily="34" charset="-122"/>
          <a:ea typeface="+mj-ea"/>
          <a:cs typeface="+mj-cs"/>
        </a:defRPr>
      </a:lvl1pPr>
    </p:titleStyle>
    <p:bodyStyle>
      <a:lvl1pPr marL="269946" indent="-269946" algn="l" defTabSz="914217"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1pPr>
      <a:lvl2pPr marL="719856" indent="-269946" algn="l" defTabSz="914217"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2pPr>
      <a:lvl3pPr marL="1079784" indent="-269946" algn="l" defTabSz="914217"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3pPr>
      <a:lvl4pPr marL="1439712" indent="-269946" algn="l" defTabSz="914217"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4pPr>
      <a:lvl5pPr marL="1799640" indent="-269946" algn="l" defTabSz="914217" rtl="0" eaLnBrk="1" latinLnBrk="0" hangingPunct="1">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5pPr>
      <a:lvl6pPr marL="2159568" indent="-269946" algn="l" defTabSz="914217" rtl="0" eaLnBrk="1" latinLnBrk="0" hangingPunct="1">
        <a:lnSpc>
          <a:spcPct val="100000"/>
        </a:lnSpc>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6pPr>
      <a:lvl7pPr marL="2519496" indent="-269946" algn="l" defTabSz="914217" rtl="0" eaLnBrk="1" latinLnBrk="0" hangingPunct="1">
        <a:lnSpc>
          <a:spcPct val="100000"/>
        </a:lnSpc>
        <a:spcBef>
          <a:spcPts val="1000"/>
        </a:spcBef>
        <a:spcAft>
          <a:spcPts val="0"/>
        </a:spcAft>
        <a:buClr>
          <a:schemeClr val="accent2"/>
        </a:buClr>
        <a:buFont typeface="Wingdings" panose="05000000000000000000" pitchFamily="2" charset="2"/>
        <a:buChar char="§"/>
        <a:defRPr sz="1800" b="0" i="0" kern="1200">
          <a:solidFill>
            <a:schemeClr val="tx1"/>
          </a:solidFill>
          <a:latin typeface="微软雅黑" panose="020B0503020204020204" pitchFamily="34" charset="-122"/>
          <a:ea typeface="+mn-ea"/>
          <a:cs typeface="+mn-cs"/>
        </a:defRPr>
      </a:lvl7pPr>
      <a:lvl8pPr marL="3428314" indent="-228554" algn="l" defTabSz="91421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423" indent="-228554" algn="l" defTabSz="91421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slideLayout" Target="../slideLayouts/slideLayout6.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slide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ns2:creationId id="{AC86FA69-A598-DF1A-B9E9-FCD433B6F2A2}"/>
              </a:ext>
            </a:extLst>
          </p:cNvPr>
          <p:cNvSpPr>
            <a:spLocks noGrp="1"/>
          </p:cNvSpPr>
          <p:nvPr>
            <p:ph type="title"/>
          </p:nvPr>
        </p:nvSpPr>
        <p:spPr/>
        <p:txBody>
          <a:bodyPr>
            <a:normAutofit/>
          </a:bodyPr>
          <a:lstStyle/>
          <a:p>
            <a:r>
              <a:rPr lang="en-US">
                <a:latin typeface="Arial"/>
                <a:ea typeface="Arial"/>
                <a:cs typeface="Arial"/>
              </a:rPr>
              <a:t>AI Local System                    2026.5.10</a:t>
            </a:r>
            <a:br>
              <a:rPr lang="en-US">
                <a:latin typeface="Arial"/>
                <a:ea typeface="Arial"/>
                <a:cs typeface="Arial"/>
              </a:rPr>
            </a:br>
            <a:r>
              <a:rPr lang="en-US">
                <a:latin typeface="Arial"/>
                <a:ea typeface="Arial"/>
                <a:cs typeface="Arial"/>
              </a:rPr>
              <a:t/>
            </a:r>
            <a:r>
              <a:rPr lang="en-US" sz="2400" b="0">
                <a:latin typeface="Arial"/>
                <a:ea typeface="Arial"/>
                <a:cs typeface="Arial"/>
              </a:rPr>
              <a:t/>
            </a:r>
            <a:endParaRPr lang="en-US" b="0"/>
          </a:p>
        </p:txBody>
      </p:sp>
      <p:sp>
        <p:nvSpPr>
          <p:cNvPr id="3" name="文本占位符 2">
            <a:extLst>
              <a:ext uri="{FF2B5EF4-FFF2-40B4-BE49-F238E27FC236}">
                <ns2:creationId id="{10653D8B-34C4-6B59-5116-81654077A579}"/>
              </a:ext>
            </a:extLst>
          </p:cNvPr>
          <p:cNvSpPr>
            <a:spLocks noGrp="1"/>
          </p:cNvSpPr>
          <p:nvPr>
            <p:ph type="body" sz="quarter" idx="13"/>
          </p:nvPr>
        </p:nvSpPr>
        <p:spPr/>
        <p:txBody>
          <a:bodyPr>
            <a:normAutofit/>
          </a:bodyPr>
          <a:lstStyle/>
          <a:p>
            <a:endParaRPr lang="en-US"/>
          </a:p>
        </p:txBody>
      </p:sp>
    </p:spTree>
    <p:extLst>
      <p:ext uri="{BB962C8B-B14F-4D97-AF65-F5344CB8AC3E}">
        <ns3:creationId val="45829379"/>
      </p:ext>
    </p:extLst>
  </p:cSld>
  <p:clrMapOvr>
    <a:masterClrMapping/>
  </p:clrMapOvr>
  <ns4:AlternateContent>
    <ns4:Choice Requires="p14">
      <p:transition spd="med" ns3:dur="700">
        <p:fade/>
      </p:transition>
    </ns4:Choice>
    <ns4:Fallback>
      <p:transition spd="med">
        <p:fade/>
      </p:transition>
    </ns4:Fallback>
  </ns4:AlternateContent>
</p:sld>
</file>

<file path=ppt/slides/slide2.xml><?xml version="1.0" encoding="utf-8"?>
<p:sld xmlns:a="http://schemas.openxmlformats.org/drawingml/2006/main" xmlns:ns2="http://schemas.microsoft.com/office/drawing/2014/main" xmlns:ns3="http://schemas.openxmlformats.org/markup-compatibility/2006" xmlns:ns4="http://schemas.microsoft.com/office/powerpoint/2010/main" xmlns:p="http://schemas.openxmlformats.org/presentationml/2006/main">
  <p:cSld>
    <p:spTree>
      <p:nvGrpSpPr>
        <p:cNvPr id="1" name=""/>
        <p:cNvGrpSpPr/>
        <p:nvPr/>
      </p:nvGrpSpPr>
      <p:grpSpPr>
        <a:xfrm>
          <a:off x="0" y="0"/>
          <a:ext cx="0" cy="0"/>
          <a:chOff x="0" y="0"/>
          <a:chExt cx="0" cy="0"/>
        </a:xfrm>
      </p:grpSpPr>
      <p:sp>
        <p:nvSpPr>
          <p:cNvPr id="32" name="Title"/>
          <p:cNvSpPr txBox="1"/>
          <p:nvPr/>
        </p:nvSpPr>
        <p:spPr>
          <a:xfrm>
            <a:off x="566928" y="758952"/>
            <a:ext cx="10012680" cy="433965"/>
          </a:xfrm>
          <a:prstGeom prst="rect">
            <a:avLst/>
          </a:prstGeom>
          <a:noFill/>
          <a:ln>
            <a:noFill/>
          </a:ln>
        </p:spPr>
        <p:txBody>
          <a:bodyPr wrap="square" lIns="9144" tIns="9144" rIns="9144" bIns="9144">
            <a:normAutofit/>
          </a:bodyPr>
          <a:lstStyle/>
          <a:p>
            <a:pPr algn="l"/>
            <a:r>
              <a:rPr lang="zh-CN" sz="2700">
                <a:solidFill>
                  <a:srgbClr val="00152B"/>
                </a:solidFill>
                <a:latin typeface="Arial"/>
                <a:ea typeface="Arial"/>
                <a:cs typeface="Arial"/>
              </a:rPr>
              <a:t>Background: High Barrier for On-site Additions / Maintenance</a:t>
            </a:r>
          </a:p>
        </p:txBody>
      </p:sp>
      <p:sp>
        <p:nvSpPr>
          <p:cNvPr id="8000" name="Banner"/>
          <p:cNvSpPr txBox="1"/>
          <p:nvPr/>
        </p:nvSpPr>
        <p:spPr>
          <a:xfrm>
            <a:off x="4800600" y="0"/>
            <a:ext cx="7388352" cy="274320"/>
          </a:xfrm>
          <a:prstGeom prst="rect">
            <a:avLst/>
          </a:prstGeom>
          <a:solidFill>
            <a:srgbClr val="009CA6"/>
          </a:solidFill>
          <a:ln>
            <a:noFill/>
          </a:ln>
        </p:spPr>
        <p:txBody>
          <a:bodyPr wrap="square" lIns="9144" tIns="9144" rIns="9144" bIns="9144">
            <a:normAutofit/>
          </a:bodyPr>
          <a:lstStyle/>
          <a:p>
            <a:pPr algn="l"/>
            <a:r>
              <a:rPr lang="zh-CN" sz="1200">
                <a:solidFill>
                  <a:srgbClr val="FFFFFF"/>
                </a:solidFill>
                <a:latin typeface="Arial"/>
                <a:ea typeface="Arial"/>
                <a:cs typeface="Arial"/>
              </a:rPr>
              <a:t>Goal: From Engineer Configuration to Shop-floor UI-based Maintenance</a:t>
            </a:r>
          </a:p>
        </p:txBody>
      </p:sp>
      <p:sp>
        <p:nvSpPr>
          <p:cNvPr id="39" name="Existing"/>
          <p:cNvSpPr txBox="1"/>
          <p:nvPr/>
        </p:nvSpPr>
        <p:spPr>
          <a:xfrm>
            <a:off x="566928" y="1463040"/>
            <a:ext cx="4983480" cy="2317558"/>
          </a:xfrm>
          <a:prstGeom prst="rect">
            <a:avLst/>
          </a:prstGeom>
          <a:solidFill>
            <a:srgbClr val="EEF3F5"/>
          </a:solidFill>
          <a:ln>
            <a:noFill/>
          </a:ln>
        </p:spPr>
        <p:txBody>
          <a:bodyPr wrap="square" lIns="50292" tIns="50292" rIns="50292" bIns="50292">
            <a:normAutofit/>
          </a:bodyPr>
          <a:lstStyle/>
          <a:p>
            <a:pPr algn="l"/>
            <a:r>
              <a:rPr lang="zh-CN" sz="2100" b="1">
                <a:solidFill>
                  <a:srgbClr val="009CA6"/>
                </a:solidFill>
                <a:latin typeface="Arial"/>
                <a:ea typeface="Arial"/>
                <a:cs typeface="Arial"/>
              </a:rPr>
              <a:t>Existing Camera System Standard Vision Solution</a:t>
            </a:r>
            <a:r>
              <a:rPr lang="en-US" altLang="zh-CN" sz="2100" b="1">
                <a:solidFill>
                  <a:srgbClr val="009CA6"/>
                </a:solidFill>
                <a:latin typeface="Arial"/>
                <a:ea typeface="Arial"/>
                <a:cs typeface="Arial"/>
              </a:rPr>
              <a:t/>
            </a:r>
            <a:r>
              <a:rPr lang="zh-CN" altLang="en-US" sz="2100" b="1">
                <a:solidFill>
                  <a:srgbClr val="009CA6"/>
                </a:solidFill>
                <a:latin typeface="Arial"/>
                <a:ea typeface="Arial"/>
                <a:cs typeface="Arial"/>
              </a:rPr>
              <a:t/>
            </a:r>
            <a:r>
              <a:rPr lang="en-US" altLang="zh-CN" sz="2100" b="1">
                <a:solidFill>
                  <a:srgbClr val="009CA6"/>
                </a:solidFill>
                <a:latin typeface="Arial"/>
                <a:ea typeface="Arial"/>
                <a:cs typeface="Arial"/>
              </a:rPr>
              <a:t/>
            </a:r>
            <a:r>
              <a:rPr lang="zh-CN" sz="2100" b="1">
                <a:solidFill>
                  <a:srgbClr val="009CA6"/>
                </a:solidFill>
                <a:latin typeface="Arial"/>
                <a:ea typeface="Arial"/>
                <a:cs typeface="Arial"/>
              </a:rPr>
              <a:t/>
            </a:r>
            <a:endParaRPr lang="en-US" altLang="zh-CN" sz="2100" b="1">
              <a:solidFill>
                <a:srgbClr val="009CA6"/>
              </a:solidFill>
              <a:latin typeface="Microsoft YaHei"/>
              <a:ea typeface="Microsoft YaHei"/>
            </a:endParaRPr>
          </a:p>
          <a:p>
            <a:pPr algn="l"/>
            <a:endParaRPr lang="zh-CN" sz="2100" b="1">
              <a:solidFill>
                <a:srgbClr val="009CA6"/>
              </a:solidFill>
              <a:latin typeface="Microsoft YaHei"/>
              <a:ea typeface="Microsoft YaHei"/>
            </a:endParaRPr>
            <a:r>
              <a:rPr lang="en-US">
                <a:latin typeface="Arial"/>
                <a:ea typeface="Arial"/>
                <a:cs typeface="Arial"/>
              </a:rPr>
              <a:t/>
            </a:r>
          </a:p>
          <a:p>
            <a:pPr marL="210000" indent="-110000">
              <a:buFont typeface="Microsoft YaHei"/>
              <a:buChar char="▪"/>
            </a:pPr>
            <a:r>
              <a:rPr lang="zh-CN" sz="1700">
                <a:solidFill>
                  <a:srgbClr val="00152B"/>
                </a:solidFill>
                <a:latin typeface="Arial"/>
                <a:ea typeface="Arial"/>
                <a:cs typeface="Arial"/>
              </a:rPr>
              <a:t>Stable for geometric measurement and rule-based inspection.</a:t>
            </a:r>
          </a:p>
          <a:p>
            <a:pPr marL="210000" indent="-110000">
              <a:buFont typeface="Microsoft YaHei"/>
              <a:buChar char="▪"/>
            </a:pPr>
            <a:r>
              <a:rPr lang="zh-CN" sz="1700">
                <a:solidFill>
                  <a:srgbClr val="00152B"/>
                </a:solidFill>
                <a:latin typeface="Arial"/>
                <a:ea typeface="Arial"/>
                <a:cs typeface="Arial"/>
              </a:rPr>
              <a:t>Engineers define workflow, ROI, thresholds, and decision rules.</a:t>
            </a:r>
          </a:p>
          <a:p>
            <a:pPr marL="210000" indent="-110000">
              <a:buFont typeface="Microsoft YaHei"/>
              <a:buChar char="▪"/>
            </a:pPr>
            <a:r>
              <a:rPr lang="zh-CN" sz="1700">
                <a:solidFill>
                  <a:srgbClr val="00152B"/>
                </a:solidFill>
                <a:latin typeface="Arial"/>
                <a:ea typeface="Arial"/>
                <a:cs typeface="Arial"/>
              </a:rPr>
              <a:t>Best for fixed products and stable inspection items.</a:t>
            </a:r>
          </a:p>
        </p:txBody>
      </p:sp>
      <p:sp>
        <p:nvSpPr>
          <p:cNvPr id="40" name="Gap"/>
          <p:cNvSpPr txBox="1"/>
          <p:nvPr/>
        </p:nvSpPr>
        <p:spPr>
          <a:xfrm>
            <a:off x="6144768" y="1463040"/>
            <a:ext cx="5074920" cy="2317558"/>
          </a:xfrm>
          <a:prstGeom prst="rect">
            <a:avLst/>
          </a:prstGeom>
          <a:solidFill>
            <a:srgbClr val="FFF2DF"/>
          </a:solidFill>
          <a:ln w="12700">
            <a:solidFill>
              <a:srgbClr val="F6C58B"/>
            </a:solidFill>
          </a:ln>
        </p:spPr>
        <p:txBody>
          <a:bodyPr wrap="square" lIns="50292" tIns="50292" rIns="50292" bIns="50292">
            <a:normAutofit/>
          </a:bodyPr>
          <a:lstStyle/>
          <a:p>
            <a:pPr algn="l"/>
            <a:r>
              <a:rPr lang="zh-CN" sz="2100" b="1">
                <a:solidFill>
                  <a:srgbClr val="F97316"/>
                </a:solidFill>
                <a:latin typeface="Arial"/>
                <a:ea typeface="Arial"/>
                <a:cs typeface="Arial"/>
              </a:rPr>
              <a:t>Gap in Shop-floor Self-maintenance</a:t>
            </a:r>
            <a:endParaRPr lang="en-US" altLang="zh-CN" sz="2100" b="1">
              <a:solidFill>
                <a:srgbClr val="F97316"/>
              </a:solidFill>
              <a:latin typeface="Microsoft YaHei"/>
              <a:ea typeface="Microsoft YaHei"/>
            </a:endParaRPr>
          </a:p>
          <a:p>
            <a:pPr algn="l"/>
            <a:endParaRPr lang="zh-CN" sz="2100" b="1">
              <a:solidFill>
                <a:srgbClr val="F97316"/>
              </a:solidFill>
              <a:latin typeface="Microsoft YaHei"/>
              <a:ea typeface="Microsoft YaHei"/>
            </a:endParaRPr>
            <a:r>
              <a:rPr lang="en-US">
                <a:latin typeface="Arial"/>
                <a:ea typeface="Arial"/>
                <a:cs typeface="Arial"/>
              </a:rPr>
              <a:t/>
            </a:r>
          </a:p>
          <a:p>
            <a:pPr marL="210000" indent="-110000">
              <a:buFont typeface="Microsoft YaHei"/>
              <a:buChar char="▪"/>
            </a:pPr>
            <a:r>
              <a:rPr lang="zh-CN" sz="1700">
                <a:solidFill>
                  <a:srgbClr val="00152B"/>
                </a:solidFill>
                <a:latin typeface="Arial"/>
                <a:ea typeface="Arial"/>
                <a:cs typeface="Arial"/>
              </a:rPr>
              <a:t>Users avoid code and low-level algorithm flows.</a:t>
            </a:r>
          </a:p>
          <a:p>
            <a:pPr marL="210000" indent="-110000">
              <a:buFont typeface="Microsoft YaHei"/>
              <a:buChar char="▪"/>
            </a:pPr>
            <a:r>
              <a:rPr lang="zh-CN" sz="1700">
                <a:solidFill>
                  <a:srgbClr val="00152B"/>
                </a:solidFill>
                <a:latin typeface="Arial"/>
                <a:ea typeface="Arial"/>
                <a:cs typeface="Arial"/>
              </a:rPr>
              <a:t>For added checks, batch changes, or fixture changes, they expect UI-based handling.</a:t>
            </a:r>
          </a:p>
          <a:p>
            <a:pPr marL="210000" indent="-110000">
              <a:buFont typeface="Microsoft YaHei"/>
              <a:buChar char="▪"/>
            </a:pPr>
            <a:r>
              <a:rPr lang="zh-CN" sz="1700">
                <a:solidFill>
                  <a:srgbClr val="00152B"/>
                </a:solidFill>
                <a:latin typeface="Arial"/>
                <a:ea typeface="Arial"/>
                <a:cs typeface="Arial"/>
              </a:rPr>
              <a:t>Teach-in style: sample, mark ROI, learn, inspect.</a:t>
            </a:r>
            <a:endParaRPr lang="en-US" altLang="zh-CN" sz="1700">
              <a:solidFill>
                <a:srgbClr val="00152B"/>
              </a:solidFill>
              <a:latin typeface="Microsoft YaHei"/>
              <a:ea typeface="Microsoft YaHei"/>
            </a:endParaRPr>
          </a:p>
          <a:p>
            <a:pPr marL="210000" indent="-110000">
              <a:buFont typeface="Microsoft YaHei"/>
              <a:buChar char="▪"/>
            </a:pPr>
            <a:endParaRPr lang="zh-CN" sz="1700">
              <a:solidFill>
                <a:srgbClr val="00152B"/>
              </a:solidFill>
              <a:latin typeface="Microsoft YaHei"/>
              <a:ea typeface="Microsoft YaHei"/>
            </a:endParaRPr>
            <a:r>
              <a:rPr lang="en-US">
                <a:latin typeface="Arial"/>
                <a:ea typeface="Arial"/>
                <a:cs typeface="Arial"/>
              </a:rPr>
              <a:t/>
            </a:r>
          </a:p>
        </p:txBody>
      </p:sp>
      <p:cxnSp>
        <p:nvCxnSpPr>
          <p:cNvPr id="41" name="Arrow 41"/>
          <p:cNvCxnSpPr/>
          <p:nvPr/>
        </p:nvCxnSpPr>
        <p:spPr>
          <a:xfrm>
            <a:off x="5623560" y="2743200"/>
            <a:ext cx="457200" cy="9144"/>
          </a:xfrm>
          <a:prstGeom prst="line">
            <a:avLst/>
          </a:prstGeom>
          <a:ln w="62000">
            <a:solidFill>
              <a:srgbClr val="8CC400"/>
            </a:solidFill>
            <a:tailEnd type="triangle"/>
          </a:ln>
        </p:spPr>
      </p:cxnSp>
      <p:sp>
        <p:nvSpPr>
          <p:cNvPr id="42" name="Summary"/>
          <p:cNvSpPr txBox="1"/>
          <p:nvPr/>
        </p:nvSpPr>
        <p:spPr>
          <a:xfrm>
            <a:off x="563778" y="5612684"/>
            <a:ext cx="10652760" cy="367760"/>
          </a:xfrm>
          <a:prstGeom prst="roundRect">
            <a:avLst/>
          </a:prstGeom>
          <a:solidFill>
            <a:srgbClr val="FFFFFF"/>
          </a:solidFill>
          <a:ln w="12700">
            <a:solidFill>
              <a:srgbClr val="C9DDE6"/>
            </a:solidFill>
          </a:ln>
        </p:spPr>
        <p:txBody>
          <a:bodyPr wrap="square" lIns="27432" tIns="27432" rIns="27432" bIns="27432">
            <a:normAutofit/>
          </a:bodyPr>
          <a:lstStyle/>
          <a:p>
            <a:pPr algn="l"/>
            <a:r>
              <a:rPr lang="zh-CN" sz="1800" b="1">
                <a:solidFill>
                  <a:srgbClr val="009CA6"/>
                </a:solidFill>
                <a:latin typeface="Arial"/>
                <a:ea typeface="Arial"/>
                <a:cs typeface="Arial"/>
              </a:rPr>
              <a:t>Add a self-configurable AI inspection tool for wrong / missing / reversed assembly.</a:t>
            </a:r>
            <a:r>
              <a:rPr lang="zh-CN" altLang="en-US" sz="1800" b="1">
                <a:solidFill>
                  <a:srgbClr val="009CA6"/>
                </a:solidFill>
                <a:latin typeface="Arial"/>
                <a:ea typeface="Arial"/>
                <a:cs typeface="Arial"/>
              </a:rPr>
              <a:t/>
            </a:r>
            <a:r>
              <a:rPr lang="zh-CN" sz="1800" b="1">
                <a:solidFill>
                  <a:srgbClr val="009CA6"/>
                </a:solidFill>
                <a:latin typeface="Arial"/>
                <a:ea typeface="Arial"/>
                <a:cs typeface="Arial"/>
              </a:rPr>
              <a:t/>
            </a:r>
          </a:p>
        </p:txBody>
      </p:sp>
      <p:sp>
        <p:nvSpPr>
          <p:cNvPr id="43" name="Needs"/>
          <p:cNvSpPr txBox="1"/>
          <p:nvPr/>
        </p:nvSpPr>
        <p:spPr>
          <a:xfrm>
            <a:off x="566928" y="4164646"/>
            <a:ext cx="10652760" cy="1266730"/>
          </a:xfrm>
          <a:prstGeom prst="roundRect">
            <a:avLst/>
          </a:prstGeom>
          <a:solidFill>
            <a:srgbClr val="EEF3F5"/>
          </a:solidFill>
          <a:ln w="12700">
            <a:solidFill>
              <a:srgbClr val="C9DDE6"/>
            </a:solidFill>
          </a:ln>
        </p:spPr>
        <p:txBody>
          <a:bodyPr wrap="square" lIns="18288" tIns="18288" rIns="18288" bIns="18288">
            <a:normAutofit/>
          </a:bodyPr>
          <a:lstStyle/>
          <a:p>
            <a:pPr algn="l"/>
            <a:r>
              <a:rPr lang="en-US" altLang="zh-CN" sz="1800" b="1">
                <a:solidFill>
                  <a:srgbClr val="00152B"/>
                </a:solidFill>
                <a:latin typeface="Arial"/>
                <a:ea typeface="Arial"/>
                <a:cs typeface="Arial"/>
              </a:rPr>
              <a:t>Customer Needs:</a:t>
            </a:r>
            <a:r>
              <a:rPr lang="zh-CN" altLang="en-US" sz="1800" b="1">
                <a:solidFill>
                  <a:srgbClr val="00152B"/>
                </a:solidFill>
                <a:latin typeface="Arial"/>
                <a:ea typeface="Arial"/>
                <a:cs typeface="Arial"/>
              </a:rPr>
              <a:t/>
            </a:r>
            <a:r>
              <a:rPr lang="zh-CN" sz="1800" b="1">
                <a:solidFill>
                  <a:srgbClr val="00152B"/>
                </a:solidFill>
                <a:latin typeface="Arial"/>
                <a:ea typeface="Arial"/>
                <a:cs typeface="Arial"/>
              </a:rPr>
              <a:t/>
            </a:r>
            <a:endParaRPr lang="en-US" altLang="zh-CN" sz="1800" b="1">
              <a:solidFill>
                <a:srgbClr val="00152B"/>
              </a:solidFill>
              <a:latin typeface="Microsoft YaHei"/>
              <a:ea typeface="Microsoft YaHei"/>
            </a:endParaRPr>
          </a:p>
          <a:p>
            <a:pPr algn="l"/>
            <a:endParaRPr lang="en-US" altLang="zh-CN" b="1">
              <a:solidFill>
                <a:srgbClr val="00152B"/>
              </a:solidFill>
              <a:latin typeface="Microsoft YaHei"/>
              <a:ea typeface="Microsoft YaHei"/>
            </a:endParaRPr>
            <a:r>
              <a:rPr lang="en-US">
                <a:latin typeface="Arial"/>
                <a:ea typeface="Arial"/>
                <a:cs typeface="Arial"/>
              </a:rPr>
              <a:t/>
            </a:r>
          </a:p>
          <a:p>
            <a:pPr algn="l"/>
            <a:endParaRPr lang="en-US" altLang="zh-CN" sz="1800" b="1">
              <a:solidFill>
                <a:srgbClr val="00152B"/>
              </a:solidFill>
              <a:latin typeface="Microsoft YaHei"/>
              <a:ea typeface="Microsoft YaHei"/>
            </a:endParaRPr>
            <a:r>
              <a:rPr lang="en-US">
                <a:latin typeface="Arial"/>
                <a:ea typeface="Arial"/>
                <a:cs typeface="Arial"/>
              </a:rPr>
              <a:t/>
            </a:r>
          </a:p>
          <a:p>
            <a:pPr algn="l"/>
            <a:endParaRPr lang="zh-CN" sz="1800" b="1">
              <a:solidFill>
                <a:srgbClr val="00152B"/>
              </a:solidFill>
              <a:latin typeface="Microsoft YaHei"/>
              <a:ea typeface="Microsoft YaHei"/>
            </a:endParaRPr>
            <a:r>
              <a:rPr lang="en-US">
                <a:latin typeface="Arial"/>
                <a:ea typeface="Arial"/>
                <a:cs typeface="Arial"/>
              </a:rPr>
              <a:t/>
            </a:r>
          </a:p>
        </p:txBody>
      </p:sp>
      <p:sp>
        <p:nvSpPr>
          <p:cNvPr id="19" name="矩形 18">
            <a:extLst>
              <a:ext uri="{FF2B5EF4-FFF2-40B4-BE49-F238E27FC236}">
                <ns2:creationId id="{467BAB20-673A-CD61-DEB3-01E85E1CF01F}"/>
              </a:ext>
            </a:extLst>
          </p:cNvPr>
          <p:cNvSpPr/>
          <p:nvPr/>
        </p:nvSpPr>
        <p:spPr>
          <a:xfrm>
            <a:off x="1763119" y="4623417"/>
            <a:ext cx="1551398" cy="523982"/>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sz="1800">
                <a:latin typeface="Arial"/>
                <a:ea typeface="Arial"/>
                <a:cs typeface="Arial"/>
              </a:rPr>
              <a:t>UI Operation</a:t>
            </a:r>
            <a:endParaRPr lang="en-US" sz="1800" dirty="0"/>
          </a:p>
        </p:txBody>
      </p:sp>
      <p:sp>
        <p:nvSpPr>
          <p:cNvPr id="20" name="矩形 19">
            <a:extLst>
              <a:ext uri="{FF2B5EF4-FFF2-40B4-BE49-F238E27FC236}">
                <ns2:creationId id="{0112676F-010F-5242-A03B-59B00FD92248}"/>
              </a:ext>
            </a:extLst>
          </p:cNvPr>
          <p:cNvSpPr/>
          <p:nvPr/>
        </p:nvSpPr>
        <p:spPr>
          <a:xfrm>
            <a:off x="4139124" y="4626335"/>
            <a:ext cx="1551398" cy="523982"/>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sz="1800">
                <a:latin typeface="Arial"/>
                <a:ea typeface="Arial"/>
                <a:cs typeface="Arial"/>
              </a:rPr>
              <a:t>Add Samples</a:t>
            </a:r>
            <a:endParaRPr lang="en-US" sz="1800" dirty="0"/>
          </a:p>
        </p:txBody>
      </p:sp>
      <p:sp>
        <p:nvSpPr>
          <p:cNvPr id="21" name="矩形 20">
            <a:extLst>
              <a:ext uri="{FF2B5EF4-FFF2-40B4-BE49-F238E27FC236}">
                <ns2:creationId id="{0D8F8924-6EA4-0972-116D-FB0DC415C2B5}"/>
              </a:ext>
            </a:extLst>
          </p:cNvPr>
          <p:cNvSpPr/>
          <p:nvPr/>
        </p:nvSpPr>
        <p:spPr>
          <a:xfrm>
            <a:off x="6515129" y="4623417"/>
            <a:ext cx="1551398" cy="523982"/>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sz="1800">
                <a:latin typeface="Arial"/>
                <a:ea typeface="Arial"/>
                <a:cs typeface="Arial"/>
              </a:rPr>
              <a:t>Adjust ROI</a:t>
            </a:r>
            <a:r>
              <a:rPr lang="en-US" altLang="zh-CN" sz="1800">
                <a:latin typeface="Arial"/>
                <a:ea typeface="Arial"/>
                <a:cs typeface="Arial"/>
              </a:rPr>
              <a:t/>
            </a:r>
            <a:endParaRPr lang="en-US" sz="1800" dirty="0"/>
          </a:p>
        </p:txBody>
      </p:sp>
      <p:sp>
        <p:nvSpPr>
          <p:cNvPr id="22" name="矩形 21">
            <a:extLst>
              <a:ext uri="{FF2B5EF4-FFF2-40B4-BE49-F238E27FC236}">
                <ns2:creationId id="{E98BEA39-18A0-74C9-1A28-1D1056A230DB}"/>
              </a:ext>
            </a:extLst>
          </p:cNvPr>
          <p:cNvSpPr/>
          <p:nvPr/>
        </p:nvSpPr>
        <p:spPr>
          <a:xfrm>
            <a:off x="8891135" y="4623417"/>
            <a:ext cx="1551398" cy="523982"/>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sz="1800">
                <a:latin typeface="Arial"/>
                <a:ea typeface="Arial"/>
                <a:cs typeface="Arial"/>
              </a:rPr>
              <a:t>Fast Launch</a:t>
            </a:r>
            <a:endParaRPr lang="en-US" sz="1800" dirty="0"/>
          </a:p>
        </p:txBody>
      </p:sp>
    </p:spTree>
  </p:cSld>
  <p:clrMapOvr>
    <a:masterClrMapping/>
  </p:clrMapOvr>
  <ns3:AlternateContent>
    <ns3:Choice Requires="p14">
      <p:transition spd="med" ns4:dur="700">
        <p:fade/>
      </p:transition>
    </ns3:Choice>
    <ns3:Fallback>
      <p:transition spd="med">
        <p:fade/>
      </p:transition>
    </ns3:Fallback>
  </ns3:AlternateContent>
</p:sld>
</file>

<file path=ppt/slides/slide3.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7" name="Title">
            <a:extLst>
              <a:ext uri="{FF2B5EF4-FFF2-40B4-BE49-F238E27FC236}">
                <ns2:creationId id="{90449949-24E8-CF67-56F6-8EDF92C6DA30}"/>
              </a:ext>
            </a:extLst>
          </p:cNvPr>
          <p:cNvSpPr txBox="1"/>
          <p:nvPr/>
        </p:nvSpPr>
        <p:spPr>
          <a:xfrm>
            <a:off x="530352" y="786384"/>
            <a:ext cx="10515600" cy="457200"/>
          </a:xfrm>
          <a:prstGeom prst="rect">
            <a:avLst/>
          </a:prstGeom>
          <a:noFill/>
          <a:ln>
            <a:noFill/>
          </a:ln>
        </p:spPr>
        <p:txBody>
          <a:bodyPr wrap="square" lIns="9144" tIns="9144" rIns="9144" bIns="9144">
            <a:normAutofit/>
          </a:bodyPr>
          <a:lstStyle/>
          <a:p>
            <a:pPr algn="l"/>
            <a:r>
              <a:rPr lang="zh-CN" sz="2800">
                <a:solidFill>
                  <a:srgbClr val="00152B"/>
                </a:solidFill>
                <a:latin typeface="Arial"/>
                <a:ea typeface="Arial"/>
                <a:cs typeface="Arial"/>
              </a:rPr>
              <a:t>Training Difference: CNN Training vs Sample Registration</a:t>
            </a:r>
          </a:p>
        </p:txBody>
      </p:sp>
      <p:sp>
        <p:nvSpPr>
          <p:cNvPr id="8" name="Header">
            <a:extLst>
              <a:ext uri="{FF2B5EF4-FFF2-40B4-BE49-F238E27FC236}">
                <ns2:creationId id="{4A3D9CB5-CFAC-E00A-9FE4-6299CECCE5B5}"/>
              </a:ext>
            </a:extLst>
          </p:cNvPr>
          <p:cNvSpPr txBox="1"/>
          <p:nvPr/>
        </p:nvSpPr>
        <p:spPr>
          <a:xfrm>
            <a:off x="1170432" y="1417320"/>
            <a:ext cx="4983480" cy="438912"/>
          </a:xfrm>
          <a:prstGeom prst="rect">
            <a:avLst/>
          </a:prstGeom>
          <a:solidFill>
            <a:schemeClr val="accent2"/>
          </a:solidFill>
          <a:ln>
            <a:noFill/>
          </a:ln>
        </p:spPr>
        <p:txBody>
          <a:bodyPr wrap="square" lIns="27432" tIns="27432" rIns="27432" bIns="27432">
            <a:normAutofit/>
          </a:bodyPr>
          <a:lstStyle/>
          <a:p>
            <a:pPr algn="l"/>
            <a:r>
              <a:rPr lang="zh-CN" sz="2000" b="1">
                <a:solidFill>
                  <a:srgbClr val="FFFFFF"/>
                </a:solidFill>
                <a:latin typeface="Arial"/>
                <a:ea typeface="Arial"/>
                <a:cs typeface="Arial"/>
              </a:rPr>
              <a:t>Conventional CNN Training</a:t>
            </a:r>
          </a:p>
        </p:txBody>
      </p:sp>
      <p:sp>
        <p:nvSpPr>
          <p:cNvPr id="9" name="Subtitle">
            <a:extLst>
              <a:ext uri="{FF2B5EF4-FFF2-40B4-BE49-F238E27FC236}">
                <ns2:creationId id="{CEED6880-BE07-A708-EE38-C25092EA83BA}"/>
              </a:ext>
            </a:extLst>
          </p:cNvPr>
          <p:cNvSpPr txBox="1"/>
          <p:nvPr/>
        </p:nvSpPr>
        <p:spPr>
          <a:xfrm>
            <a:off x="1170432" y="1847088"/>
            <a:ext cx="4983480" cy="347472"/>
          </a:xfrm>
          <a:prstGeom prst="rect">
            <a:avLst/>
          </a:prstGeom>
          <a:solidFill>
            <a:srgbClr val="EEF3F5"/>
          </a:solidFill>
          <a:ln w="12700">
            <a:solidFill>
              <a:srgbClr val="D7E0E5"/>
            </a:solidFill>
          </a:ln>
        </p:spPr>
        <p:txBody>
          <a:bodyPr wrap="square" lIns="27432" tIns="27432" rIns="27432" bIns="27432">
            <a:normAutofit/>
          </a:bodyPr>
          <a:lstStyle/>
          <a:p>
            <a:pPr algn="l"/>
            <a:r>
              <a:rPr lang="zh-CN" sz="1300">
                <a:solidFill>
                  <a:srgbClr val="4B5B6B"/>
                </a:solidFill>
                <a:latin typeface="Arial"/>
                <a:ea typeface="Arial"/>
                <a:cs typeface="Arial"/>
              </a:rPr>
              <a:t>Train the classifier head or full network; weights change.</a:t>
            </a:r>
          </a:p>
        </p:txBody>
      </p:sp>
      <p:sp>
        <p:nvSpPr>
          <p:cNvPr id="10" name="Header">
            <a:extLst>
              <a:ext uri="{FF2B5EF4-FFF2-40B4-BE49-F238E27FC236}">
                <ns2:creationId id="{5AF045A1-8383-1770-373F-B4429B7124A5}"/>
              </a:ext>
            </a:extLst>
          </p:cNvPr>
          <p:cNvSpPr txBox="1"/>
          <p:nvPr/>
        </p:nvSpPr>
        <p:spPr>
          <a:xfrm>
            <a:off x="5989320" y="1417320"/>
            <a:ext cx="4983480" cy="438912"/>
          </a:xfrm>
          <a:prstGeom prst="rect">
            <a:avLst/>
          </a:prstGeom>
          <a:solidFill>
            <a:schemeClr val="accent4"/>
          </a:solidFill>
          <a:ln>
            <a:noFill/>
          </a:ln>
        </p:spPr>
        <p:txBody>
          <a:bodyPr wrap="square" lIns="27432" tIns="27432" rIns="27432" bIns="27432">
            <a:normAutofit/>
          </a:bodyPr>
          <a:lstStyle/>
          <a:p>
            <a:pPr algn="l"/>
            <a:r>
              <a:rPr lang="zh-CN" sz="2000" b="1">
                <a:solidFill>
                  <a:srgbClr val="FFFFFF"/>
                </a:solidFill>
                <a:latin typeface="Arial"/>
                <a:ea typeface="Arial"/>
                <a:cs typeface="Arial"/>
              </a:rPr>
              <a:t>Small-sample Registration</a:t>
            </a:r>
          </a:p>
        </p:txBody>
      </p:sp>
      <p:sp>
        <p:nvSpPr>
          <p:cNvPr id="11" name="Subtitle">
            <a:extLst>
              <a:ext uri="{FF2B5EF4-FFF2-40B4-BE49-F238E27FC236}">
                <ns2:creationId id="{5E8B8AAE-BA10-D4AA-98A8-533B1409F473}"/>
              </a:ext>
            </a:extLst>
          </p:cNvPr>
          <p:cNvSpPr txBox="1"/>
          <p:nvPr/>
        </p:nvSpPr>
        <p:spPr>
          <a:xfrm>
            <a:off x="5989320" y="1847088"/>
            <a:ext cx="4983480" cy="347472"/>
          </a:xfrm>
          <a:prstGeom prst="rect">
            <a:avLst/>
          </a:prstGeom>
          <a:solidFill>
            <a:srgbClr val="EEF3F5"/>
          </a:solidFill>
          <a:ln w="12700">
            <a:solidFill>
              <a:srgbClr val="D7E0E5"/>
            </a:solidFill>
          </a:ln>
        </p:spPr>
        <p:txBody>
          <a:bodyPr wrap="square" lIns="27432" tIns="27432" rIns="27432" bIns="27432">
            <a:normAutofit/>
          </a:bodyPr>
          <a:lstStyle/>
          <a:p>
            <a:pPr algn="l"/>
            <a:r>
              <a:rPr lang="zh-CN" sz="1300">
                <a:solidFill>
                  <a:srgbClr val="4B5B6B"/>
                </a:solidFill>
                <a:latin typeface="Arial"/>
                <a:ea typeface="Arial"/>
                <a:cs typeface="Arial"/>
              </a:rPr>
              <a:t>CNN weights stay fixed; only product feature prototypes are built.</a:t>
            </a:r>
          </a:p>
        </p:txBody>
      </p:sp>
      <p:sp>
        <p:nvSpPr>
          <p:cNvPr id="12" name="RowLabel">
            <a:extLst>
              <a:ext uri="{FF2B5EF4-FFF2-40B4-BE49-F238E27FC236}">
                <ns2:creationId id="{3CEB6795-C6B9-221D-9818-BD2A2BD5B9EE}"/>
              </a:ext>
            </a:extLst>
          </p:cNvPr>
          <p:cNvSpPr txBox="1"/>
          <p:nvPr/>
        </p:nvSpPr>
        <p:spPr>
          <a:xfrm>
            <a:off x="914400" y="2360821"/>
            <a:ext cx="914400" cy="347472"/>
          </a:xfrm>
          <a:prstGeom prst="roundRect">
            <a:avLst/>
          </a:prstGeom>
          <a:solidFill>
            <a:srgbClr val="4B5B6B"/>
          </a:solidFill>
          <a:ln>
            <a:noFill/>
          </a:ln>
        </p:spPr>
        <p:txBody>
          <a:bodyPr wrap="square" lIns="18288" tIns="18288" rIns="18288" bIns="18288">
            <a:normAutofit/>
          </a:bodyPr>
          <a:lstStyle/>
          <a:p>
            <a:pPr algn="l"/>
            <a:r>
              <a:rPr lang="zh-CN" sz="1400" b="1">
                <a:solidFill>
                  <a:srgbClr val="FFFFFF"/>
                </a:solidFill>
                <a:latin typeface="Arial"/>
                <a:ea typeface="Arial"/>
                <a:cs typeface="Arial"/>
              </a:rPr>
              <a:t>Data</a:t>
            </a:r>
          </a:p>
        </p:txBody>
      </p:sp>
      <p:sp>
        <p:nvSpPr>
          <p:cNvPr id="13" name="LeftRow">
            <a:extLst>
              <a:ext uri="{FF2B5EF4-FFF2-40B4-BE49-F238E27FC236}">
                <ns2:creationId id="{A0977E8D-50B4-D819-3A81-C73E84D55148}"/>
              </a:ext>
            </a:extLst>
          </p:cNvPr>
          <p:cNvSpPr txBox="1"/>
          <p:nvPr/>
        </p:nvSpPr>
        <p:spPr>
          <a:xfrm>
            <a:off x="1920240" y="2342533"/>
            <a:ext cx="4233672" cy="438912"/>
          </a:xfrm>
          <a:prstGeom prst="rect">
            <a:avLst/>
          </a:prstGeom>
          <a:solidFill>
            <a:srgbClr val="FFF2DF"/>
          </a:solidFill>
          <a:ln w="12700">
            <a:solidFill>
              <a:srgbClr val="F3C28C"/>
            </a:solidFill>
          </a:ln>
        </p:spPr>
        <p:txBody>
          <a:bodyPr wrap="square" lIns="36576" tIns="36576" rIns="36576" bIns="36576">
            <a:normAutofit/>
          </a:bodyPr>
          <a:lstStyle/>
          <a:p>
            <a:pPr algn="l"/>
            <a:r>
              <a:rPr lang="zh-CN" sz="1400">
                <a:solidFill>
                  <a:srgbClr val="00152B"/>
                </a:solidFill>
                <a:latin typeface="Arial"/>
                <a:ea typeface="Arial"/>
                <a:cs typeface="Arial"/>
              </a:rPr>
              <a:t>Usually requires many OK/NG images.</a:t>
            </a:r>
          </a:p>
        </p:txBody>
      </p:sp>
      <p:sp>
        <p:nvSpPr>
          <p:cNvPr id="15" name="RightRow">
            <a:extLst>
              <a:ext uri="{FF2B5EF4-FFF2-40B4-BE49-F238E27FC236}">
                <ns2:creationId id="{85ACFCCF-0433-177A-9FB4-7954D31894A3}"/>
              </a:ext>
            </a:extLst>
          </p:cNvPr>
          <p:cNvSpPr txBox="1"/>
          <p:nvPr/>
        </p:nvSpPr>
        <p:spPr>
          <a:xfrm>
            <a:off x="6693408" y="2342533"/>
            <a:ext cx="4233672" cy="438912"/>
          </a:xfrm>
          <a:prstGeom prst="rect">
            <a:avLst/>
          </a:prstGeom>
          <a:solidFill>
            <a:srgbClr val="E8F7F8"/>
          </a:solidFill>
          <a:ln w="12700">
            <a:solidFill>
              <a:srgbClr val="BBDDE1"/>
            </a:solidFill>
          </a:ln>
        </p:spPr>
        <p:txBody>
          <a:bodyPr wrap="square" lIns="36576" tIns="36576" rIns="36576" bIns="36576">
            <a:normAutofit/>
          </a:bodyPr>
          <a:lstStyle/>
          <a:p>
            <a:pPr algn="l"/>
            <a:r>
              <a:rPr lang="zh-CN" sz="1400">
                <a:solidFill>
                  <a:srgbClr val="00152B"/>
                </a:solidFill>
                <a:latin typeface="Arial"/>
                <a:ea typeface="Arial"/>
                <a:cs typeface="Arial"/>
              </a:rPr>
              <a:t>A few OK/NG samples are enough.</a:t>
            </a:r>
          </a:p>
        </p:txBody>
      </p:sp>
      <p:sp>
        <p:nvSpPr>
          <p:cNvPr id="16" name="RowLabel">
            <a:extLst>
              <a:ext uri="{FF2B5EF4-FFF2-40B4-BE49-F238E27FC236}">
                <ns2:creationId id="{108F1338-EB41-8678-853E-E457A88C3F04}"/>
              </a:ext>
            </a:extLst>
          </p:cNvPr>
          <p:cNvSpPr txBox="1"/>
          <p:nvPr/>
        </p:nvSpPr>
        <p:spPr>
          <a:xfrm>
            <a:off x="914400" y="2863741"/>
            <a:ext cx="914400" cy="347472"/>
          </a:xfrm>
          <a:prstGeom prst="roundRect">
            <a:avLst/>
          </a:prstGeom>
          <a:solidFill>
            <a:srgbClr val="4B5B6B"/>
          </a:solidFill>
          <a:ln>
            <a:noFill/>
          </a:ln>
        </p:spPr>
        <p:txBody>
          <a:bodyPr wrap="square" lIns="18288" tIns="18288" rIns="18288" bIns="18288">
            <a:normAutofit/>
          </a:bodyPr>
          <a:lstStyle/>
          <a:p>
            <a:pPr algn="l"/>
            <a:r>
              <a:rPr lang="zh-CN" sz="1400" b="1">
                <a:solidFill>
                  <a:srgbClr val="FFFFFF"/>
                </a:solidFill>
                <a:latin typeface="Arial"/>
                <a:ea typeface="Arial"/>
                <a:cs typeface="Arial"/>
              </a:rPr>
              <a:t>Weights</a:t>
            </a:r>
          </a:p>
        </p:txBody>
      </p:sp>
      <p:sp>
        <p:nvSpPr>
          <p:cNvPr id="17" name="LeftRow">
            <a:extLst>
              <a:ext uri="{FF2B5EF4-FFF2-40B4-BE49-F238E27FC236}">
                <ns2:creationId id="{ED5F2A18-E404-B97E-0CB3-4151743C1DC2}"/>
              </a:ext>
            </a:extLst>
          </p:cNvPr>
          <p:cNvSpPr txBox="1"/>
          <p:nvPr/>
        </p:nvSpPr>
        <p:spPr>
          <a:xfrm>
            <a:off x="1920240" y="2845453"/>
            <a:ext cx="4233672" cy="438912"/>
          </a:xfrm>
          <a:prstGeom prst="rect">
            <a:avLst/>
          </a:prstGeom>
          <a:solidFill>
            <a:srgbClr val="FFF2DF"/>
          </a:solidFill>
          <a:ln w="12700">
            <a:solidFill>
              <a:srgbClr val="F3C28C"/>
            </a:solidFill>
          </a:ln>
        </p:spPr>
        <p:txBody>
          <a:bodyPr wrap="square" lIns="36576" tIns="36576" rIns="36576" bIns="36576">
            <a:normAutofit/>
          </a:bodyPr>
          <a:lstStyle/>
          <a:p>
            <a:pPr algn="l"/>
            <a:r>
              <a:rPr lang="zh-CN" sz="1400">
                <a:solidFill>
                  <a:srgbClr val="00152B"/>
                </a:solidFill>
                <a:latin typeface="Arial"/>
                <a:ea typeface="Arial"/>
                <a:cs typeface="Arial"/>
              </a:rPr>
              <a:t>Backpropagation updates model parameters.</a:t>
            </a:r>
          </a:p>
        </p:txBody>
      </p:sp>
      <p:sp>
        <p:nvSpPr>
          <p:cNvPr id="19" name="RightRow">
            <a:extLst>
              <a:ext uri="{FF2B5EF4-FFF2-40B4-BE49-F238E27FC236}">
                <ns2:creationId id="{27CFBF05-8E11-D3C0-E6D8-FCC296DC31FE}"/>
              </a:ext>
            </a:extLst>
          </p:cNvPr>
          <p:cNvSpPr txBox="1"/>
          <p:nvPr/>
        </p:nvSpPr>
        <p:spPr>
          <a:xfrm>
            <a:off x="6693408" y="2845453"/>
            <a:ext cx="4233672" cy="438912"/>
          </a:xfrm>
          <a:prstGeom prst="rect">
            <a:avLst/>
          </a:prstGeom>
          <a:solidFill>
            <a:srgbClr val="E8F7F8"/>
          </a:solidFill>
          <a:ln w="12700">
            <a:solidFill>
              <a:srgbClr val="BBDDE1"/>
            </a:solidFill>
          </a:ln>
        </p:spPr>
        <p:txBody>
          <a:bodyPr wrap="square" lIns="36576" tIns="36576" rIns="36576" bIns="36576">
            <a:normAutofit/>
          </a:bodyPr>
          <a:lstStyle/>
          <a:p>
            <a:pPr algn="l"/>
            <a:r>
              <a:rPr lang="zh-CN" sz="1400">
                <a:solidFill>
                  <a:srgbClr val="00152B"/>
                </a:solidFill>
                <a:latin typeface="Arial"/>
                <a:ea typeface="Arial"/>
                <a:cs typeface="Arial"/>
              </a:rPr>
              <a:t>Official pretrained weights remain fixed.</a:t>
            </a:r>
          </a:p>
        </p:txBody>
      </p:sp>
      <p:sp>
        <p:nvSpPr>
          <p:cNvPr id="20" name="RowLabel">
            <a:extLst>
              <a:ext uri="{FF2B5EF4-FFF2-40B4-BE49-F238E27FC236}">
                <ns2:creationId id="{1B5978F9-32A5-5ED1-0FE2-817174E228B0}"/>
              </a:ext>
            </a:extLst>
          </p:cNvPr>
          <p:cNvSpPr txBox="1"/>
          <p:nvPr/>
        </p:nvSpPr>
        <p:spPr>
          <a:xfrm>
            <a:off x="914400" y="3366661"/>
            <a:ext cx="914400" cy="347472"/>
          </a:xfrm>
          <a:prstGeom prst="roundRect">
            <a:avLst/>
          </a:prstGeom>
          <a:solidFill>
            <a:srgbClr val="4B5B6B"/>
          </a:solidFill>
          <a:ln>
            <a:noFill/>
          </a:ln>
        </p:spPr>
        <p:txBody>
          <a:bodyPr wrap="square" lIns="18288" tIns="18288" rIns="18288" bIns="18288">
            <a:normAutofit/>
          </a:bodyPr>
          <a:lstStyle/>
          <a:p>
            <a:pPr algn="l"/>
            <a:r>
              <a:rPr lang="zh-CN" sz="1400" b="1">
                <a:solidFill>
                  <a:srgbClr val="FFFFFF"/>
                </a:solidFill>
                <a:latin typeface="Arial"/>
                <a:ea typeface="Arial"/>
                <a:cs typeface="Arial"/>
              </a:rPr>
              <a:t>Process</a:t>
            </a:r>
          </a:p>
        </p:txBody>
      </p:sp>
      <p:sp>
        <p:nvSpPr>
          <p:cNvPr id="21" name="LeftRow">
            <a:extLst>
              <a:ext uri="{FF2B5EF4-FFF2-40B4-BE49-F238E27FC236}">
                <ns2:creationId id="{E777ACD8-6213-CBF4-7264-B42000F92F4A}"/>
              </a:ext>
            </a:extLst>
          </p:cNvPr>
          <p:cNvSpPr txBox="1"/>
          <p:nvPr/>
        </p:nvSpPr>
        <p:spPr>
          <a:xfrm>
            <a:off x="1920240" y="3348373"/>
            <a:ext cx="4233672" cy="438912"/>
          </a:xfrm>
          <a:prstGeom prst="rect">
            <a:avLst/>
          </a:prstGeom>
          <a:solidFill>
            <a:srgbClr val="FFF2DF"/>
          </a:solidFill>
          <a:ln w="12700">
            <a:solidFill>
              <a:srgbClr val="F3C28C"/>
            </a:solidFill>
          </a:ln>
        </p:spPr>
        <p:txBody>
          <a:bodyPr wrap="square" lIns="36576" tIns="36576" rIns="36576" bIns="36576">
            <a:normAutofit/>
          </a:bodyPr>
          <a:lstStyle/>
          <a:p>
            <a:pPr algn="l"/>
            <a:r>
              <a:rPr lang="zh-CN" sz="1400">
                <a:solidFill>
                  <a:srgbClr val="00152B"/>
                </a:solidFill>
                <a:latin typeface="Arial"/>
                <a:ea typeface="Arial"/>
                <a:cs typeface="Arial"/>
              </a:rPr>
              <a:t>Train, validate, tune, and redeploy.</a:t>
            </a:r>
          </a:p>
        </p:txBody>
      </p:sp>
      <p:sp>
        <p:nvSpPr>
          <p:cNvPr id="23" name="RightRow">
            <a:extLst>
              <a:ext uri="{FF2B5EF4-FFF2-40B4-BE49-F238E27FC236}">
                <ns2:creationId id="{27519C73-1BBC-E4CE-A250-4B164B2E6F24}"/>
              </a:ext>
            </a:extLst>
          </p:cNvPr>
          <p:cNvSpPr txBox="1"/>
          <p:nvPr/>
        </p:nvSpPr>
        <p:spPr>
          <a:xfrm>
            <a:off x="6693408" y="3348373"/>
            <a:ext cx="4233672" cy="438912"/>
          </a:xfrm>
          <a:prstGeom prst="rect">
            <a:avLst/>
          </a:prstGeom>
          <a:solidFill>
            <a:srgbClr val="E8F7F8"/>
          </a:solidFill>
          <a:ln w="12700">
            <a:solidFill>
              <a:srgbClr val="BBDDE1"/>
            </a:solidFill>
          </a:ln>
        </p:spPr>
        <p:txBody>
          <a:bodyPr wrap="square" lIns="36576" tIns="36576" rIns="36576" bIns="36576">
            <a:normAutofit/>
          </a:bodyPr>
          <a:lstStyle/>
          <a:p>
            <a:pPr algn="l"/>
            <a:r>
              <a:rPr lang="zh-CN" sz="1400">
                <a:solidFill>
                  <a:srgbClr val="00152B"/>
                </a:solidFill>
                <a:latin typeface="Arial"/>
                <a:ea typeface="Arial"/>
                <a:cs typeface="Arial"/>
              </a:rPr>
              <a:t>Forward inference extracts embeddings and computes prototypes.</a:t>
            </a:r>
          </a:p>
        </p:txBody>
      </p:sp>
      <p:sp>
        <p:nvSpPr>
          <p:cNvPr id="24" name="RowLabel">
            <a:extLst>
              <a:ext uri="{FF2B5EF4-FFF2-40B4-BE49-F238E27FC236}">
                <ns2:creationId id="{42BAE33F-AF9C-E937-1E0D-E06CC7C2A05F}"/>
              </a:ext>
            </a:extLst>
          </p:cNvPr>
          <p:cNvSpPr txBox="1"/>
          <p:nvPr/>
        </p:nvSpPr>
        <p:spPr>
          <a:xfrm>
            <a:off x="914400" y="3869581"/>
            <a:ext cx="914400" cy="347472"/>
          </a:xfrm>
          <a:prstGeom prst="roundRect">
            <a:avLst/>
          </a:prstGeom>
          <a:solidFill>
            <a:srgbClr val="4B5B6B"/>
          </a:solidFill>
          <a:ln>
            <a:noFill/>
          </a:ln>
        </p:spPr>
        <p:txBody>
          <a:bodyPr wrap="square" lIns="18288" tIns="18288" rIns="18288" bIns="18288">
            <a:normAutofit/>
          </a:bodyPr>
          <a:lstStyle/>
          <a:p>
            <a:pPr algn="l"/>
            <a:r>
              <a:rPr lang="zh-CN" sz="1400" b="1">
                <a:solidFill>
                  <a:srgbClr val="FFFFFF"/>
                </a:solidFill>
                <a:latin typeface="Arial"/>
                <a:ea typeface="Arial"/>
                <a:cs typeface="Arial"/>
              </a:rPr>
              <a:t>Output</a:t>
            </a:r>
          </a:p>
        </p:txBody>
      </p:sp>
      <p:sp>
        <p:nvSpPr>
          <p:cNvPr id="25" name="LeftRow">
            <a:extLst>
              <a:ext uri="{FF2B5EF4-FFF2-40B4-BE49-F238E27FC236}">
                <ns2:creationId id="{437B6486-067C-9EE9-0E17-7D8A13A622FB}"/>
              </a:ext>
            </a:extLst>
          </p:cNvPr>
          <p:cNvSpPr txBox="1"/>
          <p:nvPr/>
        </p:nvSpPr>
        <p:spPr>
          <a:xfrm>
            <a:off x="1920240" y="3851293"/>
            <a:ext cx="4233672" cy="438912"/>
          </a:xfrm>
          <a:prstGeom prst="rect">
            <a:avLst/>
          </a:prstGeom>
          <a:solidFill>
            <a:srgbClr val="FFF2DF"/>
          </a:solidFill>
          <a:ln w="12700">
            <a:solidFill>
              <a:srgbClr val="F3C28C"/>
            </a:solidFill>
          </a:ln>
        </p:spPr>
        <p:txBody>
          <a:bodyPr wrap="square" lIns="36576" tIns="36576" rIns="36576" bIns="36576">
            <a:normAutofit/>
          </a:bodyPr>
          <a:lstStyle/>
          <a:p>
            <a:pPr algn="l"/>
            <a:r>
              <a:rPr lang="zh-CN" sz="1400">
                <a:solidFill>
                  <a:srgbClr val="00152B"/>
                </a:solidFill>
                <a:latin typeface="Arial"/>
                <a:ea typeface="Arial"/>
                <a:cs typeface="Arial"/>
              </a:rPr>
              <a:t>A retrained classification model.</a:t>
            </a:r>
          </a:p>
        </p:txBody>
      </p:sp>
      <p:sp>
        <p:nvSpPr>
          <p:cNvPr id="27" name="RightRow">
            <a:extLst>
              <a:ext uri="{FF2B5EF4-FFF2-40B4-BE49-F238E27FC236}">
                <ns2:creationId id="{14C070C0-4D51-D958-53DE-F5F0224C67D5}"/>
              </a:ext>
            </a:extLst>
          </p:cNvPr>
          <p:cNvSpPr txBox="1"/>
          <p:nvPr/>
        </p:nvSpPr>
        <p:spPr>
          <a:xfrm>
            <a:off x="6693408" y="3851293"/>
            <a:ext cx="4233672" cy="438912"/>
          </a:xfrm>
          <a:prstGeom prst="rect">
            <a:avLst/>
          </a:prstGeom>
          <a:solidFill>
            <a:srgbClr val="E8F7F8"/>
          </a:solidFill>
          <a:ln w="12700">
            <a:solidFill>
              <a:srgbClr val="BBDDE1"/>
            </a:solidFill>
          </a:ln>
        </p:spPr>
        <p:txBody>
          <a:bodyPr wrap="square" lIns="36576" tIns="36576" rIns="36576" bIns="36576">
            <a:normAutofit/>
          </a:bodyPr>
          <a:lstStyle/>
          <a:p>
            <a:pPr algn="l"/>
            <a:r>
              <a:rPr lang="zh-CN" sz="1400">
                <a:solidFill>
                  <a:srgbClr val="00152B"/>
                </a:solidFill>
                <a:latin typeface="Arial"/>
                <a:ea typeface="Arial"/>
                <a:cs typeface="Arial"/>
              </a:rPr>
              <a:t>OK/NG feature bank + OK/NG prototypes.</a:t>
            </a:r>
          </a:p>
        </p:txBody>
      </p:sp>
      <p:sp>
        <p:nvSpPr>
          <p:cNvPr id="28" name="RowLabel">
            <a:extLst>
              <a:ext uri="{FF2B5EF4-FFF2-40B4-BE49-F238E27FC236}">
                <ns2:creationId id="{993E76A7-3E70-5229-DB82-3A9D44E797DF}"/>
              </a:ext>
            </a:extLst>
          </p:cNvPr>
          <p:cNvSpPr txBox="1"/>
          <p:nvPr/>
        </p:nvSpPr>
        <p:spPr>
          <a:xfrm>
            <a:off x="914400" y="4372501"/>
            <a:ext cx="914400" cy="347472"/>
          </a:xfrm>
          <a:prstGeom prst="roundRect">
            <a:avLst/>
          </a:prstGeom>
          <a:solidFill>
            <a:srgbClr val="4B5B6B"/>
          </a:solidFill>
          <a:ln>
            <a:noFill/>
          </a:ln>
        </p:spPr>
        <p:txBody>
          <a:bodyPr wrap="square" lIns="18288" tIns="18288" rIns="18288" bIns="18288">
            <a:normAutofit/>
          </a:bodyPr>
          <a:lstStyle/>
          <a:p>
            <a:pPr algn="l"/>
            <a:r>
              <a:rPr lang="zh-CN" sz="1400" b="1">
                <a:solidFill>
                  <a:srgbClr val="FFFFFF"/>
                </a:solidFill>
                <a:latin typeface="Arial"/>
                <a:ea typeface="Arial"/>
                <a:cs typeface="Arial"/>
              </a:rPr>
              <a:t>Maintain</a:t>
            </a:r>
          </a:p>
        </p:txBody>
      </p:sp>
      <p:sp>
        <p:nvSpPr>
          <p:cNvPr id="29" name="LeftRow">
            <a:extLst>
              <a:ext uri="{FF2B5EF4-FFF2-40B4-BE49-F238E27FC236}">
                <ns2:creationId id="{0FE3D635-77BB-E9EA-DD30-111421CD40A6}"/>
              </a:ext>
            </a:extLst>
          </p:cNvPr>
          <p:cNvSpPr txBox="1"/>
          <p:nvPr/>
        </p:nvSpPr>
        <p:spPr>
          <a:xfrm>
            <a:off x="1920240" y="4354213"/>
            <a:ext cx="4233672" cy="438912"/>
          </a:xfrm>
          <a:prstGeom prst="rect">
            <a:avLst/>
          </a:prstGeom>
          <a:solidFill>
            <a:srgbClr val="FFF2DF"/>
          </a:solidFill>
          <a:ln w="12700">
            <a:solidFill>
              <a:srgbClr val="F3C28C"/>
            </a:solidFill>
          </a:ln>
        </p:spPr>
        <p:txBody>
          <a:bodyPr wrap="square" lIns="36576" tIns="36576" rIns="36576" bIns="36576">
            <a:normAutofit/>
          </a:bodyPr>
          <a:lstStyle/>
          <a:p>
            <a:pPr algn="l"/>
            <a:r>
              <a:rPr lang="zh-CN" sz="1400">
                <a:solidFill>
                  <a:srgbClr val="00152B"/>
                </a:solidFill>
                <a:latin typeface="Arial"/>
                <a:ea typeface="Arial"/>
                <a:cs typeface="Arial"/>
              </a:rPr>
              <a:t>Depends on algorithm engineers and training environments.</a:t>
            </a:r>
          </a:p>
        </p:txBody>
      </p:sp>
      <p:sp>
        <p:nvSpPr>
          <p:cNvPr id="31" name="RightRow">
            <a:extLst>
              <a:ext uri="{FF2B5EF4-FFF2-40B4-BE49-F238E27FC236}">
                <ns2:creationId id="{13C45C40-1252-C19F-92A6-7D0F3B58C29C}"/>
              </a:ext>
            </a:extLst>
          </p:cNvPr>
          <p:cNvSpPr txBox="1"/>
          <p:nvPr/>
        </p:nvSpPr>
        <p:spPr>
          <a:xfrm>
            <a:off x="6693408" y="4354213"/>
            <a:ext cx="4233672" cy="438912"/>
          </a:xfrm>
          <a:prstGeom prst="rect">
            <a:avLst/>
          </a:prstGeom>
          <a:solidFill>
            <a:srgbClr val="E8F7F8"/>
          </a:solidFill>
          <a:ln w="12700">
            <a:solidFill>
              <a:srgbClr val="BBDDE1"/>
            </a:solidFill>
          </a:ln>
        </p:spPr>
        <p:txBody>
          <a:bodyPr wrap="square" lIns="36576" tIns="36576" rIns="36576" bIns="36576">
            <a:normAutofit/>
          </a:bodyPr>
          <a:lstStyle/>
          <a:p>
            <a:pPr algn="l"/>
            <a:r>
              <a:rPr lang="zh-CN" sz="1400">
                <a:solidFill>
                  <a:srgbClr val="00152B"/>
                </a:solidFill>
                <a:latin typeface="Arial"/>
                <a:ea typeface="Arial"/>
                <a:cs typeface="Arial"/>
              </a:rPr>
              <a:t>Users can add samples, adjust ROI, and relearn via UI.</a:t>
            </a:r>
          </a:p>
        </p:txBody>
      </p:sp>
      <p:sp>
        <p:nvSpPr>
          <p:cNvPr id="32" name="Line">
            <a:extLst>
              <a:ext uri="{FF2B5EF4-FFF2-40B4-BE49-F238E27FC236}">
                <ns2:creationId id="{7CD8DECF-7E4A-9303-BBBC-6777BBDA69C5}"/>
              </a:ext>
            </a:extLst>
          </p:cNvPr>
          <p:cNvSpPr/>
          <p:nvPr/>
        </p:nvSpPr>
        <p:spPr>
          <a:xfrm>
            <a:off x="722376" y="4941099"/>
            <a:ext cx="10040112" cy="9144"/>
          </a:xfrm>
          <a:prstGeom prst="rect">
            <a:avLst/>
          </a:prstGeom>
          <a:solidFill>
            <a:srgbClr val="D7E0E5"/>
          </a:solidFill>
          <a:ln>
            <a:noFill/>
          </a:ln>
        </p:spPr>
        <p:txBody>
          <a:bodyPr>
            <a:normAutofit/>
          </a:bodyPr>
          <a:lstStyle/>
          <a:p>
            <a:endParaRPr lang="en-US"/>
          </a:p>
        </p:txBody>
      </p:sp>
      <p:cxnSp>
        <p:nvCxnSpPr>
          <p:cNvPr id="34" name="Arrow 47">
            <a:extLst>
              <a:ext uri="{FF2B5EF4-FFF2-40B4-BE49-F238E27FC236}">
                <ns2:creationId id="{04969A1E-49F5-9F3A-BA5A-94C27ED1EF98}"/>
              </a:ext>
            </a:extLst>
          </p:cNvPr>
          <p:cNvCxnSpPr/>
          <p:nvPr/>
        </p:nvCxnSpPr>
        <p:spPr>
          <a:xfrm>
            <a:off x="2909333" y="5517171"/>
            <a:ext cx="365760" cy="9144"/>
          </a:xfrm>
          <a:prstGeom prst="line">
            <a:avLst/>
          </a:prstGeom>
          <a:ln w="30000">
            <a:solidFill>
              <a:srgbClr val="009CA6"/>
            </a:solidFill>
            <a:tailEnd type="triangle"/>
          </a:ln>
        </p:spPr>
      </p:cxnSp>
      <p:cxnSp>
        <p:nvCxnSpPr>
          <p:cNvPr id="36" name="Arrow 49">
            <a:extLst>
              <a:ext uri="{FF2B5EF4-FFF2-40B4-BE49-F238E27FC236}">
                <ns2:creationId id="{4F494B1E-A26C-CE79-8C44-6191E0725CAD}"/>
              </a:ext>
            </a:extLst>
          </p:cNvPr>
          <p:cNvCxnSpPr/>
          <p:nvPr/>
        </p:nvCxnSpPr>
        <p:spPr>
          <a:xfrm>
            <a:off x="5241669" y="5517171"/>
            <a:ext cx="365760" cy="9144"/>
          </a:xfrm>
          <a:prstGeom prst="line">
            <a:avLst/>
          </a:prstGeom>
          <a:ln w="30000">
            <a:solidFill>
              <a:srgbClr val="009CA6"/>
            </a:solidFill>
            <a:tailEnd type="triangle"/>
          </a:ln>
        </p:spPr>
      </p:cxnSp>
      <p:cxnSp>
        <p:nvCxnSpPr>
          <p:cNvPr id="38" name="Arrow 51">
            <a:extLst>
              <a:ext uri="{FF2B5EF4-FFF2-40B4-BE49-F238E27FC236}">
                <ns2:creationId id="{DE7C7A26-943A-6662-1AC9-4F30101D7AE9}"/>
              </a:ext>
            </a:extLst>
          </p:cNvPr>
          <p:cNvCxnSpPr/>
          <p:nvPr/>
        </p:nvCxnSpPr>
        <p:spPr>
          <a:xfrm>
            <a:off x="7657020" y="5505561"/>
            <a:ext cx="365760" cy="9144"/>
          </a:xfrm>
          <a:prstGeom prst="line">
            <a:avLst/>
          </a:prstGeom>
          <a:ln w="30000">
            <a:solidFill>
              <a:srgbClr val="009CA6"/>
            </a:solidFill>
            <a:tailEnd type="triangle"/>
          </a:ln>
        </p:spPr>
      </p:cxnSp>
      <p:sp>
        <p:nvSpPr>
          <p:cNvPr id="40" name="Conclusion">
            <a:extLst>
              <a:ext uri="{FF2B5EF4-FFF2-40B4-BE49-F238E27FC236}">
                <ns2:creationId id="{1EADD56B-4F0D-3E30-0155-FF38CEF1DC7E}"/>
              </a:ext>
            </a:extLst>
          </p:cNvPr>
          <p:cNvSpPr txBox="1"/>
          <p:nvPr/>
        </p:nvSpPr>
        <p:spPr>
          <a:xfrm>
            <a:off x="872481" y="6056667"/>
            <a:ext cx="9372600" cy="393192"/>
          </a:xfrm>
          <a:prstGeom prst="roundRect">
            <a:avLst/>
          </a:prstGeom>
          <a:solidFill>
            <a:srgbClr val="009CA6"/>
          </a:solidFill>
          <a:ln>
            <a:noFill/>
          </a:ln>
        </p:spPr>
        <p:txBody>
          <a:bodyPr wrap="square" lIns="22860" tIns="22860" rIns="22860" bIns="22860">
            <a:normAutofit/>
          </a:bodyPr>
          <a:lstStyle/>
          <a:p>
            <a:pPr algn="l"/>
            <a:r>
              <a:rPr lang="zh-CN" sz="1600" b="1">
                <a:solidFill>
                  <a:srgbClr val="FFFFFF"/>
                </a:solidFill>
                <a:latin typeface="Arial"/>
                <a:ea typeface="Arial"/>
                <a:cs typeface="Arial"/>
              </a:rPr>
              <a:t>Key point: “training” here means sample registration, not CNN training.</a:t>
            </a:r>
          </a:p>
        </p:txBody>
      </p:sp>
      <p:sp>
        <p:nvSpPr>
          <p:cNvPr id="42" name="矩形: 圆角 41">
            <a:extLst>
              <a:ext uri="{FF2B5EF4-FFF2-40B4-BE49-F238E27FC236}">
                <ns2:creationId id="{ABDA74EE-745E-21A6-4ECB-477A75BBAE2B}"/>
              </a:ext>
            </a:extLst>
          </p:cNvPr>
          <p:cNvSpPr/>
          <p:nvPr/>
        </p:nvSpPr>
        <p:spPr>
          <a:xfrm>
            <a:off x="1077759" y="5171367"/>
            <a:ext cx="1684962" cy="645885"/>
          </a:xfrm>
          <a:prstGeom prst="roundRect">
            <a:avLst/>
          </a:prstGeom>
          <a:solidFill>
            <a:schemeClr val="accent2"/>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endParaRPr lang="en-US" altLang="zh-CN" sz="1600">
              <a:solidFill>
                <a:srgbClr val="FFFFFF"/>
              </a:solidFill>
              <a:latin typeface="+mn-ea"/>
            </a:endParaRPr>
            <a:r>
              <a:rPr lang="en-US">
                <a:latin typeface="Arial"/>
                <a:ea typeface="Arial"/>
                <a:cs typeface="Arial"/>
              </a:rPr>
              <a:t>Pretrained</a:t>
            </a:r>
          </a:p>
          <a:p>
            <a:pPr algn="ctr"/>
            <a:r>
              <a:rPr lang="zh-CN" altLang="en-US" sz="1600">
                <a:solidFill>
                  <a:srgbClr val="FFFFFF"/>
                </a:solidFill>
                <a:latin typeface="Arial"/>
                <a:ea typeface="Arial"/>
                <a:cs typeface="Arial"/>
              </a:rPr>
              <a:t>Weights</a:t>
            </a:r>
          </a:p>
          <a:p>
            <a:pPr algn="ctr"/>
            <a:endParaRPr lang="en-US" sz="1800" dirty="0"/>
            <a:r>
              <a:rPr lang="en-US">
                <a:latin typeface="Arial"/>
                <a:ea typeface="Arial"/>
                <a:cs typeface="Arial"/>
              </a:rPr>
              <a:t/>
            </a:r>
          </a:p>
        </p:txBody>
      </p:sp>
      <p:sp>
        <p:nvSpPr>
          <p:cNvPr id="43" name="矩形: 圆角 42">
            <a:extLst>
              <a:ext uri="{FF2B5EF4-FFF2-40B4-BE49-F238E27FC236}">
                <ns2:creationId id="{12132732-A341-59AE-F016-C967E7F33981}"/>
              </a:ext>
            </a:extLst>
          </p:cNvPr>
          <p:cNvSpPr/>
          <p:nvPr/>
        </p:nvSpPr>
        <p:spPr>
          <a:xfrm>
            <a:off x="3450918" y="5171367"/>
            <a:ext cx="1684962" cy="645885"/>
          </a:xfrm>
          <a:prstGeom prst="roundRect">
            <a:avLst/>
          </a:prstGeom>
          <a:solidFill>
            <a:schemeClr val="accent2"/>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endParaRPr lang="en-US" altLang="zh-CN" sz="1600">
              <a:solidFill>
                <a:srgbClr val="FFFFFF"/>
              </a:solidFill>
              <a:latin typeface="+mn-ea"/>
            </a:endParaRPr>
            <a:r>
              <a:rPr lang="en-US">
                <a:latin typeface="Arial"/>
                <a:ea typeface="Arial"/>
                <a:cs typeface="Arial"/>
              </a:rPr>
              <a:t>Feature</a:t>
            </a:r>
          </a:p>
          <a:p>
            <a:pPr algn="ctr"/>
            <a:r>
              <a:rPr lang="en-US" altLang="zh-CN" sz="1600">
                <a:solidFill>
                  <a:srgbClr val="FFFFFF"/>
                </a:solidFill>
                <a:latin typeface="Arial"/>
                <a:ea typeface="Arial"/>
                <a:cs typeface="Arial"/>
              </a:rPr>
              <a:t>Extraction</a:t>
            </a:r>
            <a:r>
              <a:rPr lang="zh-CN" altLang="en-US" sz="1600">
                <a:solidFill>
                  <a:srgbClr val="FFFFFF"/>
                </a:solidFill>
                <a:latin typeface="Arial"/>
                <a:ea typeface="Arial"/>
                <a:cs typeface="Arial"/>
              </a:rPr>
              <a:t/>
            </a:r>
          </a:p>
          <a:p>
            <a:pPr algn="ctr"/>
            <a:endParaRPr lang="en-US" sz="1800" dirty="0"/>
            <a:r>
              <a:rPr lang="en-US">
                <a:latin typeface="Arial"/>
                <a:ea typeface="Arial"/>
                <a:cs typeface="Arial"/>
              </a:rPr>
              <a:t/>
            </a:r>
          </a:p>
        </p:txBody>
      </p:sp>
      <p:sp>
        <p:nvSpPr>
          <p:cNvPr id="44" name="矩形: 圆角 43">
            <a:extLst>
              <a:ext uri="{FF2B5EF4-FFF2-40B4-BE49-F238E27FC236}">
                <ns2:creationId id="{DFE5B81B-A794-F5F5-475C-F68EEF346A85}"/>
              </a:ext>
            </a:extLst>
          </p:cNvPr>
          <p:cNvSpPr/>
          <p:nvPr/>
        </p:nvSpPr>
        <p:spPr>
          <a:xfrm>
            <a:off x="5824077" y="5171367"/>
            <a:ext cx="1684962" cy="645885"/>
          </a:xfrm>
          <a:prstGeom prst="roundRect">
            <a:avLst/>
          </a:prstGeom>
          <a:solidFill>
            <a:schemeClr val="accent2"/>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en-US" altLang="zh-CN" sz="1600">
                <a:solidFill>
                  <a:srgbClr val="FFFFFF"/>
                </a:solidFill>
                <a:latin typeface="Arial"/>
                <a:ea typeface="Arial"/>
                <a:cs typeface="Arial"/>
              </a:rPr>
              <a:t>OK/NG</a:t>
            </a:r>
            <a:r>
              <a:rPr lang="zh-CN" altLang="en-US" sz="1600">
                <a:solidFill>
                  <a:srgbClr val="FFFFFF"/>
                </a:solidFill>
                <a:latin typeface="Arial"/>
                <a:ea typeface="Arial"/>
                <a:cs typeface="Arial"/>
              </a:rPr>
              <a:t/>
            </a:r>
            <a:endParaRPr lang="en-US" altLang="zh-CN" sz="1600">
              <a:solidFill>
                <a:srgbClr val="FFFFFF"/>
              </a:solidFill>
              <a:latin typeface="+mn-ea"/>
            </a:endParaRPr>
          </a:p>
          <a:p>
            <a:pPr algn="ctr"/>
            <a:r>
              <a:rPr lang="en-US" altLang="zh-CN" sz="1600">
                <a:solidFill>
                  <a:srgbClr val="FFFFFF"/>
                </a:solidFill>
                <a:latin typeface="Arial"/>
                <a:ea typeface="Arial"/>
                <a:cs typeface="Arial"/>
              </a:rPr>
              <a:t>Prototype</a:t>
            </a:r>
            <a:r>
              <a:rPr lang="zh-CN" altLang="en-US" sz="1600">
                <a:solidFill>
                  <a:srgbClr val="FFFFFF"/>
                </a:solidFill>
                <a:latin typeface="Arial"/>
                <a:ea typeface="Arial"/>
                <a:cs typeface="Arial"/>
              </a:rPr>
              <a:t/>
            </a:r>
            <a:endParaRPr lang="en-US" altLang="zh-CN" sz="1600">
              <a:solidFill>
                <a:srgbClr val="FFFFFF"/>
              </a:solidFill>
              <a:latin typeface="+mn-ea"/>
            </a:endParaRPr>
          </a:p>
        </p:txBody>
      </p:sp>
      <p:sp>
        <p:nvSpPr>
          <p:cNvPr id="45" name="矩形: 圆角 44">
            <a:extLst>
              <a:ext uri="{FF2B5EF4-FFF2-40B4-BE49-F238E27FC236}">
                <ns2:creationId id="{33F83831-561C-5F02-38B9-84992BE4A7A3}"/>
              </a:ext>
            </a:extLst>
          </p:cNvPr>
          <p:cNvSpPr/>
          <p:nvPr/>
        </p:nvSpPr>
        <p:spPr>
          <a:xfrm>
            <a:off x="8197237" y="5171367"/>
            <a:ext cx="1684962" cy="645885"/>
          </a:xfrm>
          <a:prstGeom prst="roundRect">
            <a:avLst/>
          </a:prstGeom>
          <a:solidFill>
            <a:schemeClr val="accent2"/>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sz="1600">
                <a:solidFill>
                  <a:srgbClr val="FFFFFF"/>
                </a:solidFill>
                <a:latin typeface="Arial"/>
                <a:ea typeface="Arial"/>
                <a:cs typeface="Arial"/>
              </a:rPr>
              <a:t>Similarity</a:t>
            </a:r>
            <a:endParaRPr lang="en-US" altLang="zh-CN" sz="1600">
              <a:solidFill>
                <a:srgbClr val="FFFFFF"/>
              </a:solidFill>
              <a:latin typeface="+mn-ea"/>
            </a:endParaRPr>
          </a:p>
          <a:p>
            <a:pPr algn="ctr"/>
            <a:r>
              <a:rPr lang="zh-CN" altLang="en-US" sz="1600">
                <a:solidFill>
                  <a:srgbClr val="FFFFFF"/>
                </a:solidFill>
                <a:latin typeface="Arial"/>
                <a:ea typeface="Arial"/>
                <a:cs typeface="Arial"/>
              </a:rPr>
              <a:t>Check</a:t>
            </a:r>
            <a:endParaRPr lang="en-US" altLang="zh-CN" sz="1600">
              <a:solidFill>
                <a:srgbClr val="FFFFFF"/>
              </a:solidFill>
              <a:latin typeface="+mn-ea"/>
            </a:endParaRPr>
          </a:p>
        </p:txBody>
      </p:sp>
    </p:spTree>
    <p:extLst>
      <p:ext uri="{BB962C8B-B14F-4D97-AF65-F5344CB8AC3E}">
        <ns3:creationId val="2101099131"/>
      </p:ext>
    </p:extLst>
  </p:cSld>
  <p:clrMapOvr>
    <a:masterClrMapping/>
  </p:clrMapOvr>
  <ns4:AlternateContent>
    <ns4:Choice Requires="p14">
      <p:transition spd="med" ns3:dur="700">
        <p:fade/>
      </p:transition>
    </ns4:Choice>
    <ns4:Fallback>
      <p:transition spd="med">
        <p:fade/>
      </p:transition>
    </ns4:Fallback>
  </ns4:AlternateContent>
</p:sld>
</file>

<file path=ppt/slides/slide4.xml><?xml version="1.0" encoding="utf-8"?>
<p:sld xmlns:a="http://schemas.openxmlformats.org/drawingml/2006/main" xmlns:ns2="http://schemas.openxmlformats.org/markup-compatibility/2006"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2" name="Title"/>
          <p:cNvSpPr txBox="1"/>
          <p:nvPr/>
        </p:nvSpPr>
        <p:spPr>
          <a:xfrm>
            <a:off x="566928" y="758952"/>
            <a:ext cx="10012680" cy="566928"/>
          </a:xfrm>
          <a:prstGeom prst="rect">
            <a:avLst/>
          </a:prstGeom>
          <a:noFill/>
          <a:ln>
            <a:noFill/>
          </a:ln>
        </p:spPr>
        <p:txBody>
          <a:bodyPr wrap="square" lIns="9144" tIns="9144" rIns="9144" bIns="9144">
            <a:normAutofit/>
          </a:bodyPr>
          <a:lstStyle/>
          <a:p>
            <a:pPr algn="l"/>
            <a:r>
              <a:rPr lang="zh-CN" sz="2700">
                <a:solidFill>
                  <a:srgbClr val="00152B"/>
                </a:solidFill>
                <a:latin typeface="Arial"/>
                <a:ea typeface="Arial"/>
                <a:cs typeface="Arial"/>
              </a:rPr>
              <a:t>Solution Overview: Low-cost CCD + Registration Software</a:t>
            </a:r>
          </a:p>
        </p:txBody>
      </p:sp>
      <p:sp>
        <p:nvSpPr>
          <p:cNvPr id="39" name="Back band"/>
          <p:cNvSpPr/>
          <p:nvPr/>
        </p:nvSpPr>
        <p:spPr>
          <a:xfrm>
            <a:off x="484632" y="1467150"/>
            <a:ext cx="10972800" cy="2240280"/>
          </a:xfrm>
          <a:prstGeom prst="rect">
            <a:avLst/>
          </a:prstGeom>
          <a:solidFill>
            <a:srgbClr val="EEF3F5"/>
          </a:solidFill>
          <a:ln>
            <a:noFill/>
          </a:ln>
        </p:spPr>
        <p:txBody>
          <a:bodyPr>
            <a:normAutofit/>
          </a:bodyPr>
          <a:lstStyle/>
          <a:p>
            <a:endParaRPr lang="en-US"/>
          </a:p>
        </p:txBody>
      </p:sp>
      <p:sp>
        <p:nvSpPr>
          <p:cNvPr id="40" name="Node"/>
          <p:cNvSpPr txBox="1"/>
          <p:nvPr/>
        </p:nvSpPr>
        <p:spPr>
          <a:xfrm>
            <a:off x="1264696" y="1999926"/>
            <a:ext cx="1417320" cy="994315"/>
          </a:xfrm>
          <a:prstGeom prst="roundRect">
            <a:avLst/>
          </a:prstGeom>
          <a:solidFill>
            <a:schemeClr val="accent1"/>
          </a:solidFill>
          <a:ln>
            <a:noFill/>
          </a:ln>
        </p:spPr>
        <p:txBody>
          <a:bodyPr wrap="square" lIns="18288" tIns="18288" rIns="18288" bIns="18288">
            <a:normAutofit/>
          </a:bodyPr>
          <a:lstStyle/>
          <a:p>
            <a:pPr algn="l"/>
            <a:r>
              <a:rPr lang="en-US" altLang="zh-CN" sz="1400" b="1">
                <a:solidFill>
                  <a:srgbClr val="FFFFFF"/>
                </a:solidFill>
                <a:latin typeface="Arial"/>
                <a:ea typeface="Arial"/>
                <a:cs typeface="Arial"/>
              </a:rPr>
              <a:t>Domestic Camera</a:t>
            </a:r>
          </a:p>
          <a:p>
            <a:pPr algn="l"/>
            <a:r>
              <a:rPr lang="en-US" altLang="zh-CN" sz="1400" b="1">
                <a:solidFill>
                  <a:srgbClr val="FFFFFF"/>
                </a:solidFill>
                <a:latin typeface="Arial"/>
                <a:ea typeface="Arial"/>
                <a:cs typeface="Arial"/>
              </a:rPr>
              <a:t>+ Light</a:t>
            </a:r>
            <a:r>
              <a:rPr lang="zh-CN" sz="1400" b="1">
                <a:solidFill>
                  <a:srgbClr val="FFFFFF"/>
                </a:solidFill>
                <a:latin typeface="Arial"/>
                <a:ea typeface="Arial"/>
                <a:cs typeface="Arial"/>
              </a:rPr>
              <a:t/>
            </a:r>
            <a:r>
              <a:rPr lang="en-US" altLang="zh-CN" sz="1400" b="1">
                <a:solidFill>
                  <a:srgbClr val="FFFFFF"/>
                </a:solidFill>
                <a:latin typeface="Arial"/>
                <a:ea typeface="Arial"/>
                <a:cs typeface="Arial"/>
              </a:rPr>
              <a:t/>
            </a:r>
            <a:r>
              <a:rPr lang="zh-CN" sz="1400" b="1">
                <a:solidFill>
                  <a:srgbClr val="FFFFFF"/>
                </a:solidFill>
                <a:latin typeface="Arial"/>
                <a:ea typeface="Arial"/>
                <a:cs typeface="Arial"/>
              </a:rPr>
              <a:t/>
            </a:r>
            <a:endParaRPr lang="en-US" altLang="zh-CN" sz="1400" b="1">
              <a:solidFill>
                <a:srgbClr val="FFFFFF"/>
              </a:solidFill>
              <a:latin typeface="Microsoft YaHei"/>
              <a:ea typeface="Microsoft YaHei"/>
            </a:endParaRPr>
          </a:p>
          <a:p>
            <a:pPr algn="l"/>
            <a:endParaRPr lang="zh-CN" sz="1400" b="1">
              <a:solidFill>
                <a:srgbClr val="FFFFFF"/>
              </a:solidFill>
              <a:latin typeface="Microsoft YaHei"/>
              <a:ea typeface="Microsoft YaHei"/>
            </a:endParaRPr>
            <a:r>
              <a:rPr lang="en-US">
                <a:latin typeface="Arial"/>
                <a:ea typeface="Arial"/>
                <a:cs typeface="Arial"/>
              </a:rPr>
              <a:t/>
            </a:r>
          </a:p>
        </p:txBody>
      </p:sp>
      <p:cxnSp>
        <p:nvCxnSpPr>
          <p:cNvPr id="41" name="Arrow 41"/>
          <p:cNvCxnSpPr/>
          <p:nvPr/>
        </p:nvCxnSpPr>
        <p:spPr>
          <a:xfrm>
            <a:off x="2741966" y="2475866"/>
            <a:ext cx="457200" cy="9144"/>
          </a:xfrm>
          <a:prstGeom prst="line">
            <a:avLst/>
          </a:prstGeom>
          <a:ln w="56000">
            <a:solidFill>
              <a:srgbClr val="7FD3E6"/>
            </a:solidFill>
            <a:tailEnd type="triangle"/>
          </a:ln>
        </p:spPr>
      </p:cxnSp>
      <p:sp>
        <p:nvSpPr>
          <p:cNvPr id="42" name="Node"/>
          <p:cNvSpPr txBox="1"/>
          <p:nvPr/>
        </p:nvSpPr>
        <p:spPr>
          <a:xfrm>
            <a:off x="3212882" y="1999926"/>
            <a:ext cx="1417320" cy="994315"/>
          </a:xfrm>
          <a:prstGeom prst="roundRect">
            <a:avLst/>
          </a:prstGeom>
          <a:solidFill>
            <a:schemeClr val="accent2"/>
          </a:solidFill>
          <a:ln>
            <a:noFill/>
          </a:ln>
        </p:spPr>
        <p:txBody>
          <a:bodyPr wrap="square" lIns="18288" tIns="18288" rIns="18288" bIns="18288">
            <a:normAutofit/>
          </a:bodyPr>
          <a:lstStyle/>
          <a:p>
            <a:pPr algn="l"/>
            <a:r>
              <a:rPr lang="en-US" altLang="zh-CN" sz="1400" b="1">
                <a:solidFill>
                  <a:srgbClr val="FFFFFF"/>
                </a:solidFill>
                <a:latin typeface="Arial"/>
                <a:ea typeface="Arial"/>
                <a:cs typeface="Arial"/>
              </a:rPr>
              <a:t>OK/NG</a:t>
            </a:r>
          </a:p>
          <a:p>
            <a:pPr algn="l"/>
            <a:r>
              <a:rPr lang="en-US" altLang="zh-CN" sz="1400" b="1">
                <a:solidFill>
                  <a:srgbClr val="FFFFFF"/>
                </a:solidFill>
                <a:latin typeface="Arial"/>
                <a:ea typeface="Arial"/>
                <a:cs typeface="Arial"/>
              </a:rPr>
              <a:t>Image Capture</a:t>
            </a:r>
          </a:p>
          <a:p>
            <a:pPr algn="l"/>
            <a:r>
              <a:rPr lang="zh-CN" altLang="en-US" sz="1400" b="1">
                <a:solidFill>
                  <a:srgbClr val="FFFFFF"/>
                </a:solidFill>
                <a:latin typeface="Arial"/>
                <a:ea typeface="Arial"/>
                <a:cs typeface="Arial"/>
              </a:rPr>
              <a:t/>
            </a:r>
            <a:r>
              <a:rPr lang="en-US" altLang="zh-CN" sz="1400" b="1">
                <a:solidFill>
                  <a:srgbClr val="FFFFFF"/>
                </a:solidFill>
                <a:latin typeface="Arial"/>
                <a:ea typeface="Arial"/>
                <a:cs typeface="Arial"/>
              </a:rPr>
              <a:t/>
            </a:r>
          </a:p>
          <a:p>
            <a:pPr algn="l"/>
            <a:endParaRPr lang="zh-CN" sz="1400" b="1">
              <a:solidFill>
                <a:srgbClr val="FFFFFF"/>
              </a:solidFill>
              <a:latin typeface="Microsoft YaHei"/>
              <a:ea typeface="Microsoft YaHei"/>
            </a:endParaRPr>
            <a:r>
              <a:rPr lang="en-US">
                <a:latin typeface="Arial"/>
                <a:ea typeface="Arial"/>
                <a:cs typeface="Arial"/>
              </a:rPr>
              <a:t/>
            </a:r>
          </a:p>
        </p:txBody>
      </p:sp>
      <p:cxnSp>
        <p:nvCxnSpPr>
          <p:cNvPr id="43" name="Arrow 43"/>
          <p:cNvCxnSpPr/>
          <p:nvPr/>
        </p:nvCxnSpPr>
        <p:spPr>
          <a:xfrm>
            <a:off x="4690152" y="2470165"/>
            <a:ext cx="457200" cy="9144"/>
          </a:xfrm>
          <a:prstGeom prst="line">
            <a:avLst/>
          </a:prstGeom>
          <a:ln w="56000">
            <a:solidFill>
              <a:srgbClr val="7FD3E6"/>
            </a:solidFill>
            <a:tailEnd type="triangle"/>
          </a:ln>
        </p:spPr>
      </p:cxnSp>
      <p:sp>
        <p:nvSpPr>
          <p:cNvPr id="44" name="Node"/>
          <p:cNvSpPr txBox="1"/>
          <p:nvPr/>
        </p:nvSpPr>
        <p:spPr>
          <a:xfrm>
            <a:off x="5147352" y="1999926"/>
            <a:ext cx="1417320" cy="994315"/>
          </a:xfrm>
          <a:prstGeom prst="roundRect">
            <a:avLst/>
          </a:prstGeom>
          <a:solidFill>
            <a:schemeClr val="accent3"/>
          </a:solidFill>
          <a:ln>
            <a:noFill/>
          </a:ln>
        </p:spPr>
        <p:txBody>
          <a:bodyPr wrap="square" lIns="18288" tIns="18288" rIns="18288" bIns="18288">
            <a:normAutofit/>
          </a:bodyPr>
          <a:lstStyle/>
          <a:p>
            <a:pPr algn="l"/>
            <a:r>
              <a:rPr lang="en-US" altLang="zh-CN" sz="1400" b="1">
                <a:solidFill>
                  <a:srgbClr val="FFFFFF"/>
                </a:solidFill>
                <a:latin typeface="Arial"/>
                <a:ea typeface="Arial"/>
                <a:cs typeface="Arial"/>
              </a:rPr>
              <a:t>ROI Setup</a:t>
            </a:r>
          </a:p>
          <a:p>
            <a:pPr algn="l"/>
            <a:r>
              <a:rPr lang="en-US" altLang="zh-CN" sz="1400" b="1">
                <a:solidFill>
                  <a:srgbClr val="FFFFFF"/>
                </a:solidFill>
                <a:latin typeface="Arial"/>
                <a:ea typeface="Arial"/>
                <a:cs typeface="Arial"/>
              </a:rPr>
              <a:t/>
            </a:r>
            <a:r>
              <a:rPr lang="zh-CN" altLang="en-US" sz="1400" b="1">
                <a:solidFill>
                  <a:srgbClr val="FFFFFF"/>
                </a:solidFill>
                <a:latin typeface="Arial"/>
                <a:ea typeface="Arial"/>
                <a:cs typeface="Arial"/>
              </a:rPr>
              <a:t/>
            </a:r>
            <a:endParaRPr lang="en-US" altLang="zh-CN" sz="1400" b="1">
              <a:solidFill>
                <a:srgbClr val="FFFFFF"/>
              </a:solidFill>
              <a:latin typeface="Microsoft YaHei"/>
              <a:ea typeface="Microsoft YaHei"/>
            </a:endParaRPr>
          </a:p>
          <a:p>
            <a:pPr algn="l"/>
            <a:endParaRPr lang="en-US" altLang="zh-CN" sz="1400" b="1">
              <a:solidFill>
                <a:srgbClr val="FFFFFF"/>
              </a:solidFill>
              <a:latin typeface="Microsoft YaHei"/>
              <a:ea typeface="Microsoft YaHei"/>
            </a:endParaRPr>
            <a:r>
              <a:rPr lang="en-US">
                <a:latin typeface="Arial"/>
                <a:ea typeface="Arial"/>
                <a:cs typeface="Arial"/>
              </a:rPr>
              <a:t/>
            </a:r>
          </a:p>
          <a:p>
            <a:pPr algn="l"/>
            <a:endParaRPr lang="zh-CN" sz="1400" b="1">
              <a:solidFill>
                <a:srgbClr val="FFFFFF"/>
              </a:solidFill>
              <a:latin typeface="Microsoft YaHei"/>
              <a:ea typeface="Microsoft YaHei"/>
            </a:endParaRPr>
            <a:r>
              <a:rPr lang="en-US">
                <a:latin typeface="Arial"/>
                <a:ea typeface="Arial"/>
                <a:cs typeface="Arial"/>
              </a:rPr>
              <a:t/>
            </a:r>
          </a:p>
        </p:txBody>
      </p:sp>
      <p:cxnSp>
        <p:nvCxnSpPr>
          <p:cNvPr id="45" name="Arrow 45"/>
          <p:cNvCxnSpPr/>
          <p:nvPr/>
        </p:nvCxnSpPr>
        <p:spPr>
          <a:xfrm>
            <a:off x="6575974" y="2497083"/>
            <a:ext cx="457200" cy="9144"/>
          </a:xfrm>
          <a:prstGeom prst="line">
            <a:avLst/>
          </a:prstGeom>
          <a:ln w="56000">
            <a:solidFill>
              <a:srgbClr val="7FD3E6"/>
            </a:solidFill>
            <a:tailEnd type="triangle"/>
          </a:ln>
        </p:spPr>
      </p:cxnSp>
      <p:cxnSp>
        <p:nvCxnSpPr>
          <p:cNvPr id="47" name="Arrow 47"/>
          <p:cNvCxnSpPr/>
          <p:nvPr/>
        </p:nvCxnSpPr>
        <p:spPr>
          <a:xfrm>
            <a:off x="8494056" y="2497083"/>
            <a:ext cx="457200" cy="9144"/>
          </a:xfrm>
          <a:prstGeom prst="line">
            <a:avLst/>
          </a:prstGeom>
          <a:ln w="56000">
            <a:solidFill>
              <a:srgbClr val="7FD3E6"/>
            </a:solidFill>
            <a:tailEnd type="triangle"/>
          </a:ln>
        </p:spPr>
      </p:cxnSp>
      <p:sp>
        <p:nvSpPr>
          <p:cNvPr id="48" name="Node"/>
          <p:cNvSpPr txBox="1"/>
          <p:nvPr/>
        </p:nvSpPr>
        <p:spPr>
          <a:xfrm>
            <a:off x="7049304" y="2018213"/>
            <a:ext cx="1417320" cy="994315"/>
          </a:xfrm>
          <a:prstGeom prst="roundRect">
            <a:avLst/>
          </a:prstGeom>
          <a:solidFill>
            <a:schemeClr val="accent4"/>
          </a:solidFill>
          <a:ln>
            <a:noFill/>
          </a:ln>
        </p:spPr>
        <p:txBody>
          <a:bodyPr wrap="square" lIns="18288" tIns="18288" rIns="18288" bIns="18288">
            <a:normAutofit/>
          </a:bodyPr>
          <a:lstStyle/>
          <a:p>
            <a:pPr algn="l"/>
            <a:r>
              <a:rPr lang="en-US" altLang="zh-CN" sz="1400" b="1">
                <a:solidFill>
                  <a:srgbClr val="FFFFFF"/>
                </a:solidFill>
                <a:latin typeface="Arial"/>
                <a:ea typeface="Arial"/>
                <a:cs typeface="Arial"/>
              </a:rPr>
              <a:t>OK/NG</a:t>
            </a:r>
          </a:p>
          <a:p>
            <a:pPr algn="l"/>
            <a:r>
              <a:rPr lang="en-US" altLang="zh-CN" sz="1400" b="1">
                <a:solidFill>
                  <a:srgbClr val="FFFFFF"/>
                </a:solidFill>
                <a:latin typeface="Arial"/>
                <a:ea typeface="Arial"/>
                <a:cs typeface="Arial"/>
              </a:rPr>
              <a:t>Registration Model</a:t>
            </a:r>
            <a:r>
              <a:rPr lang="zh-CN" sz="1400" b="1">
                <a:solidFill>
                  <a:srgbClr val="FFFFFF"/>
                </a:solidFill>
                <a:latin typeface="Arial"/>
                <a:ea typeface="Arial"/>
                <a:cs typeface="Arial"/>
              </a:rPr>
              <a:t/>
            </a:r>
            <a:r>
              <a:rPr lang="en-US" altLang="zh-CN" sz="1400" b="1">
                <a:solidFill>
                  <a:srgbClr val="FFFFFF"/>
                </a:solidFill>
                <a:latin typeface="Arial"/>
                <a:ea typeface="Arial"/>
                <a:cs typeface="Arial"/>
              </a:rPr>
              <a:t/>
            </a:r>
            <a:r>
              <a:rPr lang="zh-CN" sz="1400" b="1">
                <a:solidFill>
                  <a:srgbClr val="FFFFFF"/>
                </a:solidFill>
                <a:latin typeface="Arial"/>
                <a:ea typeface="Arial"/>
                <a:cs typeface="Arial"/>
              </a:rPr>
              <a:t/>
            </a:r>
            <a:endParaRPr lang="en-US" altLang="zh-CN" sz="1400" b="1">
              <a:solidFill>
                <a:srgbClr val="FFFFFF"/>
              </a:solidFill>
              <a:latin typeface="Microsoft YaHei"/>
              <a:ea typeface="Microsoft YaHei"/>
            </a:endParaRPr>
          </a:p>
          <a:p>
            <a:pPr algn="l"/>
            <a:endParaRPr lang="zh-CN" sz="1400" b="1">
              <a:solidFill>
                <a:srgbClr val="FFFFFF"/>
              </a:solidFill>
              <a:latin typeface="Microsoft YaHei"/>
              <a:ea typeface="Microsoft YaHei"/>
            </a:endParaRPr>
            <a:r>
              <a:rPr lang="en-US">
                <a:latin typeface="Arial"/>
                <a:ea typeface="Arial"/>
                <a:cs typeface="Arial"/>
              </a:rPr>
              <a:t/>
            </a:r>
          </a:p>
        </p:txBody>
      </p:sp>
      <p:sp>
        <p:nvSpPr>
          <p:cNvPr id="50" name="Node"/>
          <p:cNvSpPr txBox="1"/>
          <p:nvPr/>
        </p:nvSpPr>
        <p:spPr>
          <a:xfrm>
            <a:off x="9011052" y="2032948"/>
            <a:ext cx="1417320" cy="994315"/>
          </a:xfrm>
          <a:prstGeom prst="roundRect">
            <a:avLst/>
          </a:prstGeom>
          <a:solidFill>
            <a:schemeClr val="accent5"/>
          </a:solidFill>
          <a:ln>
            <a:noFill/>
          </a:ln>
        </p:spPr>
        <p:txBody>
          <a:bodyPr wrap="square" lIns="18288" tIns="18288" rIns="18288" bIns="18288">
            <a:normAutofit/>
          </a:bodyPr>
          <a:lstStyle/>
          <a:p>
            <a:pPr algn="l"/>
            <a:r>
              <a:rPr lang="en-US" altLang="zh-CN" sz="1400" b="1">
                <a:solidFill>
                  <a:srgbClr val="FFFFFF"/>
                </a:solidFill>
                <a:latin typeface="Arial"/>
                <a:ea typeface="Arial"/>
                <a:cs typeface="Arial"/>
              </a:rPr>
              <a:t>Line Inspection</a:t>
            </a:r>
          </a:p>
          <a:p>
            <a:pPr algn="l"/>
            <a:r>
              <a:rPr lang="en-US" altLang="zh-CN" sz="1400" b="1">
                <a:solidFill>
                  <a:srgbClr val="FFFFFF"/>
                </a:solidFill>
                <a:latin typeface="Arial"/>
                <a:ea typeface="Arial"/>
                <a:cs typeface="Arial"/>
              </a:rPr>
              <a:t>Result Output</a:t>
            </a:r>
            <a:r>
              <a:rPr lang="zh-CN" sz="1400" b="1">
                <a:solidFill>
                  <a:srgbClr val="FFFFFF"/>
                </a:solidFill>
                <a:latin typeface="Arial"/>
                <a:ea typeface="Arial"/>
                <a:cs typeface="Arial"/>
              </a:rPr>
              <a:t/>
            </a:r>
            <a:r>
              <a:rPr lang="en-US" altLang="zh-CN" sz="1400" b="1">
                <a:solidFill>
                  <a:srgbClr val="FFFFFF"/>
                </a:solidFill>
                <a:latin typeface="Arial"/>
                <a:ea typeface="Arial"/>
                <a:cs typeface="Arial"/>
              </a:rPr>
              <a:t/>
            </a:r>
            <a:r>
              <a:rPr lang="zh-CN" sz="1400" b="1">
                <a:solidFill>
                  <a:srgbClr val="FFFFFF"/>
                </a:solidFill>
                <a:latin typeface="Arial"/>
                <a:ea typeface="Arial"/>
                <a:cs typeface="Arial"/>
              </a:rPr>
              <a:t/>
            </a:r>
            <a:endParaRPr lang="en-US" altLang="zh-CN" sz="1400" b="1">
              <a:solidFill>
                <a:srgbClr val="FFFFFF"/>
              </a:solidFill>
              <a:latin typeface="Microsoft YaHei"/>
              <a:ea typeface="Microsoft YaHei"/>
            </a:endParaRPr>
          </a:p>
          <a:p>
            <a:pPr algn="l"/>
            <a:endParaRPr lang="zh-CN" sz="1400" b="1">
              <a:solidFill>
                <a:srgbClr val="FFFFFF"/>
              </a:solidFill>
              <a:latin typeface="Microsoft YaHei"/>
              <a:ea typeface="Microsoft YaHei"/>
            </a:endParaRPr>
            <a:r>
              <a:rPr lang="en-US">
                <a:latin typeface="Arial"/>
                <a:ea typeface="Arial"/>
                <a:cs typeface="Arial"/>
              </a:rPr>
              <a:t/>
            </a:r>
          </a:p>
        </p:txBody>
      </p:sp>
      <p:sp>
        <p:nvSpPr>
          <p:cNvPr id="51" name="Lowcost"/>
          <p:cNvSpPr txBox="1"/>
          <p:nvPr/>
        </p:nvSpPr>
        <p:spPr>
          <a:xfrm>
            <a:off x="749808" y="4160520"/>
            <a:ext cx="3337560" cy="1078992"/>
          </a:xfrm>
          <a:prstGeom prst="rect">
            <a:avLst/>
          </a:prstGeom>
          <a:solidFill>
            <a:srgbClr val="E8F7F8"/>
          </a:solidFill>
          <a:ln w="12700">
            <a:solidFill>
              <a:srgbClr val="D7E0E5"/>
            </a:solidFill>
          </a:ln>
        </p:spPr>
        <p:txBody>
          <a:bodyPr wrap="square" lIns="50292" tIns="50292" rIns="50292" bIns="50292">
            <a:normAutofit/>
          </a:bodyPr>
          <a:lstStyle/>
          <a:p>
            <a:pPr algn="l"/>
            <a:r>
              <a:rPr lang="zh-CN" sz="2200" b="1">
                <a:solidFill>
                  <a:srgbClr val="009CA6"/>
                </a:solidFill>
                <a:latin typeface="Arial"/>
                <a:ea typeface="Arial"/>
                <a:cs typeface="Arial"/>
              </a:rPr>
              <a:t>Low cost</a:t>
            </a:r>
          </a:p>
          <a:p>
            <a:pPr algn="l"/>
            <a:r>
              <a:rPr lang="zh-CN" sz="1500">
                <a:solidFill>
                  <a:srgbClr val="4B5B6B"/>
                </a:solidFill>
                <a:latin typeface="Arial"/>
                <a:ea typeface="Arial"/>
                <a:cs typeface="Arial"/>
              </a:rPr>
              <a:t>Supports domestic cameras and lowers hardware cost.</a:t>
            </a:r>
          </a:p>
        </p:txBody>
      </p:sp>
      <p:sp>
        <p:nvSpPr>
          <p:cNvPr id="52" name="Teachin"/>
          <p:cNvSpPr txBox="1"/>
          <p:nvPr/>
        </p:nvSpPr>
        <p:spPr>
          <a:xfrm>
            <a:off x="4434840" y="4160520"/>
            <a:ext cx="3337560" cy="1078992"/>
          </a:xfrm>
          <a:prstGeom prst="rect">
            <a:avLst/>
          </a:prstGeom>
          <a:solidFill>
            <a:srgbClr val="F0F8D8"/>
          </a:solidFill>
          <a:ln w="12700">
            <a:solidFill>
              <a:srgbClr val="D7E0E5"/>
            </a:solidFill>
          </a:ln>
        </p:spPr>
        <p:txBody>
          <a:bodyPr wrap="square" lIns="50292" tIns="50292" rIns="50292" bIns="50292">
            <a:normAutofit/>
          </a:bodyPr>
          <a:lstStyle/>
          <a:p>
            <a:pPr algn="l"/>
            <a:r>
              <a:rPr lang="zh-CN" sz="2200" b="1">
                <a:solidFill>
                  <a:srgbClr val="8CC400"/>
                </a:solidFill>
                <a:latin typeface="Arial"/>
                <a:ea typeface="Arial"/>
                <a:cs typeface="Arial"/>
              </a:rPr>
              <a:t>Teach-in</a:t>
            </a:r>
          </a:p>
          <a:p>
            <a:pPr algn="l"/>
            <a:r>
              <a:rPr lang="zh-CN" sz="1500">
                <a:solidFill>
                  <a:srgbClr val="4B5B6B"/>
                </a:solidFill>
                <a:latin typeface="Arial"/>
                <a:ea typeface="Arial"/>
                <a:cs typeface="Arial"/>
              </a:rPr>
              <a:t>Add samples, mark ROI, and click Learn like configuring a smart sensor.</a:t>
            </a:r>
          </a:p>
        </p:txBody>
      </p:sp>
      <p:sp>
        <p:nvSpPr>
          <p:cNvPr id="53" name="Maintain"/>
          <p:cNvSpPr txBox="1"/>
          <p:nvPr/>
        </p:nvSpPr>
        <p:spPr>
          <a:xfrm>
            <a:off x="8119872" y="4160520"/>
            <a:ext cx="3337560" cy="1078992"/>
          </a:xfrm>
          <a:prstGeom prst="rect">
            <a:avLst/>
          </a:prstGeom>
          <a:solidFill>
            <a:srgbClr val="EAF2FF"/>
          </a:solidFill>
          <a:ln w="12700">
            <a:solidFill>
              <a:srgbClr val="D7E0E5"/>
            </a:solidFill>
          </a:ln>
        </p:spPr>
        <p:txBody>
          <a:bodyPr wrap="square" lIns="50292" tIns="50292" rIns="50292" bIns="50292">
            <a:normAutofit/>
          </a:bodyPr>
          <a:lstStyle/>
          <a:p>
            <a:pPr algn="l"/>
            <a:r>
              <a:rPr lang="zh-CN" sz="2100" b="1">
                <a:solidFill>
                  <a:srgbClr val="2D6CDF"/>
                </a:solidFill>
                <a:latin typeface="Arial"/>
                <a:ea typeface="Arial"/>
                <a:cs typeface="Arial"/>
              </a:rPr>
              <a:t>Self-maintenance</a:t>
            </a:r>
          </a:p>
          <a:p>
            <a:pPr algn="l"/>
            <a:r>
              <a:rPr lang="zh-CN" sz="1500">
                <a:solidFill>
                  <a:srgbClr val="4B5B6B"/>
                </a:solidFill>
                <a:latin typeface="Arial"/>
                <a:ea typeface="Arial"/>
                <a:cs typeface="Arial"/>
              </a:rPr>
              <a:t>Missing/wrong assembly inspection can be maintained by adding samples on site.</a:t>
            </a:r>
          </a:p>
        </p:txBody>
      </p:sp>
    </p:spTree>
  </p:cSld>
  <p:clrMapOvr>
    <a:masterClrMapping/>
  </p:clrMapOvr>
  <ns2:AlternateContent>
    <ns2:Choice Requires="p14">
      <p:transition spd="med" ns3:dur="700">
        <p:fade/>
      </p:transition>
    </ns2:Choice>
    <ns2:Fallback>
      <p:transition spd="med">
        <p:fade/>
      </p:transition>
    </ns2:Fallback>
  </ns2:AlternateContent>
</p:sld>
</file>

<file path=ppt/slides/slide5.xml><?xml version="1.0" encoding="utf-8"?>
<p:sld xmlns:a="http://schemas.openxmlformats.org/drawingml/2006/main" xmlns:ns2="http://schemas.microsoft.com/office/drawing/2014/main" xmlns:ns3="http://schemas.openxmlformats.org/markup-compatibility/2006" xmlns:ns4="http://schemas.microsoft.com/office/powerpoint/2010/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2" name="Title"/>
          <p:cNvSpPr txBox="1"/>
          <p:nvPr/>
        </p:nvSpPr>
        <p:spPr>
          <a:xfrm>
            <a:off x="566928" y="758952"/>
            <a:ext cx="10012680" cy="433965"/>
          </a:xfrm>
          <a:prstGeom prst="rect">
            <a:avLst/>
          </a:prstGeom>
          <a:noFill/>
          <a:ln>
            <a:noFill/>
          </a:ln>
        </p:spPr>
        <p:txBody>
          <a:bodyPr wrap="square" lIns="9144" tIns="9144" rIns="9144" bIns="9144">
            <a:normAutofit/>
          </a:bodyPr>
          <a:lstStyle/>
          <a:p>
            <a:r>
              <a:rPr lang="zh-CN" altLang="en-US" sz="2700">
                <a:solidFill>
                  <a:srgbClr val="00152B"/>
                </a:solidFill>
                <a:latin typeface="Arial"/>
                <a:ea typeface="Arial"/>
                <a:cs typeface="Arial"/>
              </a:rPr>
              <a:t>Core Algorithm: Pretrained Features + Registration + Similarity</a:t>
            </a:r>
            <a:r>
              <a:rPr lang="en-US" altLang="zh-CN" sz="2700">
                <a:solidFill>
                  <a:srgbClr val="00152B"/>
                </a:solidFill>
                <a:latin typeface="Arial"/>
                <a:ea typeface="Arial"/>
                <a:cs typeface="Arial"/>
              </a:rPr>
              <a:t/>
            </a:r>
            <a:r>
              <a:rPr lang="zh-CN" altLang="en-US" sz="2700">
                <a:solidFill>
                  <a:srgbClr val="00152B"/>
                </a:solidFill>
                <a:latin typeface="Arial"/>
                <a:ea typeface="Arial"/>
                <a:cs typeface="Arial"/>
              </a:rPr>
              <a:t/>
            </a:r>
            <a:r>
              <a:rPr lang="en-US" altLang="zh-CN" sz="2700">
                <a:solidFill>
                  <a:srgbClr val="00152B"/>
                </a:solidFill>
                <a:latin typeface="Arial"/>
                <a:ea typeface="Arial"/>
                <a:cs typeface="Arial"/>
              </a:rPr>
              <a:t/>
            </a:r>
            <a:r>
              <a:rPr lang="zh-CN" altLang="en-US" sz="2700">
                <a:solidFill>
                  <a:srgbClr val="00152B"/>
                </a:solidFill>
                <a:latin typeface="Arial"/>
                <a:ea typeface="Arial"/>
                <a:cs typeface="Arial"/>
              </a:rPr>
              <a:t/>
            </a:r>
          </a:p>
        </p:txBody>
      </p:sp>
      <p:sp>
        <p:nvSpPr>
          <p:cNvPr id="8000" name="Banner"/>
          <p:cNvSpPr txBox="1"/>
          <p:nvPr/>
        </p:nvSpPr>
        <p:spPr>
          <a:xfrm>
            <a:off x="4800600" y="0"/>
            <a:ext cx="7388352" cy="274320"/>
          </a:xfrm>
          <a:prstGeom prst="rect">
            <a:avLst/>
          </a:prstGeom>
          <a:solidFill>
            <a:srgbClr val="009CA6"/>
          </a:solidFill>
          <a:ln>
            <a:noFill/>
          </a:ln>
        </p:spPr>
        <p:txBody>
          <a:bodyPr wrap="square" lIns="9144" tIns="9144" rIns="9144" bIns="9144">
            <a:normAutofit/>
          </a:bodyPr>
          <a:lstStyle/>
          <a:p>
            <a:pPr algn="l"/>
            <a:r>
              <a:rPr lang="zh-CN" sz="1200">
                <a:solidFill>
                  <a:srgbClr val="FFFFFF"/>
                </a:solidFill>
                <a:latin typeface="Arial"/>
                <a:ea typeface="Arial"/>
                <a:cs typeface="Arial"/>
              </a:rPr>
              <a:t>Do not use “retraining an OK/NG classifier head” as the fast-launch path.</a:t>
            </a:r>
          </a:p>
        </p:txBody>
      </p:sp>
      <p:sp>
        <p:nvSpPr>
          <p:cNvPr id="39" name="ROI"/>
          <p:cNvSpPr txBox="1"/>
          <p:nvPr/>
        </p:nvSpPr>
        <p:spPr>
          <a:xfrm>
            <a:off x="865186" y="1737360"/>
            <a:ext cx="1325880" cy="640175"/>
          </a:xfrm>
          <a:prstGeom prst="roundRect">
            <a:avLst/>
          </a:prstGeom>
          <a:solidFill>
            <a:srgbClr val="FFFFFF"/>
          </a:solidFill>
          <a:ln w="12700">
            <a:solidFill>
              <a:srgbClr val="D7E0E5"/>
            </a:solidFill>
          </a:ln>
        </p:spPr>
        <p:txBody>
          <a:bodyPr wrap="square" lIns="50292" tIns="50292" rIns="50292" bIns="50292">
            <a:normAutofit/>
          </a:bodyPr>
          <a:lstStyle/>
          <a:p>
            <a:pPr algn="l"/>
            <a:r>
              <a:rPr lang="zh-CN" sz="1800" b="1">
                <a:solidFill>
                  <a:srgbClr val="00152B"/>
                </a:solidFill>
                <a:latin typeface="Arial"/>
                <a:ea typeface="Arial"/>
                <a:cs typeface="Arial"/>
              </a:rPr>
              <a:t>ROI Image</a:t>
            </a:r>
          </a:p>
          <a:p>
            <a:pPr algn="l"/>
            <a:r>
              <a:rPr lang="en-US" altLang="zh-CN" sz="1300">
                <a:solidFill>
                  <a:srgbClr val="4B5B6B"/>
                </a:solidFill>
                <a:latin typeface="Arial"/>
                <a:ea typeface="Arial"/>
                <a:cs typeface="Arial"/>
              </a:rPr>
              <a:t>224×224</a:t>
            </a:r>
            <a:r>
              <a:rPr lang="zh-CN" sz="1300">
                <a:solidFill>
                  <a:srgbClr val="4B5B6B"/>
                </a:solidFill>
                <a:latin typeface="Arial"/>
                <a:ea typeface="Arial"/>
                <a:cs typeface="Arial"/>
              </a:rPr>
              <a:t/>
            </a:r>
          </a:p>
        </p:txBody>
      </p:sp>
      <p:cxnSp>
        <p:nvCxnSpPr>
          <p:cNvPr id="40" name="Arrow 40"/>
          <p:cNvCxnSpPr/>
          <p:nvPr/>
        </p:nvCxnSpPr>
        <p:spPr>
          <a:xfrm>
            <a:off x="2236786" y="2093976"/>
            <a:ext cx="521208" cy="9144"/>
          </a:xfrm>
          <a:prstGeom prst="line">
            <a:avLst/>
          </a:prstGeom>
          <a:ln w="42000">
            <a:solidFill>
              <a:srgbClr val="009CA6"/>
            </a:solidFill>
            <a:tailEnd type="triangle"/>
          </a:ln>
        </p:spPr>
      </p:cxnSp>
      <p:sp>
        <p:nvSpPr>
          <p:cNvPr id="41" name="CNN"/>
          <p:cNvSpPr txBox="1"/>
          <p:nvPr/>
        </p:nvSpPr>
        <p:spPr>
          <a:xfrm>
            <a:off x="2858578" y="1550074"/>
            <a:ext cx="2148840" cy="1014746"/>
          </a:xfrm>
          <a:prstGeom prst="roundRect">
            <a:avLst/>
          </a:prstGeom>
          <a:solidFill>
            <a:schemeClr val="accent1"/>
          </a:solidFill>
          <a:ln>
            <a:noFill/>
          </a:ln>
        </p:spPr>
        <p:txBody>
          <a:bodyPr wrap="square" lIns="50292" tIns="50292" rIns="50292" bIns="50292">
            <a:normAutofit/>
          </a:bodyPr>
          <a:lstStyle/>
          <a:p>
            <a:pPr algn="l"/>
            <a:r>
              <a:rPr lang="en-US" altLang="zh-CN" sz="2000" b="1">
                <a:solidFill>
                  <a:srgbClr val="FFFFFF"/>
                </a:solidFill>
                <a:latin typeface="Arial"/>
                <a:ea typeface="Arial"/>
                <a:cs typeface="Arial"/>
              </a:rPr>
              <a:t>Pretrained CNN</a:t>
            </a:r>
            <a:r>
              <a:rPr lang="zh-CN" sz="2000" b="1">
                <a:solidFill>
                  <a:srgbClr val="FFFFFF"/>
                </a:solidFill>
                <a:latin typeface="Arial"/>
                <a:ea typeface="Arial"/>
                <a:cs typeface="Arial"/>
              </a:rPr>
              <a:t/>
            </a:r>
            <a:r>
              <a:rPr lang="en-US" altLang="zh-CN" sz="2000" b="1">
                <a:solidFill>
                  <a:srgbClr val="FFFFFF"/>
                </a:solidFill>
                <a:latin typeface="Arial"/>
                <a:ea typeface="Arial"/>
                <a:cs typeface="Arial"/>
              </a:rPr>
              <a:t/>
            </a:r>
            <a:r>
              <a:rPr lang="zh-CN" sz="2000" b="1">
                <a:solidFill>
                  <a:srgbClr val="FFFFFF"/>
                </a:solidFill>
                <a:latin typeface="Arial"/>
                <a:ea typeface="Arial"/>
                <a:cs typeface="Arial"/>
              </a:rPr>
              <a:t/>
            </a:r>
          </a:p>
          <a:p>
            <a:pPr algn="l"/>
            <a:r>
              <a:rPr lang="en-US" altLang="zh-CN" sz="1300">
                <a:solidFill>
                  <a:srgbClr val="FFFFFF"/>
                </a:solidFill>
                <a:latin typeface="Arial"/>
                <a:ea typeface="Arial"/>
                <a:cs typeface="Arial"/>
              </a:rPr>
              <a:t>features</a:t>
            </a:r>
            <a:r>
              <a:rPr lang="zh-CN" sz="1300">
                <a:solidFill>
                  <a:srgbClr val="FFFFFF"/>
                </a:solidFill>
                <a:latin typeface="Arial"/>
                <a:ea typeface="Arial"/>
                <a:cs typeface="Arial"/>
              </a:rPr>
              <a:t/>
            </a:r>
          </a:p>
          <a:p>
            <a:pPr algn="l"/>
            <a:r>
              <a:rPr lang="en-US" altLang="zh-CN" sz="1300">
                <a:solidFill>
                  <a:srgbClr val="FFFFFF"/>
                </a:solidFill>
                <a:latin typeface="Arial"/>
                <a:ea typeface="Arial"/>
                <a:cs typeface="Arial"/>
              </a:rPr>
              <a:t>Edges / Textures / Shapes</a:t>
            </a:r>
            <a:r>
              <a:rPr lang="zh-CN" sz="1300">
                <a:solidFill>
                  <a:srgbClr val="FFFFFF"/>
                </a:solidFill>
                <a:latin typeface="Arial"/>
                <a:ea typeface="Arial"/>
                <a:cs typeface="Arial"/>
              </a:rPr>
              <a:t/>
            </a:r>
          </a:p>
        </p:txBody>
      </p:sp>
      <p:sp>
        <p:nvSpPr>
          <p:cNvPr id="49" name="Why"/>
          <p:cNvSpPr txBox="1"/>
          <p:nvPr/>
        </p:nvSpPr>
        <p:spPr>
          <a:xfrm>
            <a:off x="9144000" y="1259039"/>
            <a:ext cx="2423160" cy="2148840"/>
          </a:xfrm>
          <a:prstGeom prst="roundRect">
            <a:avLst/>
          </a:prstGeom>
          <a:solidFill>
            <a:srgbClr val="FFF7D6"/>
          </a:solidFill>
          <a:ln w="12700">
            <a:solidFill>
              <a:srgbClr val="F0C65A"/>
            </a:solidFill>
          </a:ln>
        </p:spPr>
        <p:txBody>
          <a:bodyPr wrap="square" lIns="50292" tIns="50292" rIns="50292" bIns="50292">
            <a:normAutofit/>
          </a:bodyPr>
          <a:lstStyle/>
          <a:p>
            <a:pPr algn="l"/>
            <a:r>
              <a:rPr lang="zh-CN" sz="1800" b="1">
                <a:solidFill>
                  <a:srgbClr val="00152B"/>
                </a:solidFill>
                <a:latin typeface="Arial"/>
                <a:ea typeface="Arial"/>
                <a:cs typeface="Arial"/>
              </a:rPr>
              <a:t>Why this approach?</a:t>
            </a:r>
          </a:p>
          <a:p>
            <a:pPr algn="l"/>
            <a:r>
              <a:rPr lang="zh-CN" sz="1400">
                <a:solidFill>
                  <a:srgbClr val="4B5B6B"/>
                </a:solidFill>
                <a:latin typeface="Arial"/>
                <a:ea typeface="Arial"/>
                <a:cs typeface="Arial"/>
              </a:rPr>
              <a:t>The classifier head answers ImageNet categories, not current-part OK/NG.</a:t>
            </a:r>
          </a:p>
          <a:p>
            <a:pPr algn="l"/>
            <a:r>
              <a:rPr lang="zh-CN" sz="1400">
                <a:solidFill>
                  <a:srgbClr val="4B5B6B"/>
                </a:solidFill>
                <a:latin typeface="Arial"/>
                <a:ea typeface="Arial"/>
                <a:cs typeface="Arial"/>
              </a:rPr>
              <a:t>Keep features and quickly adapt with a few samples.</a:t>
            </a:r>
          </a:p>
        </p:txBody>
      </p:sp>
      <p:sp>
        <p:nvSpPr>
          <p:cNvPr id="50" name="Line"/>
          <p:cNvSpPr/>
          <p:nvPr/>
        </p:nvSpPr>
        <p:spPr>
          <a:xfrm>
            <a:off x="777240" y="4773168"/>
            <a:ext cx="10012680" cy="18288"/>
          </a:xfrm>
          <a:prstGeom prst="rect">
            <a:avLst/>
          </a:prstGeom>
          <a:solidFill>
            <a:srgbClr val="D7E0E5"/>
          </a:solidFill>
          <a:ln>
            <a:noFill/>
          </a:ln>
        </p:spPr>
        <p:txBody>
          <a:bodyPr>
            <a:normAutofit/>
          </a:bodyPr>
          <a:lstStyle/>
          <a:p>
            <a:endParaRPr lang="en-US"/>
          </a:p>
        </p:txBody>
      </p:sp>
      <p:sp>
        <p:nvSpPr>
          <p:cNvPr id="51" name="Icon circle"/>
          <p:cNvSpPr/>
          <p:nvPr/>
        </p:nvSpPr>
        <p:spPr>
          <a:xfrm>
            <a:off x="1668780" y="5047488"/>
            <a:ext cx="438912" cy="438912"/>
          </a:xfrm>
          <a:prstGeom prst="ellipse">
            <a:avLst/>
          </a:prstGeom>
          <a:solidFill>
            <a:schemeClr val="accent1"/>
          </a:solidFill>
          <a:ln>
            <a:noFill/>
          </a:ln>
        </p:spPr>
        <p:txBody>
          <a:bodyPr>
            <a:normAutofit/>
          </a:bodyPr>
          <a:lstStyle/>
          <a:p>
            <a:endParaRPr lang="en-US"/>
          </a:p>
        </p:txBody>
      </p:sp>
      <p:sp>
        <p:nvSpPr>
          <p:cNvPr id="52" name="Icon text"/>
          <p:cNvSpPr txBox="1"/>
          <p:nvPr/>
        </p:nvSpPr>
        <p:spPr>
          <a:xfrm>
            <a:off x="1821248" y="5175504"/>
            <a:ext cx="438912" cy="219456"/>
          </a:xfrm>
          <a:prstGeom prst="rect">
            <a:avLst/>
          </a:prstGeom>
          <a:noFill/>
          <a:ln>
            <a:noFill/>
          </a:ln>
        </p:spPr>
        <p:txBody>
          <a:bodyPr wrap="square" lIns="0" tIns="0" rIns="0" bIns="0">
            <a:normAutofit/>
          </a:bodyPr>
          <a:lstStyle/>
          <a:p>
            <a:pPr algn="l"/>
            <a:r>
              <a:rPr lang="zh-CN" sz="1300" b="1">
                <a:solidFill>
                  <a:srgbClr val="FFFFFF"/>
                </a:solidFill>
                <a:latin typeface="Arial"/>
                <a:ea typeface="Arial"/>
                <a:cs typeface="Arial"/>
              </a:rPr>
              <a:t>1</a:t>
            </a:r>
          </a:p>
        </p:txBody>
      </p:sp>
      <p:sp>
        <p:nvSpPr>
          <p:cNvPr id="53" name="Explain"/>
          <p:cNvSpPr txBox="1"/>
          <p:nvPr/>
        </p:nvSpPr>
        <p:spPr>
          <a:xfrm>
            <a:off x="2217420" y="4983480"/>
            <a:ext cx="2148840" cy="433965"/>
          </a:xfrm>
          <a:prstGeom prst="rect">
            <a:avLst/>
          </a:prstGeom>
          <a:noFill/>
          <a:ln>
            <a:noFill/>
          </a:ln>
        </p:spPr>
        <p:txBody>
          <a:bodyPr wrap="square" lIns="9144" tIns="9144" rIns="9144" bIns="9144">
            <a:normAutofit/>
          </a:bodyPr>
          <a:lstStyle/>
          <a:p>
            <a:pPr algn="l"/>
            <a:r>
              <a:rPr lang="zh-CN" sz="1500" b="1">
                <a:solidFill>
                  <a:schemeClr val="accent1"/>
                </a:solidFill>
                <a:latin typeface="Arial"/>
                <a:ea typeface="Arial"/>
                <a:cs typeface="Arial"/>
              </a:rPr>
              <a:t>Keep General Vision Features</a:t>
            </a:r>
          </a:p>
          <a:p>
            <a:pPr algn="l"/>
            <a:r>
              <a:rPr lang="zh-CN" sz="1200">
                <a:solidFill>
                  <a:srgbClr val="4B5B6B"/>
                </a:solidFill>
                <a:latin typeface="Arial"/>
                <a:ea typeface="Arial"/>
                <a:cs typeface="Arial"/>
              </a:rPr>
              <a:t>Edges, textures, and shapes remain reusable.</a:t>
            </a:r>
          </a:p>
        </p:txBody>
      </p:sp>
      <p:sp>
        <p:nvSpPr>
          <p:cNvPr id="54" name="Icon circle"/>
          <p:cNvSpPr/>
          <p:nvPr/>
        </p:nvSpPr>
        <p:spPr>
          <a:xfrm>
            <a:off x="4746164" y="5025003"/>
            <a:ext cx="438912" cy="438912"/>
          </a:xfrm>
          <a:prstGeom prst="ellipse">
            <a:avLst/>
          </a:prstGeom>
          <a:solidFill>
            <a:schemeClr val="accent3"/>
          </a:solidFill>
          <a:ln>
            <a:noFill/>
          </a:ln>
        </p:spPr>
        <p:txBody>
          <a:bodyPr>
            <a:normAutofit/>
          </a:bodyPr>
          <a:lstStyle/>
          <a:p>
            <a:endParaRPr lang="en-US"/>
          </a:p>
        </p:txBody>
      </p:sp>
      <p:sp>
        <p:nvSpPr>
          <p:cNvPr id="55" name="Icon text"/>
          <p:cNvSpPr txBox="1"/>
          <p:nvPr/>
        </p:nvSpPr>
        <p:spPr>
          <a:xfrm>
            <a:off x="4907262" y="5158464"/>
            <a:ext cx="438912" cy="219456"/>
          </a:xfrm>
          <a:prstGeom prst="rect">
            <a:avLst/>
          </a:prstGeom>
          <a:noFill/>
          <a:ln>
            <a:noFill/>
          </a:ln>
        </p:spPr>
        <p:txBody>
          <a:bodyPr wrap="square" lIns="0" tIns="0" rIns="0" bIns="0">
            <a:normAutofit/>
          </a:bodyPr>
          <a:lstStyle/>
          <a:p>
            <a:pPr algn="l"/>
            <a:r>
              <a:rPr lang="zh-CN" sz="1300" b="1">
                <a:solidFill>
                  <a:srgbClr val="FFFFFF"/>
                </a:solidFill>
                <a:latin typeface="Arial"/>
                <a:ea typeface="Arial"/>
                <a:cs typeface="Arial"/>
              </a:rPr>
              <a:t>2</a:t>
            </a:r>
          </a:p>
        </p:txBody>
      </p:sp>
      <p:sp>
        <p:nvSpPr>
          <p:cNvPr id="56" name="Explain"/>
          <p:cNvSpPr txBox="1"/>
          <p:nvPr/>
        </p:nvSpPr>
        <p:spPr>
          <a:xfrm>
            <a:off x="5294804" y="4960995"/>
            <a:ext cx="2148840" cy="433965"/>
          </a:xfrm>
          <a:prstGeom prst="rect">
            <a:avLst/>
          </a:prstGeom>
          <a:noFill/>
          <a:ln>
            <a:noFill/>
          </a:ln>
        </p:spPr>
        <p:txBody>
          <a:bodyPr wrap="square" lIns="9144" tIns="9144" rIns="9144" bIns="9144">
            <a:normAutofit/>
          </a:bodyPr>
          <a:lstStyle/>
          <a:p>
            <a:pPr algn="l"/>
            <a:r>
              <a:rPr lang="zh-CN" sz="1500" b="1">
                <a:solidFill>
                  <a:schemeClr val="accent3"/>
                </a:solidFill>
                <a:latin typeface="Arial"/>
                <a:ea typeface="Arial"/>
                <a:cs typeface="Arial"/>
              </a:rPr>
              <a:t>Remove the Classifier Head</a:t>
            </a:r>
          </a:p>
          <a:p>
            <a:pPr algn="l"/>
            <a:r>
              <a:rPr lang="zh-CN" altLang="en-US" sz="1200">
                <a:solidFill>
                  <a:srgbClr val="4B5B6B"/>
                </a:solidFill>
                <a:latin typeface="Arial"/>
                <a:ea typeface="Arial"/>
                <a:cs typeface="Arial"/>
              </a:rPr>
              <a:t>No category output.</a:t>
            </a:r>
            <a:r>
              <a:rPr lang="zh-CN" sz="1200">
                <a:solidFill>
                  <a:srgbClr val="4B5B6B"/>
                </a:solidFill>
                <a:latin typeface="Arial"/>
                <a:ea typeface="Arial"/>
                <a:cs typeface="Arial"/>
              </a:rPr>
              <a:t/>
            </a:r>
          </a:p>
        </p:txBody>
      </p:sp>
      <p:sp>
        <p:nvSpPr>
          <p:cNvPr id="57" name="Icon circle"/>
          <p:cNvSpPr/>
          <p:nvPr/>
        </p:nvSpPr>
        <p:spPr>
          <a:xfrm>
            <a:off x="7520940" y="5047488"/>
            <a:ext cx="438912" cy="438912"/>
          </a:xfrm>
          <a:prstGeom prst="ellipse">
            <a:avLst/>
          </a:prstGeom>
          <a:solidFill>
            <a:srgbClr val="8CC400"/>
          </a:solidFill>
          <a:ln>
            <a:noFill/>
          </a:ln>
        </p:spPr>
        <p:txBody>
          <a:bodyPr>
            <a:normAutofit/>
          </a:bodyPr>
          <a:lstStyle/>
          <a:p>
            <a:endParaRPr lang="en-US"/>
          </a:p>
        </p:txBody>
      </p:sp>
      <p:sp>
        <p:nvSpPr>
          <p:cNvPr id="58" name="Icon text"/>
          <p:cNvSpPr txBox="1"/>
          <p:nvPr/>
        </p:nvSpPr>
        <p:spPr>
          <a:xfrm>
            <a:off x="7682038" y="5175504"/>
            <a:ext cx="438912" cy="219456"/>
          </a:xfrm>
          <a:prstGeom prst="rect">
            <a:avLst/>
          </a:prstGeom>
          <a:noFill/>
          <a:ln>
            <a:noFill/>
          </a:ln>
        </p:spPr>
        <p:txBody>
          <a:bodyPr wrap="square" lIns="0" tIns="0" rIns="0" bIns="0">
            <a:normAutofit/>
          </a:bodyPr>
          <a:lstStyle/>
          <a:p>
            <a:pPr algn="l"/>
            <a:r>
              <a:rPr lang="zh-CN" sz="1300" b="1">
                <a:solidFill>
                  <a:srgbClr val="FFFFFF"/>
                </a:solidFill>
                <a:latin typeface="Arial"/>
                <a:ea typeface="Arial"/>
                <a:cs typeface="Arial"/>
              </a:rPr>
              <a:t>3</a:t>
            </a:r>
          </a:p>
        </p:txBody>
      </p:sp>
      <p:sp>
        <p:nvSpPr>
          <p:cNvPr id="59" name="Explain"/>
          <p:cNvSpPr txBox="1"/>
          <p:nvPr/>
        </p:nvSpPr>
        <p:spPr>
          <a:xfrm>
            <a:off x="8069580" y="4983480"/>
            <a:ext cx="2148840" cy="502920"/>
          </a:xfrm>
          <a:prstGeom prst="rect">
            <a:avLst/>
          </a:prstGeom>
          <a:noFill/>
          <a:ln>
            <a:noFill/>
          </a:ln>
        </p:spPr>
        <p:txBody>
          <a:bodyPr wrap="square" lIns="9144" tIns="9144" rIns="9144" bIns="9144">
            <a:normAutofit/>
          </a:bodyPr>
          <a:lstStyle/>
          <a:p>
            <a:pPr algn="l"/>
            <a:r>
              <a:rPr lang="zh-CN" sz="1500" b="1">
                <a:solidFill>
                  <a:srgbClr val="8CC400"/>
                </a:solidFill>
                <a:latin typeface="Arial"/>
                <a:ea typeface="Arial"/>
                <a:cs typeface="Arial"/>
              </a:rPr>
              <a:t>Register with Product Samples</a:t>
            </a:r>
          </a:p>
          <a:p>
            <a:pPr algn="l"/>
            <a:r>
              <a:rPr lang="zh-CN" sz="1200">
                <a:solidFill>
                  <a:srgbClr val="4B5B6B"/>
                </a:solidFill>
                <a:latin typeface="Arial"/>
                <a:ea typeface="Arial"/>
                <a:cs typeface="Arial"/>
              </a:rPr>
              <a:t>Build OK/NG prototypes for the current product.</a:t>
            </a:r>
          </a:p>
        </p:txBody>
      </p:sp>
      <p:cxnSp>
        <p:nvCxnSpPr>
          <p:cNvPr id="11" name="Arrow 40">
            <a:extLst>
              <a:ext uri="{FF2B5EF4-FFF2-40B4-BE49-F238E27FC236}">
                <ns2:creationId id="{5ED96791-85E2-9264-AF90-0FA3D2E32BA0}"/>
              </a:ext>
            </a:extLst>
          </p:cNvPr>
          <p:cNvCxnSpPr/>
          <p:nvPr/>
        </p:nvCxnSpPr>
        <p:spPr>
          <a:xfrm>
            <a:off x="5108002" y="2093976"/>
            <a:ext cx="521208" cy="9144"/>
          </a:xfrm>
          <a:prstGeom prst="line">
            <a:avLst/>
          </a:prstGeom>
          <a:ln w="42000">
            <a:solidFill>
              <a:srgbClr val="009CA6"/>
            </a:solidFill>
            <a:tailEnd type="triangle"/>
          </a:ln>
        </p:spPr>
      </p:cxnSp>
      <p:sp>
        <p:nvSpPr>
          <p:cNvPr id="12" name="CNN">
            <a:extLst>
              <a:ext uri="{FF2B5EF4-FFF2-40B4-BE49-F238E27FC236}">
                <ns2:creationId id="{9FFDD2E5-4802-DE86-EE93-AA403E53E2C1}"/>
              </a:ext>
            </a:extLst>
          </p:cNvPr>
          <p:cNvSpPr txBox="1"/>
          <p:nvPr/>
        </p:nvSpPr>
        <p:spPr>
          <a:xfrm>
            <a:off x="5773973" y="1550074"/>
            <a:ext cx="2148840" cy="1031772"/>
          </a:xfrm>
          <a:prstGeom prst="roundRect">
            <a:avLst/>
          </a:prstGeom>
          <a:solidFill>
            <a:schemeClr val="accent3"/>
          </a:solidFill>
          <a:ln>
            <a:noFill/>
          </a:ln>
        </p:spPr>
        <p:txBody>
          <a:bodyPr wrap="square" lIns="50292" tIns="50292" rIns="50292" bIns="50292">
            <a:normAutofit/>
          </a:bodyPr>
          <a:lstStyle/>
          <a:p>
            <a:r>
              <a:rPr lang="zh-CN" altLang="en-US" sz="2000" b="1">
                <a:solidFill>
                  <a:srgbClr val="FFFFFF"/>
                </a:solidFill>
                <a:latin typeface="Arial"/>
                <a:ea typeface="Arial"/>
                <a:cs typeface="Arial"/>
              </a:rPr>
              <a:t>ImageNet</a:t>
            </a:r>
            <a:r>
              <a:rPr lang="en-US" altLang="zh-CN" sz="2000" b="1">
                <a:solidFill>
                  <a:srgbClr val="FFFFFF"/>
                </a:solidFill>
                <a:latin typeface="Arial"/>
                <a:ea typeface="Arial"/>
                <a:cs typeface="Arial"/>
              </a:rPr>
              <a:t/>
            </a:r>
            <a:r>
              <a:rPr lang="zh-CN" altLang="en-US" sz="2000" b="1">
                <a:solidFill>
                  <a:srgbClr val="FFFFFF"/>
                </a:solidFill>
                <a:latin typeface="Arial"/>
                <a:ea typeface="Arial"/>
                <a:cs typeface="Arial"/>
              </a:rPr>
              <a:t/>
            </a:r>
          </a:p>
          <a:p>
            <a:r>
              <a:rPr lang="en-US" altLang="zh-CN" sz="1400">
                <a:solidFill>
                  <a:srgbClr val="FFFFFF"/>
                </a:solidFill>
                <a:latin typeface="Arial"/>
                <a:ea typeface="Arial"/>
                <a:cs typeface="Arial"/>
              </a:rPr>
              <a:t>Classifier Head</a:t>
            </a:r>
            <a:r>
              <a:rPr lang="zh-CN" altLang="en-US" sz="1400">
                <a:solidFill>
                  <a:srgbClr val="FFFFFF"/>
                </a:solidFill>
                <a:latin typeface="Arial"/>
                <a:ea typeface="Arial"/>
                <a:cs typeface="Arial"/>
              </a:rPr>
              <a:t/>
            </a:r>
          </a:p>
          <a:p>
            <a:r>
              <a:rPr lang="en-US" altLang="zh-CN" sz="1400">
                <a:solidFill>
                  <a:srgbClr val="FFFFFF"/>
                </a:solidFill>
                <a:latin typeface="Arial"/>
                <a:ea typeface="Arial"/>
                <a:cs typeface="Arial"/>
              </a:rPr>
              <a:t>Not Used</a:t>
            </a:r>
            <a:r>
              <a:rPr lang="zh-CN" altLang="en-US" sz="1400">
                <a:solidFill>
                  <a:srgbClr val="FFFFFF"/>
                </a:solidFill>
                <a:latin typeface="Arial"/>
                <a:ea typeface="Arial"/>
                <a:cs typeface="Arial"/>
              </a:rPr>
              <a:t/>
            </a:r>
          </a:p>
        </p:txBody>
      </p:sp>
      <p:sp>
        <p:nvSpPr>
          <p:cNvPr id="13" name="GAP">
            <a:extLst>
              <a:ext uri="{FF2B5EF4-FFF2-40B4-BE49-F238E27FC236}">
                <ns2:creationId id="{25D222EF-B44E-2859-F38E-8406FDCD81D1}"/>
              </a:ext>
            </a:extLst>
          </p:cNvPr>
          <p:cNvSpPr txBox="1"/>
          <p:nvPr/>
        </p:nvSpPr>
        <p:spPr>
          <a:xfrm>
            <a:off x="5899677" y="3534228"/>
            <a:ext cx="2606040" cy="657201"/>
          </a:xfrm>
          <a:prstGeom prst="roundRect">
            <a:avLst/>
          </a:prstGeom>
          <a:solidFill>
            <a:schemeClr val="accent5"/>
          </a:solidFill>
          <a:ln>
            <a:solidFill>
              <a:schemeClr val="accent4"/>
            </a:solidFill>
          </a:ln>
        </p:spPr>
        <p:txBody>
          <a:bodyPr wrap="square" lIns="50292" tIns="50292" rIns="50292" bIns="50292">
            <a:normAutofit/>
          </a:bodyPr>
          <a:lstStyle/>
          <a:p>
            <a:r>
              <a:rPr lang="en-US" altLang="zh-CN" b="1">
                <a:solidFill>
                  <a:srgbClr val="FFFFFF"/>
                </a:solidFill>
                <a:latin typeface="Arial"/>
                <a:ea typeface="Arial"/>
                <a:cs typeface="Arial"/>
              </a:rPr>
              <a:t>OK/NG Prototypes and Similarity</a:t>
            </a:r>
            <a:r>
              <a:rPr lang="zh-CN" altLang="en-US" b="1">
                <a:solidFill>
                  <a:srgbClr val="FFFFFF"/>
                </a:solidFill>
                <a:latin typeface="Arial"/>
                <a:ea typeface="Arial"/>
                <a:cs typeface="Arial"/>
              </a:rPr>
              <a:t/>
            </a:r>
          </a:p>
          <a:p>
            <a:r>
              <a:rPr lang="zh-CN" altLang="en-US" sz="1400">
                <a:solidFill>
                  <a:srgbClr val="FFFFFF"/>
                </a:solidFill>
                <a:latin typeface="Arial"/>
                <a:ea typeface="Arial"/>
                <a:cs typeface="Arial"/>
              </a:rPr>
              <a:t>Judge whether it is closer to OK or NG.</a:t>
            </a:r>
            <a:r>
              <a:rPr lang="en-US" altLang="zh-CN" sz="1400">
                <a:solidFill>
                  <a:srgbClr val="FFFFFF"/>
                </a:solidFill>
                <a:latin typeface="Arial"/>
                <a:ea typeface="Arial"/>
                <a:cs typeface="Arial"/>
              </a:rPr>
              <a:t/>
            </a:r>
            <a:r>
              <a:rPr lang="zh-CN" altLang="en-US" sz="1400">
                <a:solidFill>
                  <a:srgbClr val="FFFFFF"/>
                </a:solidFill>
                <a:latin typeface="Arial"/>
                <a:ea typeface="Arial"/>
                <a:cs typeface="Arial"/>
              </a:rPr>
              <a:t/>
            </a:r>
            <a:r>
              <a:rPr lang="en-US" altLang="zh-CN" sz="1400">
                <a:solidFill>
                  <a:srgbClr val="FFFFFF"/>
                </a:solidFill>
                <a:latin typeface="Arial"/>
                <a:ea typeface="Arial"/>
                <a:cs typeface="Arial"/>
              </a:rPr>
              <a:t/>
            </a:r>
            <a:endParaRPr lang="zh-CN" altLang="en-US" sz="1400">
              <a:solidFill>
                <a:srgbClr val="FFFFFF"/>
              </a:solidFill>
              <a:latin typeface="Microsoft YaHei"/>
              <a:ea typeface="Microsoft YaHei"/>
            </a:endParaRPr>
          </a:p>
        </p:txBody>
      </p:sp>
      <p:sp>
        <p:nvSpPr>
          <p:cNvPr id="14" name="GAP">
            <a:extLst>
              <a:ext uri="{FF2B5EF4-FFF2-40B4-BE49-F238E27FC236}">
                <ns2:creationId id="{D8AFDB52-8169-EA3C-1AB3-89A2D388C517}"/>
              </a:ext>
            </a:extLst>
          </p:cNvPr>
          <p:cNvSpPr txBox="1"/>
          <p:nvPr/>
        </p:nvSpPr>
        <p:spPr>
          <a:xfrm>
            <a:off x="2588830" y="3534228"/>
            <a:ext cx="2606040" cy="657201"/>
          </a:xfrm>
          <a:prstGeom prst="roundRect">
            <a:avLst/>
          </a:prstGeom>
          <a:solidFill>
            <a:schemeClr val="accent4"/>
          </a:solidFill>
          <a:ln>
            <a:solidFill>
              <a:schemeClr val="accent4"/>
            </a:solidFill>
          </a:ln>
        </p:spPr>
        <p:txBody>
          <a:bodyPr wrap="square" lIns="50292" tIns="50292" rIns="50292" bIns="50292">
            <a:normAutofit/>
          </a:bodyPr>
          <a:lstStyle/>
          <a:p>
            <a:r>
              <a:rPr lang="en-US" altLang="zh-CN" b="1">
                <a:solidFill>
                  <a:srgbClr val="FFFFFF"/>
                </a:solidFill>
                <a:latin typeface="Arial"/>
                <a:ea typeface="Arial"/>
                <a:cs typeface="Arial"/>
              </a:rPr>
              <a:t>GAP + L2 Normalization</a:t>
            </a:r>
            <a:r>
              <a:rPr lang="zh-CN" altLang="en-US" b="1">
                <a:solidFill>
                  <a:srgbClr val="FFFFFF"/>
                </a:solidFill>
                <a:latin typeface="Arial"/>
                <a:ea typeface="Arial"/>
                <a:cs typeface="Arial"/>
              </a:rPr>
              <a:t/>
            </a:r>
          </a:p>
          <a:p>
            <a:r>
              <a:rPr lang="zh-CN" altLang="en-US" sz="1400">
                <a:solidFill>
                  <a:srgbClr val="FFFFFF"/>
                </a:solidFill>
                <a:latin typeface="Arial"/>
                <a:ea typeface="Arial"/>
                <a:cs typeface="Arial"/>
              </a:rPr>
              <a:t>Generate a stable embedding.</a:t>
            </a:r>
            <a:r>
              <a:rPr lang="en-US" altLang="zh-CN" sz="1400">
                <a:solidFill>
                  <a:srgbClr val="FFFFFF"/>
                </a:solidFill>
                <a:latin typeface="Arial"/>
                <a:ea typeface="Arial"/>
                <a:cs typeface="Arial"/>
              </a:rPr>
              <a:t/>
            </a:r>
            <a:endParaRPr lang="zh-CN" altLang="en-US" sz="1400">
              <a:solidFill>
                <a:srgbClr val="FFFFFF"/>
              </a:solidFill>
              <a:latin typeface="Microsoft YaHei"/>
              <a:ea typeface="Microsoft YaHei"/>
            </a:endParaRPr>
          </a:p>
        </p:txBody>
      </p:sp>
      <p:cxnSp>
        <p:nvCxnSpPr>
          <p:cNvPr id="15" name="Arrow 40">
            <a:extLst>
              <a:ext uri="{FF2B5EF4-FFF2-40B4-BE49-F238E27FC236}">
                <ns2:creationId id="{8E8D6A68-C656-DB82-3C97-84ACE47550C4}"/>
              </a:ext>
            </a:extLst>
          </p:cNvPr>
          <p:cNvCxnSpPr>
            <a:cxnSpLocks/>
          </p:cNvCxnSpPr>
          <p:nvPr/>
        </p:nvCxnSpPr>
        <p:spPr>
          <a:xfrm>
            <a:off x="3865547" y="2689394"/>
            <a:ext cx="0" cy="663084"/>
          </a:xfrm>
          <a:prstGeom prst="line">
            <a:avLst/>
          </a:prstGeom>
          <a:ln w="42000">
            <a:solidFill>
              <a:srgbClr val="009CA6"/>
            </a:solidFill>
            <a:tailEnd type="triangle"/>
          </a:ln>
        </p:spPr>
      </p:cxnSp>
      <p:cxnSp>
        <p:nvCxnSpPr>
          <p:cNvPr id="17" name="Arrow 40">
            <a:extLst>
              <a:ext uri="{FF2B5EF4-FFF2-40B4-BE49-F238E27FC236}">
                <ns2:creationId id="{819CDFC8-14F4-E3C9-4D63-545EE4640A50}"/>
              </a:ext>
            </a:extLst>
          </p:cNvPr>
          <p:cNvCxnSpPr/>
          <p:nvPr/>
        </p:nvCxnSpPr>
        <p:spPr>
          <a:xfrm>
            <a:off x="5294804" y="3842025"/>
            <a:ext cx="521208" cy="9144"/>
          </a:xfrm>
          <a:prstGeom prst="line">
            <a:avLst/>
          </a:prstGeom>
          <a:ln w="42000">
            <a:solidFill>
              <a:srgbClr val="009CA6"/>
            </a:solidFill>
            <a:tailEnd type="triangle"/>
          </a:ln>
        </p:spPr>
      </p:cxnSp>
      <p:sp>
        <p:nvSpPr>
          <p:cNvPr id="19" name="乘号 18">
            <a:extLst>
              <a:ext uri="{FF2B5EF4-FFF2-40B4-BE49-F238E27FC236}">
                <ns2:creationId id="{4ACF7BCF-5448-0417-388D-1F33C957873E}"/>
              </a:ext>
            </a:extLst>
          </p:cNvPr>
          <p:cNvSpPr/>
          <p:nvPr/>
        </p:nvSpPr>
        <p:spPr>
          <a:xfrm>
            <a:off x="7339706" y="1989513"/>
            <a:ext cx="400690" cy="588802"/>
          </a:xfrm>
          <a:prstGeom prst="mathMultiply">
            <a:avLst/>
          </a:prstGeom>
          <a:solidFill>
            <a:srgbClr val="FF0000"/>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endParaRPr lang="en-US" sz="1800" dirty="0"/>
          </a:p>
        </p:txBody>
      </p:sp>
    </p:spTree>
  </p:cSld>
  <p:clrMapOvr>
    <a:overrideClrMapping bg1="lt1" tx1="dk1" bg2="lt2" tx2="dk2" accent1="accent1" accent2="accent2" accent3="accent3" accent4="accent4" accent5="accent5" accent6="accent6" hlink="hlink" folHlink="folHlink"/>
  </p:clrMapOvr>
  <ns3:AlternateContent>
    <ns3:Choice Requires="p14">
      <p:transition spd="med" ns4:dur="700">
        <p:fade/>
      </p:transition>
    </ns3:Choice>
    <ns3:Fallback>
      <p:transition spd="med">
        <p:fade/>
      </p:transition>
    </ns3:Fallback>
  </ns3:AlternateContent>
</p:sld>
</file>

<file path=ppt/slides/slide6.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a:extLst>
              <a:ext uri="{FF2B5EF4-FFF2-40B4-BE49-F238E27FC236}">
                <ns2:creationId id="{FA0C9C67-A552-A6BE-14B6-3664C343443A}"/>
              </a:ext>
            </a:extLst>
          </p:cNvPr>
          <p:cNvSpPr txBox="1"/>
          <p:nvPr/>
        </p:nvSpPr>
        <p:spPr>
          <a:xfrm>
            <a:off x="530352" y="786384"/>
            <a:ext cx="10515600" cy="457200"/>
          </a:xfrm>
          <a:prstGeom prst="rect">
            <a:avLst/>
          </a:prstGeom>
          <a:noFill/>
          <a:ln>
            <a:noFill/>
          </a:ln>
        </p:spPr>
        <p:txBody>
          <a:bodyPr wrap="square" lIns="9144" tIns="9144" rIns="9144" bIns="9144">
            <a:normAutofit/>
          </a:bodyPr>
          <a:lstStyle/>
          <a:p>
            <a:pPr algn="l"/>
            <a:r>
              <a:rPr lang="zh-CN" sz="2800">
                <a:solidFill>
                  <a:srgbClr val="00152B"/>
                </a:solidFill>
                <a:latin typeface="Arial"/>
                <a:ea typeface="Arial"/>
                <a:cs typeface="Arial"/>
              </a:rPr>
              <a:t>Hardware Configuration and On-site Test Speed</a:t>
            </a:r>
          </a:p>
        </p:txBody>
      </p:sp>
      <p:sp>
        <p:nvSpPr>
          <p:cNvPr id="11" name="TableTitle">
            <a:extLst>
              <a:ext uri="{FF2B5EF4-FFF2-40B4-BE49-F238E27FC236}">
                <ns2:creationId id="{FC4C2DF6-85BF-37B2-4B05-C408B5378F86}"/>
              </a:ext>
            </a:extLst>
          </p:cNvPr>
          <p:cNvSpPr txBox="1"/>
          <p:nvPr/>
        </p:nvSpPr>
        <p:spPr>
          <a:xfrm>
            <a:off x="658368" y="1417320"/>
            <a:ext cx="4983480" cy="347472"/>
          </a:xfrm>
          <a:prstGeom prst="rect">
            <a:avLst/>
          </a:prstGeom>
          <a:solidFill>
            <a:srgbClr val="009CA6"/>
          </a:solidFill>
          <a:ln>
            <a:noFill/>
          </a:ln>
        </p:spPr>
        <p:txBody>
          <a:bodyPr wrap="square" lIns="32004" tIns="32004" rIns="32004" bIns="32004">
            <a:normAutofit/>
          </a:bodyPr>
          <a:lstStyle/>
          <a:p>
            <a:pPr algn="l"/>
            <a:r>
              <a:rPr lang="zh-CN" sz="1800" b="1">
                <a:solidFill>
                  <a:srgbClr val="FFFFFF"/>
                </a:solidFill>
                <a:latin typeface="Arial"/>
                <a:ea typeface="Arial"/>
                <a:cs typeface="Arial"/>
              </a:rPr>
              <a:t>Hardware List (Dual-camera)</a:t>
            </a:r>
          </a:p>
        </p:txBody>
      </p:sp>
      <p:sp>
        <p:nvSpPr>
          <p:cNvPr id="12" name="Header1">
            <a:extLst>
              <a:ext uri="{FF2B5EF4-FFF2-40B4-BE49-F238E27FC236}">
                <ns2:creationId id="{DE069CDC-DF91-9E7F-4D1A-9EEA3633DBA7}"/>
              </a:ext>
            </a:extLst>
          </p:cNvPr>
          <p:cNvSpPr txBox="1"/>
          <p:nvPr/>
        </p:nvSpPr>
        <p:spPr>
          <a:xfrm>
            <a:off x="658368" y="1856232"/>
            <a:ext cx="1042416" cy="274320"/>
          </a:xfrm>
          <a:prstGeom prst="rect">
            <a:avLst/>
          </a:prstGeom>
          <a:solidFill>
            <a:srgbClr val="4B5B6B"/>
          </a:solidFill>
          <a:ln>
            <a:noFill/>
          </a:ln>
        </p:spPr>
        <p:txBody>
          <a:bodyPr wrap="square" lIns="9144" tIns="9144" rIns="9144" bIns="9144">
            <a:normAutofit/>
          </a:bodyPr>
          <a:lstStyle/>
          <a:p>
            <a:pPr algn="l"/>
            <a:r>
              <a:rPr lang="zh-CN" sz="1200" b="1">
                <a:solidFill>
                  <a:srgbClr val="FFFFFF"/>
                </a:solidFill>
                <a:latin typeface="Arial"/>
                <a:ea typeface="Arial"/>
                <a:cs typeface="Arial"/>
              </a:rPr>
              <a:t>Category</a:t>
            </a:r>
          </a:p>
        </p:txBody>
      </p:sp>
      <p:sp>
        <p:nvSpPr>
          <p:cNvPr id="13" name="Header2">
            <a:extLst>
              <a:ext uri="{FF2B5EF4-FFF2-40B4-BE49-F238E27FC236}">
                <ns2:creationId id="{22750C50-DB6B-9C6A-87C9-37B121D05E41}"/>
              </a:ext>
            </a:extLst>
          </p:cNvPr>
          <p:cNvSpPr txBox="1"/>
          <p:nvPr/>
        </p:nvSpPr>
        <p:spPr>
          <a:xfrm>
            <a:off x="1719072" y="1856232"/>
            <a:ext cx="3401568" cy="274320"/>
          </a:xfrm>
          <a:prstGeom prst="rect">
            <a:avLst/>
          </a:prstGeom>
          <a:solidFill>
            <a:srgbClr val="4B5B6B"/>
          </a:solidFill>
          <a:ln>
            <a:noFill/>
          </a:ln>
        </p:spPr>
        <p:txBody>
          <a:bodyPr wrap="square" lIns="9144" tIns="9144" rIns="9144" bIns="9144">
            <a:normAutofit/>
          </a:bodyPr>
          <a:lstStyle/>
          <a:p>
            <a:pPr algn="l"/>
            <a:r>
              <a:rPr lang="zh-CN" sz="1200" b="1">
                <a:solidFill>
                  <a:srgbClr val="FFFFFF"/>
                </a:solidFill>
                <a:latin typeface="Arial"/>
                <a:ea typeface="Arial"/>
                <a:cs typeface="Arial"/>
              </a:rPr>
              <a:t>Model</a:t>
            </a:r>
          </a:p>
        </p:txBody>
      </p:sp>
      <p:sp>
        <p:nvSpPr>
          <p:cNvPr id="14" name="Header3">
            <a:extLst>
              <a:ext uri="{FF2B5EF4-FFF2-40B4-BE49-F238E27FC236}">
                <ns2:creationId id="{011F3321-CAA9-085F-35F7-C8D6FFD63F98}"/>
              </a:ext>
            </a:extLst>
          </p:cNvPr>
          <p:cNvSpPr txBox="1"/>
          <p:nvPr/>
        </p:nvSpPr>
        <p:spPr>
          <a:xfrm>
            <a:off x="5138928" y="1856232"/>
            <a:ext cx="502920" cy="274320"/>
          </a:xfrm>
          <a:prstGeom prst="rect">
            <a:avLst/>
          </a:prstGeom>
          <a:solidFill>
            <a:srgbClr val="4B5B6B"/>
          </a:solidFill>
          <a:ln>
            <a:noFill/>
          </a:ln>
        </p:spPr>
        <p:txBody>
          <a:bodyPr wrap="square" lIns="9144" tIns="9144" rIns="9144" bIns="9144">
            <a:normAutofit/>
          </a:bodyPr>
          <a:lstStyle/>
          <a:p>
            <a:pPr algn="l"/>
            <a:r>
              <a:rPr lang="zh-CN" sz="1200" b="1">
                <a:solidFill>
                  <a:srgbClr val="FFFFFF"/>
                </a:solidFill>
                <a:latin typeface="Arial"/>
                <a:ea typeface="Arial"/>
                <a:cs typeface="Arial"/>
              </a:rPr>
              <a:t>Qty</a:t>
            </a:r>
          </a:p>
        </p:txBody>
      </p:sp>
      <p:sp>
        <p:nvSpPr>
          <p:cNvPr id="15" name="Kind">
            <a:extLst>
              <a:ext uri="{FF2B5EF4-FFF2-40B4-BE49-F238E27FC236}">
                <ns2:creationId id="{EEF3FB26-AE78-2105-96DB-F6ECACA1EB32}"/>
              </a:ext>
            </a:extLst>
          </p:cNvPr>
          <p:cNvSpPr txBox="1"/>
          <p:nvPr/>
        </p:nvSpPr>
        <p:spPr>
          <a:xfrm>
            <a:off x="658368" y="2148840"/>
            <a:ext cx="1042416"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a:solidFill>
                  <a:srgbClr val="00152B"/>
                </a:solidFill>
                <a:latin typeface="Arial"/>
                <a:ea typeface="Arial"/>
                <a:cs typeface="Arial"/>
              </a:rPr>
              <a:t>Camera</a:t>
            </a:r>
          </a:p>
        </p:txBody>
      </p:sp>
      <p:sp>
        <p:nvSpPr>
          <p:cNvPr id="16" name="Model">
            <a:extLst>
              <a:ext uri="{FF2B5EF4-FFF2-40B4-BE49-F238E27FC236}">
                <ns2:creationId id="{EBBEDF33-988F-2965-66DE-1DA4BDCBB364}"/>
              </a:ext>
            </a:extLst>
          </p:cNvPr>
          <p:cNvSpPr txBox="1"/>
          <p:nvPr/>
        </p:nvSpPr>
        <p:spPr>
          <a:xfrm>
            <a:off x="1719072" y="2148840"/>
            <a:ext cx="3401568"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MV-CX050-10WC</a:t>
            </a:r>
          </a:p>
        </p:txBody>
      </p:sp>
      <p:sp>
        <p:nvSpPr>
          <p:cNvPr id="17" name="Qty">
            <a:extLst>
              <a:ext uri="{FF2B5EF4-FFF2-40B4-BE49-F238E27FC236}">
                <ns2:creationId id="{6F7D5119-6F77-F60B-B6DD-1E65728B320D}"/>
              </a:ext>
            </a:extLst>
          </p:cNvPr>
          <p:cNvSpPr txBox="1"/>
          <p:nvPr/>
        </p:nvSpPr>
        <p:spPr>
          <a:xfrm>
            <a:off x="5138928" y="2148840"/>
            <a:ext cx="502920"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2</a:t>
            </a:r>
          </a:p>
        </p:txBody>
      </p:sp>
      <p:sp>
        <p:nvSpPr>
          <p:cNvPr id="18" name="Kind">
            <a:extLst>
              <a:ext uri="{FF2B5EF4-FFF2-40B4-BE49-F238E27FC236}">
                <ns2:creationId id="{E1BF0B16-0890-4843-B1F6-0368770C3A7D}"/>
              </a:ext>
            </a:extLst>
          </p:cNvPr>
          <p:cNvSpPr txBox="1"/>
          <p:nvPr/>
        </p:nvSpPr>
        <p:spPr>
          <a:xfrm>
            <a:off x="658368" y="2468880"/>
            <a:ext cx="1042416"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200">
                <a:solidFill>
                  <a:srgbClr val="00152B"/>
                </a:solidFill>
                <a:latin typeface="Arial"/>
                <a:ea typeface="Arial"/>
                <a:cs typeface="Arial"/>
              </a:rPr>
              <a:t>Power Cable</a:t>
            </a:r>
          </a:p>
        </p:txBody>
      </p:sp>
      <p:sp>
        <p:nvSpPr>
          <p:cNvPr id="19" name="Model">
            <a:extLst>
              <a:ext uri="{FF2B5EF4-FFF2-40B4-BE49-F238E27FC236}">
                <ns2:creationId id="{88711C5C-073F-996B-4315-46598138CCF6}"/>
              </a:ext>
            </a:extLst>
          </p:cNvPr>
          <p:cNvSpPr txBox="1"/>
          <p:nvPr/>
        </p:nvSpPr>
        <p:spPr>
          <a:xfrm>
            <a:off x="1719072" y="2468880"/>
            <a:ext cx="3401568"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MV-ACP-H6p-open-ST-3m</a:t>
            </a:r>
          </a:p>
        </p:txBody>
      </p:sp>
      <p:sp>
        <p:nvSpPr>
          <p:cNvPr id="20" name="Qty">
            <a:extLst>
              <a:ext uri="{FF2B5EF4-FFF2-40B4-BE49-F238E27FC236}">
                <ns2:creationId id="{8D35C092-C579-426D-17E7-C25574829F86}"/>
              </a:ext>
            </a:extLst>
          </p:cNvPr>
          <p:cNvSpPr txBox="1"/>
          <p:nvPr/>
        </p:nvSpPr>
        <p:spPr>
          <a:xfrm>
            <a:off x="5138928" y="2468880"/>
            <a:ext cx="502920"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2</a:t>
            </a:r>
          </a:p>
        </p:txBody>
      </p:sp>
      <p:sp>
        <p:nvSpPr>
          <p:cNvPr id="21" name="Kind">
            <a:extLst>
              <a:ext uri="{FF2B5EF4-FFF2-40B4-BE49-F238E27FC236}">
                <ns2:creationId id="{A470062F-DB58-67A0-C748-2D562B02851F}"/>
              </a:ext>
            </a:extLst>
          </p:cNvPr>
          <p:cNvSpPr txBox="1"/>
          <p:nvPr/>
        </p:nvSpPr>
        <p:spPr>
          <a:xfrm>
            <a:off x="658368" y="2788920"/>
            <a:ext cx="1042416"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a:solidFill>
                  <a:srgbClr val="00152B"/>
                </a:solidFill>
                <a:latin typeface="Arial"/>
                <a:ea typeface="Arial"/>
                <a:cs typeface="Arial"/>
              </a:rPr>
              <a:t>Ethernet</a:t>
            </a:r>
          </a:p>
        </p:txBody>
      </p:sp>
      <p:sp>
        <p:nvSpPr>
          <p:cNvPr id="22" name="Model">
            <a:extLst>
              <a:ext uri="{FF2B5EF4-FFF2-40B4-BE49-F238E27FC236}">
                <ns2:creationId id="{3EB2D96F-DA19-2D30-A827-C5E3DFD9C6B9}"/>
              </a:ext>
            </a:extLst>
          </p:cNvPr>
          <p:cNvSpPr txBox="1"/>
          <p:nvPr/>
        </p:nvSpPr>
        <p:spPr>
          <a:xfrm>
            <a:off x="1719072" y="2788920"/>
            <a:ext cx="3401568"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MV-ACG-RJ45s-RJ45-ST-3m</a:t>
            </a:r>
          </a:p>
        </p:txBody>
      </p:sp>
      <p:sp>
        <p:nvSpPr>
          <p:cNvPr id="23" name="Qty">
            <a:extLst>
              <a:ext uri="{FF2B5EF4-FFF2-40B4-BE49-F238E27FC236}">
                <ns2:creationId id="{451203F0-D9E8-D0F9-A84D-4524B5A38E7E}"/>
              </a:ext>
            </a:extLst>
          </p:cNvPr>
          <p:cNvSpPr txBox="1"/>
          <p:nvPr/>
        </p:nvSpPr>
        <p:spPr>
          <a:xfrm>
            <a:off x="5138928" y="2788920"/>
            <a:ext cx="502920"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2</a:t>
            </a:r>
          </a:p>
        </p:txBody>
      </p:sp>
      <p:sp>
        <p:nvSpPr>
          <p:cNvPr id="24" name="Kind">
            <a:extLst>
              <a:ext uri="{FF2B5EF4-FFF2-40B4-BE49-F238E27FC236}">
                <ns2:creationId id="{17633966-3CB4-1BF7-71A7-A37CE1933F99}"/>
              </a:ext>
            </a:extLst>
          </p:cNvPr>
          <p:cNvSpPr txBox="1"/>
          <p:nvPr/>
        </p:nvSpPr>
        <p:spPr>
          <a:xfrm>
            <a:off x="658368" y="3108960"/>
            <a:ext cx="1042416"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200">
                <a:solidFill>
                  <a:srgbClr val="00152B"/>
                </a:solidFill>
                <a:latin typeface="Arial"/>
                <a:ea typeface="Arial"/>
                <a:cs typeface="Arial"/>
              </a:rPr>
              <a:t>Light Source</a:t>
            </a:r>
          </a:p>
        </p:txBody>
      </p:sp>
      <p:sp>
        <p:nvSpPr>
          <p:cNvPr id="25" name="Model">
            <a:extLst>
              <a:ext uri="{FF2B5EF4-FFF2-40B4-BE49-F238E27FC236}">
                <ns2:creationId id="{973D4A25-C4C0-961C-A482-39D0A1BA65D1}"/>
              </a:ext>
            </a:extLst>
          </p:cNvPr>
          <p:cNvSpPr txBox="1"/>
          <p:nvPr/>
        </p:nvSpPr>
        <p:spPr>
          <a:xfrm>
            <a:off x="1719072" y="3108960"/>
            <a:ext cx="3401568"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MV-LRDS-120-90-W</a:t>
            </a:r>
          </a:p>
        </p:txBody>
      </p:sp>
      <p:sp>
        <p:nvSpPr>
          <p:cNvPr id="26" name="Qty">
            <a:extLst>
              <a:ext uri="{FF2B5EF4-FFF2-40B4-BE49-F238E27FC236}">
                <ns2:creationId id="{E9F08907-B301-1DC6-9D56-27D7B4F57CB3}"/>
              </a:ext>
            </a:extLst>
          </p:cNvPr>
          <p:cNvSpPr txBox="1"/>
          <p:nvPr/>
        </p:nvSpPr>
        <p:spPr>
          <a:xfrm>
            <a:off x="5138928" y="3108960"/>
            <a:ext cx="502920"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2</a:t>
            </a:r>
          </a:p>
        </p:txBody>
      </p:sp>
      <p:sp>
        <p:nvSpPr>
          <p:cNvPr id="27" name="Kind">
            <a:extLst>
              <a:ext uri="{FF2B5EF4-FFF2-40B4-BE49-F238E27FC236}">
                <ns2:creationId id="{056A4257-97B9-7D95-65BF-C8A5943EC939}"/>
              </a:ext>
            </a:extLst>
          </p:cNvPr>
          <p:cNvSpPr txBox="1"/>
          <p:nvPr/>
        </p:nvSpPr>
        <p:spPr>
          <a:xfrm>
            <a:off x="658368" y="3429000"/>
            <a:ext cx="1042416"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a:solidFill>
                  <a:srgbClr val="00152B"/>
                </a:solidFill>
                <a:latin typeface="Arial"/>
                <a:ea typeface="Arial"/>
                <a:cs typeface="Arial"/>
              </a:rPr>
              <a:t>Lens</a:t>
            </a:r>
          </a:p>
        </p:txBody>
      </p:sp>
      <p:sp>
        <p:nvSpPr>
          <p:cNvPr id="28" name="Model">
            <a:extLst>
              <a:ext uri="{FF2B5EF4-FFF2-40B4-BE49-F238E27FC236}">
                <ns2:creationId id="{3679B343-8EBC-FFCE-B60F-9121532D282F}"/>
              </a:ext>
            </a:extLst>
          </p:cNvPr>
          <p:cNvSpPr txBox="1"/>
          <p:nvPr/>
        </p:nvSpPr>
        <p:spPr>
          <a:xfrm>
            <a:off x="1719072" y="3429000"/>
            <a:ext cx="3401568"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MVL-MF1228M-8MP</a:t>
            </a:r>
          </a:p>
        </p:txBody>
      </p:sp>
      <p:sp>
        <p:nvSpPr>
          <p:cNvPr id="29" name="Qty">
            <a:extLst>
              <a:ext uri="{FF2B5EF4-FFF2-40B4-BE49-F238E27FC236}">
                <ns2:creationId id="{9C8E1229-A26F-3AF1-2E66-7604C343B182}"/>
              </a:ext>
            </a:extLst>
          </p:cNvPr>
          <p:cNvSpPr txBox="1"/>
          <p:nvPr/>
        </p:nvSpPr>
        <p:spPr>
          <a:xfrm>
            <a:off x="5138928" y="3429000"/>
            <a:ext cx="502920"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1</a:t>
            </a:r>
          </a:p>
        </p:txBody>
      </p:sp>
      <p:sp>
        <p:nvSpPr>
          <p:cNvPr id="30" name="Kind">
            <a:extLst>
              <a:ext uri="{FF2B5EF4-FFF2-40B4-BE49-F238E27FC236}">
                <ns2:creationId id="{EA901DBF-AAAA-9081-57CE-CA864FA0D5B6}"/>
              </a:ext>
            </a:extLst>
          </p:cNvPr>
          <p:cNvSpPr txBox="1"/>
          <p:nvPr/>
        </p:nvSpPr>
        <p:spPr>
          <a:xfrm>
            <a:off x="658368" y="3749040"/>
            <a:ext cx="1042416"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200">
                <a:solidFill>
                  <a:srgbClr val="00152B"/>
                </a:solidFill>
                <a:latin typeface="Arial"/>
                <a:ea typeface="Arial"/>
                <a:cs typeface="Arial"/>
              </a:rPr>
              <a:t>Lens</a:t>
            </a:r>
          </a:p>
        </p:txBody>
      </p:sp>
      <p:sp>
        <p:nvSpPr>
          <p:cNvPr id="31" name="Model">
            <a:extLst>
              <a:ext uri="{FF2B5EF4-FFF2-40B4-BE49-F238E27FC236}">
                <ns2:creationId id="{98426D10-D216-2A72-175F-BFC09C05D669}"/>
              </a:ext>
            </a:extLst>
          </p:cNvPr>
          <p:cNvSpPr txBox="1"/>
          <p:nvPr/>
        </p:nvSpPr>
        <p:spPr>
          <a:xfrm>
            <a:off x="1719072" y="3749040"/>
            <a:ext cx="3401568"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MVL-MF2528M-8MP</a:t>
            </a:r>
          </a:p>
        </p:txBody>
      </p:sp>
      <p:sp>
        <p:nvSpPr>
          <p:cNvPr id="32" name="Qty">
            <a:extLst>
              <a:ext uri="{FF2B5EF4-FFF2-40B4-BE49-F238E27FC236}">
                <ns2:creationId id="{7A9E92CE-61EA-DB1B-BE22-9AA7FD029246}"/>
              </a:ext>
            </a:extLst>
          </p:cNvPr>
          <p:cNvSpPr txBox="1"/>
          <p:nvPr/>
        </p:nvSpPr>
        <p:spPr>
          <a:xfrm>
            <a:off x="5138928" y="3749040"/>
            <a:ext cx="502920" cy="301752"/>
          </a:xfrm>
          <a:prstGeom prst="rect">
            <a:avLst/>
          </a:prstGeom>
          <a:solidFill>
            <a:srgbClr val="FFFFFF"/>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1</a:t>
            </a:r>
          </a:p>
        </p:txBody>
      </p:sp>
      <p:sp>
        <p:nvSpPr>
          <p:cNvPr id="33" name="Kind">
            <a:extLst>
              <a:ext uri="{FF2B5EF4-FFF2-40B4-BE49-F238E27FC236}">
                <ns2:creationId id="{D7B675C0-AAA1-2A72-AFBF-65280D0EF576}"/>
              </a:ext>
            </a:extLst>
          </p:cNvPr>
          <p:cNvSpPr txBox="1"/>
          <p:nvPr/>
        </p:nvSpPr>
        <p:spPr>
          <a:xfrm>
            <a:off x="658368" y="4069080"/>
            <a:ext cx="1042416" cy="230832"/>
          </a:xfrm>
          <a:prstGeom prst="rect">
            <a:avLst/>
          </a:prstGeom>
          <a:solidFill>
            <a:srgbClr val="EEF3F5"/>
          </a:solidFill>
          <a:ln w="12700">
            <a:solidFill>
              <a:srgbClr val="D7E0E5"/>
            </a:solidFill>
          </a:ln>
        </p:spPr>
        <p:txBody>
          <a:bodyPr wrap="square" lIns="22860" tIns="22860" rIns="22860" bIns="22860">
            <a:normAutofit/>
          </a:bodyPr>
          <a:lstStyle/>
          <a:p>
            <a:pPr algn="l"/>
            <a:r>
              <a:rPr lang="zh-CN" altLang="en-US" sz="1200">
                <a:solidFill>
                  <a:srgbClr val="00152B"/>
                </a:solidFill>
                <a:latin typeface="Arial"/>
                <a:ea typeface="Arial"/>
                <a:cs typeface="Arial"/>
              </a:rPr>
              <a:t>PC</a:t>
            </a:r>
            <a:endParaRPr lang="zh-CN" sz="1200">
              <a:solidFill>
                <a:srgbClr val="00152B"/>
              </a:solidFill>
            </a:endParaRPr>
          </a:p>
        </p:txBody>
      </p:sp>
      <p:sp>
        <p:nvSpPr>
          <p:cNvPr id="34" name="Model">
            <a:extLst>
              <a:ext uri="{FF2B5EF4-FFF2-40B4-BE49-F238E27FC236}">
                <ns2:creationId id="{78765089-A3FE-2515-0145-F16ED411189D}"/>
              </a:ext>
            </a:extLst>
          </p:cNvPr>
          <p:cNvSpPr txBox="1"/>
          <p:nvPr/>
        </p:nvSpPr>
        <p:spPr>
          <a:xfrm>
            <a:off x="1719072" y="4069080"/>
            <a:ext cx="3401568"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100">
                <a:solidFill>
                  <a:srgbClr val="00152B"/>
                </a:solidFill>
                <a:latin typeface="Arial"/>
                <a:ea typeface="Arial"/>
                <a:cs typeface="Arial"/>
              </a:rPr>
              <a:t>NP-6133-I6I16O-103008G+SSD128G</a:t>
            </a:r>
          </a:p>
        </p:txBody>
      </p:sp>
      <p:sp>
        <p:nvSpPr>
          <p:cNvPr id="35" name="Qty">
            <a:extLst>
              <a:ext uri="{FF2B5EF4-FFF2-40B4-BE49-F238E27FC236}">
                <ns2:creationId id="{97E2C5FF-D1C9-7FCE-5CAB-B59690BFCDD3}"/>
              </a:ext>
            </a:extLst>
          </p:cNvPr>
          <p:cNvSpPr txBox="1"/>
          <p:nvPr/>
        </p:nvSpPr>
        <p:spPr>
          <a:xfrm>
            <a:off x="5138928" y="4069080"/>
            <a:ext cx="502920" cy="301752"/>
          </a:xfrm>
          <a:prstGeom prst="rect">
            <a:avLst/>
          </a:prstGeom>
          <a:solidFill>
            <a:srgbClr val="EEF3F5"/>
          </a:solidFill>
          <a:ln w="12700">
            <a:solidFill>
              <a:srgbClr val="D7E0E5"/>
            </a:solidFill>
          </a:ln>
        </p:spPr>
        <p:txBody>
          <a:bodyPr wrap="square" lIns="22860" tIns="22860" rIns="22860" bIns="22860">
            <a:normAutofit/>
          </a:bodyPr>
          <a:lstStyle/>
          <a:p>
            <a:pPr algn="l"/>
            <a:r>
              <a:rPr lang="zh-CN" sz="1200" b="1">
                <a:solidFill>
                  <a:srgbClr val="00152B"/>
                </a:solidFill>
                <a:latin typeface="Arial"/>
                <a:ea typeface="Arial"/>
                <a:cs typeface="Arial"/>
              </a:rPr>
              <a:t>1</a:t>
            </a:r>
          </a:p>
        </p:txBody>
      </p:sp>
      <p:sp>
        <p:nvSpPr>
          <p:cNvPr id="37" name="ArchTitle">
            <a:extLst>
              <a:ext uri="{FF2B5EF4-FFF2-40B4-BE49-F238E27FC236}">
                <ns2:creationId id="{31B90431-23A2-550C-5A3E-B7AFCB80DBBD}"/>
              </a:ext>
            </a:extLst>
          </p:cNvPr>
          <p:cNvSpPr txBox="1"/>
          <p:nvPr/>
        </p:nvSpPr>
        <p:spPr>
          <a:xfrm>
            <a:off x="5989320" y="1417320"/>
            <a:ext cx="5440680" cy="347472"/>
          </a:xfrm>
          <a:prstGeom prst="rect">
            <a:avLst/>
          </a:prstGeom>
          <a:solidFill>
            <a:srgbClr val="8CC400"/>
          </a:solidFill>
          <a:ln>
            <a:noFill/>
          </a:ln>
        </p:spPr>
        <p:txBody>
          <a:bodyPr wrap="square" lIns="32004" tIns="32004" rIns="32004" bIns="32004">
            <a:normAutofit/>
          </a:bodyPr>
          <a:lstStyle/>
          <a:p>
            <a:pPr algn="l"/>
            <a:r>
              <a:rPr lang="zh-CN" sz="1800" b="1">
                <a:solidFill>
                  <a:srgbClr val="FFFFFF"/>
                </a:solidFill>
                <a:latin typeface="Arial"/>
                <a:ea typeface="Arial"/>
                <a:cs typeface="Arial"/>
              </a:rPr>
              <a:t>Hardware Connection</a:t>
            </a:r>
          </a:p>
        </p:txBody>
      </p:sp>
      <p:sp>
        <p:nvSpPr>
          <p:cNvPr id="38" name="ArchPanel">
            <a:extLst>
              <a:ext uri="{FF2B5EF4-FFF2-40B4-BE49-F238E27FC236}">
                <ns2:creationId id="{ECF85396-EB6F-0D9A-6A38-06DA2D40283E}"/>
              </a:ext>
            </a:extLst>
          </p:cNvPr>
          <p:cNvSpPr/>
          <p:nvPr/>
        </p:nvSpPr>
        <p:spPr>
          <a:xfrm>
            <a:off x="5989320" y="1856232"/>
            <a:ext cx="5440680" cy="1819656"/>
          </a:xfrm>
          <a:prstGeom prst="rect">
            <a:avLst/>
          </a:prstGeom>
          <a:solidFill>
            <a:srgbClr val="EEF3F5"/>
          </a:solidFill>
          <a:ln w="12700">
            <a:solidFill>
              <a:srgbClr val="D7E0E5"/>
            </a:solidFill>
          </a:ln>
        </p:spPr>
        <p:txBody>
          <a:bodyPr>
            <a:normAutofit/>
          </a:bodyPr>
          <a:lstStyle/>
          <a:p>
            <a:endParaRPr lang="en-US"/>
          </a:p>
        </p:txBody>
      </p:sp>
      <p:sp>
        <p:nvSpPr>
          <p:cNvPr id="39" name="ArchNode">
            <a:extLst>
              <a:ext uri="{FF2B5EF4-FFF2-40B4-BE49-F238E27FC236}">
                <ns2:creationId id="{00919CAA-B253-AA10-B3C2-0DF259F7060F}"/>
              </a:ext>
            </a:extLst>
          </p:cNvPr>
          <p:cNvSpPr txBox="1"/>
          <p:nvPr/>
        </p:nvSpPr>
        <p:spPr>
          <a:xfrm>
            <a:off x="6245352" y="2121408"/>
            <a:ext cx="1234440" cy="486942"/>
          </a:xfrm>
          <a:prstGeom prst="roundRect">
            <a:avLst/>
          </a:prstGeom>
          <a:solidFill>
            <a:schemeClr val="accent2"/>
          </a:solidFill>
          <a:ln>
            <a:noFill/>
          </a:ln>
        </p:spPr>
        <p:txBody>
          <a:bodyPr wrap="square" lIns="27432" tIns="27432" rIns="27432" bIns="27432">
            <a:normAutofit/>
          </a:bodyPr>
          <a:lstStyle/>
          <a:p>
            <a:pPr algn="ctr"/>
            <a:r>
              <a:rPr lang="zh-CN" sz="1500" b="1">
                <a:solidFill>
                  <a:srgbClr val="FFFFFF"/>
                </a:solidFill>
                <a:latin typeface="Arial"/>
                <a:ea typeface="Arial"/>
                <a:cs typeface="Arial"/>
              </a:rPr>
              <a:t>Cam1</a:t>
            </a:r>
          </a:p>
          <a:p>
            <a:pPr algn="ctr"/>
            <a:r>
              <a:rPr lang="zh-CN" sz="1000">
                <a:solidFill>
                  <a:srgbClr val="FFFFFF"/>
                </a:solidFill>
                <a:latin typeface="Arial"/>
                <a:ea typeface="Arial"/>
                <a:cs typeface="Arial"/>
              </a:rPr>
              <a:t>Camera</a:t>
            </a:r>
          </a:p>
        </p:txBody>
      </p:sp>
      <p:sp>
        <p:nvSpPr>
          <p:cNvPr id="40" name="ArchNode">
            <a:extLst>
              <a:ext uri="{FF2B5EF4-FFF2-40B4-BE49-F238E27FC236}">
                <ns2:creationId id="{1C4104A0-8910-4EB3-D471-2904D775F5B6}"/>
              </a:ext>
            </a:extLst>
          </p:cNvPr>
          <p:cNvSpPr txBox="1"/>
          <p:nvPr/>
        </p:nvSpPr>
        <p:spPr>
          <a:xfrm>
            <a:off x="6245352" y="2834640"/>
            <a:ext cx="1234440" cy="486942"/>
          </a:xfrm>
          <a:prstGeom prst="roundRect">
            <a:avLst/>
          </a:prstGeom>
          <a:solidFill>
            <a:schemeClr val="accent2"/>
          </a:solidFill>
          <a:ln>
            <a:noFill/>
          </a:ln>
        </p:spPr>
        <p:txBody>
          <a:bodyPr wrap="square" lIns="27432" tIns="27432" rIns="27432" bIns="27432">
            <a:normAutofit/>
          </a:bodyPr>
          <a:lstStyle/>
          <a:p>
            <a:pPr algn="ctr"/>
            <a:r>
              <a:rPr lang="zh-CN" sz="1500" b="1">
                <a:solidFill>
                  <a:srgbClr val="FFFFFF"/>
                </a:solidFill>
                <a:latin typeface="Arial"/>
                <a:ea typeface="Arial"/>
                <a:cs typeface="Arial"/>
              </a:rPr>
              <a:t>Cam2</a:t>
            </a:r>
          </a:p>
          <a:p>
            <a:pPr algn="ctr"/>
            <a:r>
              <a:rPr lang="zh-CN" sz="1000">
                <a:solidFill>
                  <a:srgbClr val="FFFFFF"/>
                </a:solidFill>
                <a:latin typeface="Arial"/>
                <a:ea typeface="Arial"/>
                <a:cs typeface="Arial"/>
              </a:rPr>
              <a:t>Camera</a:t>
            </a:r>
          </a:p>
        </p:txBody>
      </p:sp>
      <p:cxnSp>
        <p:nvCxnSpPr>
          <p:cNvPr id="41" name="Arrow 51">
            <a:extLst>
              <a:ext uri="{FF2B5EF4-FFF2-40B4-BE49-F238E27FC236}">
                <ns2:creationId id="{04EC5E1C-2347-44D9-3588-AF66A3E1D64D}"/>
              </a:ext>
            </a:extLst>
          </p:cNvPr>
          <p:cNvCxnSpPr/>
          <p:nvPr/>
        </p:nvCxnSpPr>
        <p:spPr>
          <a:xfrm>
            <a:off x="7616952" y="2441448"/>
            <a:ext cx="457200" cy="9144"/>
          </a:xfrm>
          <a:prstGeom prst="line">
            <a:avLst/>
          </a:prstGeom>
          <a:ln w="26000">
            <a:solidFill>
              <a:srgbClr val="009CA6"/>
            </a:solidFill>
            <a:tailEnd type="triangle"/>
          </a:ln>
        </p:spPr>
      </p:cxnSp>
      <p:cxnSp>
        <p:nvCxnSpPr>
          <p:cNvPr id="42" name="Arrow 52">
            <a:extLst>
              <a:ext uri="{FF2B5EF4-FFF2-40B4-BE49-F238E27FC236}">
                <ns2:creationId id="{64082FFF-B982-3F75-E844-5E271AE7AD22}"/>
              </a:ext>
            </a:extLst>
          </p:cNvPr>
          <p:cNvCxnSpPr/>
          <p:nvPr/>
        </p:nvCxnSpPr>
        <p:spPr>
          <a:xfrm>
            <a:off x="7616952" y="3154680"/>
            <a:ext cx="457200" cy="9144"/>
          </a:xfrm>
          <a:prstGeom prst="line">
            <a:avLst/>
          </a:prstGeom>
          <a:ln w="26000">
            <a:solidFill>
              <a:srgbClr val="009CA6"/>
            </a:solidFill>
            <a:tailEnd type="triangle"/>
          </a:ln>
        </p:spPr>
      </p:cxnSp>
      <p:sp>
        <p:nvSpPr>
          <p:cNvPr id="43" name="ArchNode">
            <a:extLst>
              <a:ext uri="{FF2B5EF4-FFF2-40B4-BE49-F238E27FC236}">
                <ns2:creationId id="{3900804A-F6CA-D63A-5C37-739144D6C20E}"/>
              </a:ext>
            </a:extLst>
          </p:cNvPr>
          <p:cNvSpPr txBox="1"/>
          <p:nvPr/>
        </p:nvSpPr>
        <p:spPr>
          <a:xfrm>
            <a:off x="8138160" y="2297009"/>
            <a:ext cx="1170432" cy="914400"/>
          </a:xfrm>
          <a:prstGeom prst="roundRect">
            <a:avLst/>
          </a:prstGeom>
          <a:solidFill>
            <a:srgbClr val="009CA6"/>
          </a:solidFill>
          <a:ln>
            <a:noFill/>
          </a:ln>
        </p:spPr>
        <p:txBody>
          <a:bodyPr wrap="square" lIns="27432" tIns="27432" rIns="27432" bIns="27432">
            <a:normAutofit/>
          </a:bodyPr>
          <a:lstStyle/>
          <a:p>
            <a:pPr algn="l"/>
            <a:r>
              <a:rPr lang="en-US" altLang="zh-CN" sz="1500" b="1">
                <a:solidFill>
                  <a:srgbClr val="FFFFFF"/>
                </a:solidFill>
                <a:latin typeface="Arial"/>
                <a:ea typeface="Arial"/>
                <a:cs typeface="Arial"/>
              </a:rPr>
              <a:t>PC</a:t>
            </a:r>
          </a:p>
          <a:p>
            <a:pPr algn="ctr"/>
            <a:r>
              <a:rPr lang="en-US" altLang="zh-CN" sz="1500" b="1">
                <a:solidFill>
                  <a:srgbClr val="FFFFFF"/>
                </a:solidFill>
                <a:latin typeface="Arial"/>
                <a:ea typeface="Arial"/>
                <a:cs typeface="Arial"/>
              </a:rPr>
              <a:t>Infer/IO</a:t>
            </a:r>
            <a:r>
              <a:rPr lang="zh-CN" altLang="en-US" sz="1500" b="1">
                <a:solidFill>
                  <a:srgbClr val="FFFFFF"/>
                </a:solidFill>
                <a:latin typeface="Arial"/>
                <a:ea typeface="Arial"/>
                <a:cs typeface="Arial"/>
              </a:rPr>
              <a:t/>
            </a:r>
            <a:endParaRPr lang="zh-CN" sz="1500" b="1">
              <a:solidFill>
                <a:srgbClr val="FFFFFF"/>
              </a:solidFill>
            </a:endParaRPr>
          </a:p>
          <a:p>
            <a:pPr algn="ctr"/>
            <a:r>
              <a:rPr lang="en-US" altLang="zh-CN" sz="1000">
                <a:solidFill>
                  <a:srgbClr val="FFFFFF"/>
                </a:solidFill>
                <a:latin typeface="Arial"/>
                <a:ea typeface="Arial"/>
                <a:cs typeface="Arial"/>
              </a:rPr>
              <a:t/>
            </a:r>
            <a:r>
              <a:rPr lang="zh-CN" sz="1000">
                <a:solidFill>
                  <a:srgbClr val="FFFFFF"/>
                </a:solidFill>
                <a:latin typeface="Arial"/>
                <a:ea typeface="Arial"/>
                <a:cs typeface="Arial"/>
              </a:rPr>
              <a:t/>
            </a:r>
          </a:p>
        </p:txBody>
      </p:sp>
      <p:cxnSp>
        <p:nvCxnSpPr>
          <p:cNvPr id="44" name="Arrow 54">
            <a:extLst>
              <a:ext uri="{FF2B5EF4-FFF2-40B4-BE49-F238E27FC236}">
                <ns2:creationId id="{722FDA7E-E9FE-01F6-73FA-C25491DAA542}"/>
              </a:ext>
            </a:extLst>
          </p:cNvPr>
          <p:cNvCxnSpPr/>
          <p:nvPr/>
        </p:nvCxnSpPr>
        <p:spPr>
          <a:xfrm>
            <a:off x="9390888" y="2807208"/>
            <a:ext cx="420624" cy="9144"/>
          </a:xfrm>
          <a:prstGeom prst="line">
            <a:avLst/>
          </a:prstGeom>
          <a:ln w="30000">
            <a:solidFill>
              <a:srgbClr val="8CC400"/>
            </a:solidFill>
            <a:tailEnd type="triangle"/>
          </a:ln>
        </p:spPr>
      </p:cxnSp>
      <p:sp>
        <p:nvSpPr>
          <p:cNvPr id="45" name="ArchNode">
            <a:extLst>
              <a:ext uri="{FF2B5EF4-FFF2-40B4-BE49-F238E27FC236}">
                <ns2:creationId id="{5BF782A5-587A-17C8-9C73-07F8827A2337}"/>
              </a:ext>
            </a:extLst>
          </p:cNvPr>
          <p:cNvSpPr txBox="1"/>
          <p:nvPr/>
        </p:nvSpPr>
        <p:spPr>
          <a:xfrm>
            <a:off x="9875520" y="2478024"/>
            <a:ext cx="1143000" cy="486942"/>
          </a:xfrm>
          <a:prstGeom prst="roundRect">
            <a:avLst/>
          </a:prstGeom>
          <a:solidFill>
            <a:schemeClr val="accent5"/>
          </a:solidFill>
          <a:ln>
            <a:noFill/>
          </a:ln>
        </p:spPr>
        <p:txBody>
          <a:bodyPr wrap="square" lIns="27432" tIns="27432" rIns="27432" bIns="27432">
            <a:normAutofit/>
          </a:bodyPr>
          <a:lstStyle/>
          <a:p>
            <a:pPr algn="l"/>
            <a:r>
              <a:rPr lang="en-US" altLang="zh-CN" sz="1500" b="1">
                <a:solidFill>
                  <a:srgbClr val="FFFFFF"/>
                </a:solidFill>
                <a:latin typeface="Arial"/>
                <a:ea typeface="Arial"/>
                <a:cs typeface="Arial"/>
              </a:rPr>
              <a:t>Line Output</a:t>
            </a:r>
            <a:r>
              <a:rPr lang="zh-CN" sz="1500" b="1">
                <a:solidFill>
                  <a:srgbClr val="FFFFFF"/>
                </a:solidFill>
                <a:latin typeface="Arial"/>
                <a:ea typeface="Arial"/>
                <a:cs typeface="Arial"/>
              </a:rPr>
              <a:t/>
            </a:r>
          </a:p>
          <a:p>
            <a:pPr algn="l"/>
            <a:r>
              <a:rPr lang="en-US" altLang="zh-CN" sz="1000">
                <a:solidFill>
                  <a:srgbClr val="FFFFFF"/>
                </a:solidFill>
                <a:latin typeface="Arial"/>
                <a:ea typeface="Arial"/>
                <a:cs typeface="Arial"/>
              </a:rPr>
              <a:t>OK/NG</a:t>
            </a:r>
            <a:r>
              <a:rPr lang="zh-CN" sz="1000">
                <a:solidFill>
                  <a:srgbClr val="FFFFFF"/>
                </a:solidFill>
                <a:latin typeface="Arial"/>
                <a:ea typeface="Arial"/>
                <a:cs typeface="Arial"/>
              </a:rPr>
              <a:t/>
            </a:r>
          </a:p>
        </p:txBody>
      </p:sp>
      <p:grpSp>
        <p:nvGrpSpPr>
          <p:cNvPr id="63" name="组合 62">
            <a:extLst>
              <a:ext uri="{FF2B5EF4-FFF2-40B4-BE49-F238E27FC236}">
                <ns2:creationId id="{20B291CD-2402-CD3A-FB9A-51D2157BB5A5}"/>
              </a:ext>
            </a:extLst>
          </p:cNvPr>
          <p:cNvGrpSpPr/>
          <p:nvPr/>
        </p:nvGrpSpPr>
        <p:grpSpPr>
          <a:xfrm>
            <a:off x="5983669" y="4025670"/>
            <a:ext cx="5440680" cy="938044"/>
            <a:chOff x="5989320" y="3928530"/>
            <a:chExt cx="5440680" cy="731520"/>
          </a:xfrm>
        </p:grpSpPr>
        <p:sp>
          <p:nvSpPr>
            <p:cNvPr id="47" name="SpeedBg">
              <a:extLst>
                <a:ext uri="{FF2B5EF4-FFF2-40B4-BE49-F238E27FC236}">
                  <ns2:creationId id="{FE930A07-B3E6-9D30-381F-54C1B2C268D0}"/>
                </a:ext>
              </a:extLst>
            </p:cNvPr>
            <p:cNvSpPr/>
            <p:nvPr/>
          </p:nvSpPr>
          <p:spPr>
            <a:xfrm>
              <a:off x="5989320" y="3928530"/>
              <a:ext cx="5440680" cy="731520"/>
            </a:xfrm>
            <a:prstGeom prst="roundRect">
              <a:avLst/>
            </a:prstGeom>
            <a:solidFill>
              <a:srgbClr val="26323C"/>
            </a:solidFill>
            <a:ln w="12700">
              <a:solidFill>
                <a:srgbClr val="51606C"/>
              </a:solidFill>
            </a:ln>
          </p:spPr>
          <p:txBody>
            <a:bodyPr>
              <a:normAutofit/>
            </a:bodyPr>
            <a:lstStyle/>
            <a:p>
              <a:endParaRPr lang="en-US"/>
            </a:p>
          </p:txBody>
        </p:sp>
        <p:sp>
          <p:nvSpPr>
            <p:cNvPr id="51" name="Cam1">
              <a:extLst>
                <a:ext uri="{FF2B5EF4-FFF2-40B4-BE49-F238E27FC236}">
                  <ns2:creationId id="{8EF8B627-7737-BE10-2FE2-2AA3EBBC7A60}"/>
                </a:ext>
              </a:extLst>
            </p:cNvPr>
            <p:cNvSpPr txBox="1"/>
            <p:nvPr/>
          </p:nvSpPr>
          <p:spPr>
            <a:xfrm>
              <a:off x="6217920" y="4041648"/>
              <a:ext cx="4892040" cy="193899"/>
            </a:xfrm>
            <a:prstGeom prst="rect">
              <a:avLst/>
            </a:prstGeom>
            <a:noFill/>
            <a:ln>
              <a:noFill/>
            </a:ln>
          </p:spPr>
          <p:txBody>
            <a:bodyPr wrap="square" lIns="4572" tIns="4572" rIns="4572" bIns="4572">
              <a:normAutofit/>
            </a:bodyPr>
            <a:lstStyle/>
            <a:p>
              <a:pPr algn="l"/>
              <a:r>
                <a:rPr lang="zh-CN" sz="1200">
                  <a:solidFill>
                    <a:srgbClr val="CCD7DD"/>
                  </a:solidFill>
                  <a:latin typeface="Arial"/>
                  <a:ea typeface="Arial"/>
                  <a:cs typeface="Arial"/>
                </a:rPr>
                <a:t>Cam1: Acq 62.6  Match 254.3  Infer 189.5  Total 506.4 ms</a:t>
              </a:r>
              <a:r>
                <a:rPr lang="en-US" altLang="zh-CN" sz="1200">
                  <a:solidFill>
                    <a:srgbClr val="CCD7DD"/>
                  </a:solidFill>
                  <a:latin typeface="Arial"/>
                  <a:ea typeface="Arial"/>
                  <a:cs typeface="Arial"/>
                </a:rPr>
                <a:t/>
              </a:r>
              <a:r>
                <a:rPr lang="zh-CN" sz="1200">
                  <a:solidFill>
                    <a:srgbClr val="CCD7DD"/>
                  </a:solidFill>
                  <a:latin typeface="Arial"/>
                  <a:ea typeface="Arial"/>
                  <a:cs typeface="Arial"/>
                </a:rPr>
                <a:t/>
              </a:r>
              <a:r>
                <a:rPr lang="en-US" altLang="zh-CN" sz="1200">
                  <a:solidFill>
                    <a:srgbClr val="CCD7DD"/>
                  </a:solidFill>
                  <a:latin typeface="Arial"/>
                  <a:ea typeface="Arial"/>
                  <a:cs typeface="Arial"/>
                </a:rPr>
                <a:t/>
              </a:r>
              <a:r>
                <a:rPr lang="zh-CN" sz="1200">
                  <a:solidFill>
                    <a:srgbClr val="CCD7DD"/>
                  </a:solidFill>
                  <a:latin typeface="Arial"/>
                  <a:ea typeface="Arial"/>
                  <a:cs typeface="Arial"/>
                </a:rPr>
                <a:t/>
              </a:r>
            </a:p>
          </p:txBody>
        </p:sp>
        <p:sp>
          <p:nvSpPr>
            <p:cNvPr id="52" name="Cam2">
              <a:extLst>
                <a:ext uri="{FF2B5EF4-FFF2-40B4-BE49-F238E27FC236}">
                  <ns2:creationId id="{2EB5FD7B-5C44-B8BC-D148-3DBC6879649D}"/>
                </a:ext>
              </a:extLst>
            </p:cNvPr>
            <p:cNvSpPr txBox="1"/>
            <p:nvPr/>
          </p:nvSpPr>
          <p:spPr>
            <a:xfrm>
              <a:off x="6217920" y="4306824"/>
              <a:ext cx="4892040" cy="193899"/>
            </a:xfrm>
            <a:prstGeom prst="rect">
              <a:avLst/>
            </a:prstGeom>
            <a:noFill/>
            <a:ln>
              <a:noFill/>
            </a:ln>
          </p:spPr>
          <p:txBody>
            <a:bodyPr wrap="square" lIns="4572" tIns="4572" rIns="4572" bIns="4572">
              <a:normAutofit/>
            </a:bodyPr>
            <a:lstStyle/>
            <a:p>
              <a:pPr algn="l"/>
              <a:r>
                <a:rPr lang="zh-CN" sz="1200">
                  <a:solidFill>
                    <a:srgbClr val="CCD7DD"/>
                  </a:solidFill>
                  <a:latin typeface="Arial"/>
                  <a:ea typeface="Arial"/>
                  <a:cs typeface="Arial"/>
                </a:rPr>
                <a:t>Cam2: Acq 63.7  Match 302.9  Infer 128.4  Total 495.0 ms</a:t>
              </a:r>
              <a:r>
                <a:rPr lang="en-US" altLang="zh-CN" sz="1200">
                  <a:solidFill>
                    <a:srgbClr val="CCD7DD"/>
                  </a:solidFill>
                  <a:latin typeface="Arial"/>
                  <a:ea typeface="Arial"/>
                  <a:cs typeface="Arial"/>
                </a:rPr>
                <a:t/>
              </a:r>
              <a:r>
                <a:rPr lang="zh-CN" sz="1200">
                  <a:solidFill>
                    <a:srgbClr val="CCD7DD"/>
                  </a:solidFill>
                  <a:latin typeface="Arial"/>
                  <a:ea typeface="Arial"/>
                  <a:cs typeface="Arial"/>
                </a:rPr>
                <a:t/>
              </a:r>
              <a:r>
                <a:rPr lang="en-US" altLang="zh-CN" sz="1200">
                  <a:solidFill>
                    <a:srgbClr val="CCD7DD"/>
                  </a:solidFill>
                  <a:latin typeface="Arial"/>
                  <a:ea typeface="Arial"/>
                  <a:cs typeface="Arial"/>
                </a:rPr>
                <a:t/>
              </a:r>
              <a:r>
                <a:rPr lang="zh-CN" sz="1200">
                  <a:solidFill>
                    <a:srgbClr val="CCD7DD"/>
                  </a:solidFill>
                  <a:latin typeface="Arial"/>
                  <a:ea typeface="Arial"/>
                  <a:cs typeface="Arial"/>
                </a:rPr>
                <a:t/>
              </a:r>
            </a:p>
          </p:txBody>
        </p:sp>
      </p:grpSp>
      <p:sp>
        <p:nvSpPr>
          <p:cNvPr id="53" name="Metric">
            <a:extLst>
              <a:ext uri="{FF2B5EF4-FFF2-40B4-BE49-F238E27FC236}">
                <ns2:creationId id="{6EA17D9B-EF85-7819-92AB-7FD05E425C49}"/>
              </a:ext>
            </a:extLst>
          </p:cNvPr>
          <p:cNvSpPr txBox="1"/>
          <p:nvPr/>
        </p:nvSpPr>
        <p:spPr>
          <a:xfrm>
            <a:off x="6096000" y="4889856"/>
            <a:ext cx="2514600" cy="544830"/>
          </a:xfrm>
          <a:prstGeom prst="roundRect">
            <a:avLst/>
          </a:prstGeom>
          <a:solidFill>
            <a:srgbClr val="F0F8D8"/>
          </a:solidFill>
          <a:ln w="12700">
            <a:solidFill>
              <a:srgbClr val="C8E6A0"/>
            </a:solidFill>
          </a:ln>
        </p:spPr>
        <p:txBody>
          <a:bodyPr wrap="square" lIns="45720" tIns="45720" rIns="45720" bIns="45720">
            <a:normAutofit/>
          </a:bodyPr>
          <a:lstStyle/>
          <a:p>
            <a:pPr algn="l"/>
            <a:r>
              <a:rPr lang="zh-CN" sz="1400" b="1">
                <a:solidFill>
                  <a:srgbClr val="009CA6"/>
                </a:solidFill>
                <a:latin typeface="Arial"/>
                <a:ea typeface="Arial"/>
                <a:cs typeface="Arial"/>
              </a:rPr>
              <a:t>Single-camera Test Time</a:t>
            </a:r>
          </a:p>
          <a:p>
            <a:r>
              <a:rPr lang="zh-CN" altLang="en-US" sz="1200">
                <a:solidFill>
                  <a:srgbClr val="4B5B6B"/>
                </a:solidFill>
                <a:latin typeface="Arial"/>
                <a:ea typeface="Arial"/>
                <a:cs typeface="Arial"/>
              </a:rPr>
              <a:t>Approx. 500 ms</a:t>
            </a:r>
            <a:r>
              <a:rPr lang="en-US" altLang="zh-CN" sz="1200">
                <a:solidFill>
                  <a:srgbClr val="4B5B6B"/>
                </a:solidFill>
                <a:latin typeface="Arial"/>
                <a:ea typeface="Arial"/>
                <a:cs typeface="Arial"/>
              </a:rPr>
              <a:t/>
            </a:r>
          </a:p>
        </p:txBody>
      </p:sp>
      <p:sp>
        <p:nvSpPr>
          <p:cNvPr id="54" name="Breakdown">
            <a:extLst>
              <a:ext uri="{FF2B5EF4-FFF2-40B4-BE49-F238E27FC236}">
                <ns2:creationId id="{47123498-5F4A-5F10-F965-B32B26E07077}"/>
              </a:ext>
            </a:extLst>
          </p:cNvPr>
          <p:cNvSpPr txBox="1"/>
          <p:nvPr/>
        </p:nvSpPr>
        <p:spPr>
          <a:xfrm>
            <a:off x="8856186" y="4889513"/>
            <a:ext cx="2328228" cy="544830"/>
          </a:xfrm>
          <a:prstGeom prst="roundRect">
            <a:avLst/>
          </a:prstGeom>
          <a:solidFill>
            <a:srgbClr val="EAF2FF"/>
          </a:solidFill>
          <a:ln w="12700">
            <a:solidFill>
              <a:srgbClr val="BFD2F3"/>
            </a:solidFill>
          </a:ln>
        </p:spPr>
        <p:txBody>
          <a:bodyPr wrap="square" lIns="45720" tIns="45720" rIns="45720" bIns="45720">
            <a:normAutofit/>
          </a:bodyPr>
          <a:lstStyle/>
          <a:p>
            <a:pPr algn="l"/>
            <a:r>
              <a:rPr lang="zh-CN" sz="1400" b="1">
                <a:solidFill>
                  <a:srgbClr val="009CA6"/>
                </a:solidFill>
                <a:latin typeface="Arial"/>
                <a:ea typeface="Arial"/>
                <a:cs typeface="Arial"/>
              </a:rPr>
              <a:t>Breakdown</a:t>
            </a:r>
          </a:p>
          <a:p>
            <a:pPr algn="l"/>
            <a:r>
              <a:rPr lang="zh-CN" sz="1200">
                <a:solidFill>
                  <a:srgbClr val="4B5B6B"/>
                </a:solidFill>
                <a:latin typeface="Arial"/>
                <a:ea typeface="Arial"/>
                <a:cs typeface="Arial"/>
              </a:rPr>
              <a:t>Capture + match + inference</a:t>
            </a:r>
          </a:p>
        </p:txBody>
      </p:sp>
      <p:sp>
        <p:nvSpPr>
          <p:cNvPr id="64" name="矩形: 圆角 63">
            <a:extLst>
              <a:ext uri="{FF2B5EF4-FFF2-40B4-BE49-F238E27FC236}">
                <ns2:creationId id="{95A5BDDE-39E4-2D33-599F-9379FEFFA74E}"/>
              </a:ext>
            </a:extLst>
          </p:cNvPr>
          <p:cNvSpPr/>
          <p:nvPr/>
        </p:nvSpPr>
        <p:spPr>
          <a:xfrm>
            <a:off x="658368" y="4571576"/>
            <a:ext cx="4983480" cy="86311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endParaRPr lang="en-US" altLang="zh-CN" b="1">
              <a:solidFill>
                <a:schemeClr val="bg2"/>
              </a:solidFill>
            </a:endParaRPr>
            <a:r>
              <a:rPr lang="en-US">
                <a:latin typeface="Arial"/>
                <a:ea typeface="Arial"/>
                <a:cs typeface="Arial"/>
              </a:rPr>
              <a:t>Domestic hardware lowers cost;</a:t>
            </a:r>
          </a:p>
          <a:p>
            <a:pPr algn="ctr"/>
            <a:r>
              <a:rPr lang="zh-CN" altLang="en-US" b="1">
                <a:solidFill>
                  <a:schemeClr val="bg2"/>
                </a:solidFill>
                <a:latin typeface="Arial"/>
                <a:ea typeface="Arial"/>
                <a:cs typeface="Arial"/>
              </a:rPr>
              <a:t>dual cameras cover multi-view inspection.</a:t>
            </a:r>
          </a:p>
          <a:p>
            <a:pPr algn="ctr"/>
            <a:endParaRPr lang="en-US" sz="1800" dirty="0"/>
            <a:r>
              <a:rPr lang="en-US">
                <a:latin typeface="Arial"/>
                <a:ea typeface="Arial"/>
                <a:cs typeface="Arial"/>
              </a:rPr>
              <a:t/>
            </a:r>
          </a:p>
        </p:txBody>
      </p:sp>
    </p:spTree>
    <p:extLst>
      <p:ext uri="{BB962C8B-B14F-4D97-AF65-F5344CB8AC3E}">
        <ns3:creationId val="1852872636"/>
      </p:ext>
    </p:extLst>
  </p:cSld>
  <p:clrMapOvr>
    <a:overrideClrMapping bg1="lt1" tx1="dk1" bg2="lt2" tx2="dk2" accent1="accent1" accent2="accent2" accent3="accent3" accent4="accent4" accent5="accent5" accent6="accent6" hlink="hlink" folHlink="folHlink"/>
  </p:clrMapOvr>
  <ns4:AlternateContent>
    <ns4:Choice Requires="p14">
      <p:transition spd="med" ns3:dur="700">
        <p:fade/>
      </p:transition>
    </ns4:Choice>
    <ns4:Fallback>
      <p:transition spd="med">
        <p:fade/>
      </p:transition>
    </ns4:Fallback>
  </ns4:AlternateContent>
</p:sld>
</file>

<file path=ppt/slides/slide7.xml><?xml version="1.0" encoding="utf-8"?>
<p:sld xmlns:a="http://schemas.openxmlformats.org/drawingml/2006/main" xmlns:ns2="http://schemas.microsoft.com/office/drawing/2014/main" xmlns:ns4="http://schemas.microsoft.com/office/drawing/2010/main" xmlns:ns5="http://schemas.microsoft.com/office/powerpoint/2010/main" xmlns:ns6="http://schemas.openxmlformats.org/markup-compatibility/2006"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pic>
        <p:nvPicPr>
          <p:cNvPr id="8" name="图片 7">
            <a:extLst>
              <a:ext uri="{FF2B5EF4-FFF2-40B4-BE49-F238E27FC236}">
                <ns2:creationId id="{92C5431B-89DA-8651-4934-C6D277238E4F}"/>
              </a:ext>
            </a:extLst>
          </p:cNvPr>
          <p:cNvPicPr>
            <a:picLocks noChangeAspect="1"/>
          </p:cNvPicPr>
          <p:nvPr/>
        </p:nvPicPr>
        <p:blipFill>
          <a:blip r:embed="rId3">
            <a:extLst>
              <a:ext uri="{28A0092B-C50C-407E-A947-70E740481C1C}">
                <ns4:useLocalDpi val="0"/>
              </a:ext>
            </a:extLst>
          </a:blip>
          <a:srcRect l="7489" t="13259" r="7757" b="7730"/>
          <a:stretch>
            <a:fillRect/>
          </a:stretch>
        </p:blipFill>
        <p:spPr>
          <a:xfrm>
            <a:off x="3781598" y="1793239"/>
            <a:ext cx="3581400" cy="4451647"/>
          </a:xfrm>
          <a:prstGeom prst="rect">
            <a:avLst/>
          </a:prstGeom>
          <a:ln>
            <a:noFill/>
          </a:ln>
          <a:effectLst>
            <a:softEdge rad="112500"/>
          </a:effectLst>
        </p:spPr>
      </p:pic>
      <p:sp>
        <p:nvSpPr>
          <p:cNvPr id="9" name="Textfeld 1">
            <a:extLst>
              <a:ext uri="{FF2B5EF4-FFF2-40B4-BE49-F238E27FC236}">
                <ns2:creationId id="{27D7A32F-E77E-090B-A393-760634DDAE1C}"/>
              </a:ext>
            </a:extLst>
          </p:cNvPr>
          <p:cNvSpPr txBox="1"/>
          <p:nvPr/>
        </p:nvSpPr>
        <p:spPr>
          <a:xfrm>
            <a:off x="978546" y="2962513"/>
            <a:ext cx="1426098" cy="343135"/>
          </a:xfrm>
          <a:prstGeom prst="rect">
            <a:avLst/>
          </a:prstGeom>
          <a:noFill/>
        </p:spPr>
        <p:txBody>
          <a:bodyPr wrap="square" lIns="95976" tIns="47988" rIns="95976" bIns="47988" rtlCol="0" anchor="t" anchorCtr="0">
            <a:normAutofit/>
          </a:bodyPr>
          <a:lstStyle/>
          <a:p>
            <a:r>
              <a:rPr lang="zh-CN" altLang="en-US" sz="1600" b="1" dirty="0">
                <a:solidFill>
                  <a:schemeClr val="tx1">
                    <a:lumMod val="65000"/>
                    <a:lumOff val="35000"/>
                  </a:schemeClr>
                </a:solidFill>
                <a:latin typeface="Arial" panose="020B0503050203000203" pitchFamily="34" charset="-122"/>
                <a:ea typeface="Arial" panose="020B0503050203000203" pitchFamily="34" charset="-122"/>
                <a:cs typeface="Arial"/>
              </a:rPr>
              <a:t>Translucent Housing</a:t>
            </a:r>
            <a:endParaRPr lang="de-DE" sz="1600" b="1" dirty="0">
              <a:solidFill>
                <a:schemeClr val="tx1">
                  <a:lumMod val="65000"/>
                  <a:lumOff val="35000"/>
                </a:schemeClr>
              </a:solidFill>
              <a:latin typeface="IBM Plex Sans SC" panose="020B0503050203000203" pitchFamily="34" charset="-122"/>
              <a:ea typeface="IBM Plex Sans SC" panose="020B0503050203000203" pitchFamily="34" charset="-122"/>
            </a:endParaRPr>
          </a:p>
        </p:txBody>
      </p:sp>
      <p:cxnSp>
        <p:nvCxnSpPr>
          <p:cNvPr id="10" name="Gerade Verbindung 4">
            <a:extLst>
              <a:ext uri="{FF2B5EF4-FFF2-40B4-BE49-F238E27FC236}">
                <ns2:creationId id="{36AD7303-50CE-4CBF-6D35-F9C34C4ED0A5}"/>
              </a:ext>
            </a:extLst>
          </p:cNvPr>
          <p:cNvCxnSpPr/>
          <p:nvPr/>
        </p:nvCxnSpPr>
        <p:spPr bwMode="auto">
          <a:xfrm>
            <a:off x="2667093" y="3134081"/>
            <a:ext cx="1523010" cy="0"/>
          </a:xfrm>
          <a:prstGeom prst="line">
            <a:avLst/>
          </a:prstGeom>
          <a:solidFill>
            <a:schemeClr val="accent1"/>
          </a:solidFill>
          <a:ln w="38100" cap="flat" cmpd="sng" algn="ctr">
            <a:solidFill>
              <a:schemeClr val="accent2"/>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sp>
        <p:nvSpPr>
          <p:cNvPr id="11" name="Textfeld 27">
            <a:extLst>
              <a:ext uri="{FF2B5EF4-FFF2-40B4-BE49-F238E27FC236}">
                <ns2:creationId id="{8B233009-E10C-00FA-44B9-77E2E231C4BC}"/>
              </a:ext>
            </a:extLst>
          </p:cNvPr>
          <p:cNvSpPr txBox="1"/>
          <p:nvPr/>
        </p:nvSpPr>
        <p:spPr>
          <a:xfrm>
            <a:off x="978546" y="5045888"/>
            <a:ext cx="1688547" cy="589356"/>
          </a:xfrm>
          <a:prstGeom prst="rect">
            <a:avLst/>
          </a:prstGeom>
          <a:noFill/>
        </p:spPr>
        <p:txBody>
          <a:bodyPr wrap="square" lIns="95976" tIns="47988" rIns="95976" bIns="47988" rtlCol="0" anchor="t" anchorCtr="0">
            <a:normAutofit/>
          </a:bodyPr>
          <a:lstStyle/>
          <a:p>
            <a:r>
              <a:rPr lang="zh-CN" altLang="en-US" sz="1600" b="1" dirty="0">
                <a:solidFill>
                  <a:schemeClr val="tx1">
                    <a:lumMod val="65000"/>
                    <a:lumOff val="35000"/>
                  </a:schemeClr>
                </a:solidFill>
                <a:latin typeface="Arial" panose="020B0503050203000203" pitchFamily="34" charset="-122"/>
                <a:ea typeface="Arial" panose="020B0503050203000203" pitchFamily="34" charset="-122"/>
                <a:cs typeface="Arial"/>
              </a:rPr>
              <a:t>Optical components, multi-camera support</a:t>
            </a:r>
            <a:endParaRPr lang="de-DE" sz="1600" b="1" dirty="0">
              <a:solidFill>
                <a:schemeClr val="tx1">
                  <a:lumMod val="65000"/>
                  <a:lumOff val="35000"/>
                </a:schemeClr>
              </a:solidFill>
              <a:latin typeface="IBM Plex Sans SC" panose="020B0503050203000203" pitchFamily="34" charset="-122"/>
              <a:ea typeface="IBM Plex Sans SC" panose="020B0503050203000203" pitchFamily="34" charset="-122"/>
            </a:endParaRPr>
          </a:p>
        </p:txBody>
      </p:sp>
      <p:cxnSp>
        <p:nvCxnSpPr>
          <p:cNvPr id="12" name="Gerade Verbindung 28">
            <a:extLst>
              <a:ext uri="{FF2B5EF4-FFF2-40B4-BE49-F238E27FC236}">
                <ns2:creationId id="{F96F1F38-E09A-B021-C28E-C06F7F47213E}"/>
              </a:ext>
            </a:extLst>
          </p:cNvPr>
          <p:cNvCxnSpPr/>
          <p:nvPr/>
        </p:nvCxnSpPr>
        <p:spPr bwMode="auto">
          <a:xfrm flipV="1">
            <a:off x="2667093" y="4959774"/>
            <a:ext cx="2811483" cy="255164"/>
          </a:xfrm>
          <a:prstGeom prst="bentConnector3">
            <a:avLst>
              <a:gd name="adj1" fmla="val 50000"/>
            </a:avLst>
          </a:prstGeom>
          <a:solidFill>
            <a:schemeClr val="accent1"/>
          </a:solidFill>
          <a:ln w="38100" cap="flat" cmpd="sng" algn="ctr">
            <a:solidFill>
              <a:schemeClr val="accent2"/>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sp>
        <p:nvSpPr>
          <p:cNvPr id="13" name="Textfeld 57">
            <a:extLst>
              <a:ext uri="{FF2B5EF4-FFF2-40B4-BE49-F238E27FC236}">
                <ns2:creationId id="{2557AB0A-C659-3A2D-331C-67183049D9E9}"/>
              </a:ext>
            </a:extLst>
          </p:cNvPr>
          <p:cNvSpPr txBox="1"/>
          <p:nvPr/>
        </p:nvSpPr>
        <p:spPr>
          <a:xfrm flipH="1">
            <a:off x="9124078" y="3204937"/>
            <a:ext cx="1991280" cy="343135"/>
          </a:xfrm>
          <a:prstGeom prst="rect">
            <a:avLst/>
          </a:prstGeom>
          <a:noFill/>
        </p:spPr>
        <p:txBody>
          <a:bodyPr wrap="square" lIns="95976" tIns="47988" rIns="95976" bIns="47988" rtlCol="0" anchor="ctr" anchorCtr="0">
            <a:normAutofit/>
          </a:bodyPr>
          <a:lstStyle/>
          <a:p>
            <a:pPr algn="r"/>
            <a:r>
              <a:rPr lang="en-US" altLang="zh-CN" sz="1600" b="1" dirty="0">
                <a:solidFill>
                  <a:schemeClr val="tx1">
                    <a:lumMod val="65000"/>
                    <a:lumOff val="35000"/>
                  </a:schemeClr>
                </a:solidFill>
                <a:latin typeface="Arial" panose="020B0503050203000203" pitchFamily="34" charset="-122"/>
                <a:ea typeface="Arial" panose="020B0503050203000203" pitchFamily="34" charset="-122"/>
                <a:cs typeface="Arial"/>
              </a:rPr>
              <a:t>AI Vision Inspection System</a:t>
            </a:r>
            <a:r>
              <a:rPr lang="zh-CN" altLang="en-US" sz="1600" b="1" dirty="0">
                <a:solidFill>
                  <a:schemeClr val="tx1">
                    <a:lumMod val="65000"/>
                    <a:lumOff val="35000"/>
                  </a:schemeClr>
                </a:solidFill>
                <a:latin typeface="Arial" panose="020B0503050203000203" pitchFamily="34" charset="-122"/>
                <a:ea typeface="Arial" panose="020B0503050203000203" pitchFamily="34" charset="-122"/>
                <a:cs typeface="Arial"/>
              </a:rPr>
              <a:t/>
            </a:r>
            <a:endParaRPr lang="de-DE" sz="1600" b="1" dirty="0">
              <a:solidFill>
                <a:schemeClr val="tx1">
                  <a:lumMod val="65000"/>
                  <a:lumOff val="35000"/>
                </a:schemeClr>
              </a:solidFill>
              <a:latin typeface="IBM Plex Sans SC" panose="020B0503050203000203" pitchFamily="34" charset="-122"/>
              <a:ea typeface="IBM Plex Sans SC" panose="020B0503050203000203" pitchFamily="34" charset="-122"/>
            </a:endParaRPr>
          </a:p>
        </p:txBody>
      </p:sp>
      <p:cxnSp>
        <p:nvCxnSpPr>
          <p:cNvPr id="14" name="Gerade Verbindung 58">
            <a:extLst>
              <a:ext uri="{FF2B5EF4-FFF2-40B4-BE49-F238E27FC236}">
                <ns2:creationId id="{B96142C5-B226-FEB6-82FA-D33F2A63E1EF}"/>
              </a:ext>
            </a:extLst>
          </p:cNvPr>
          <p:cNvCxnSpPr/>
          <p:nvPr/>
        </p:nvCxnSpPr>
        <p:spPr bwMode="auto">
          <a:xfrm flipH="1">
            <a:off x="6435615" y="3376505"/>
            <a:ext cx="2879835" cy="0"/>
          </a:xfrm>
          <a:prstGeom prst="line">
            <a:avLst/>
          </a:prstGeom>
          <a:solidFill>
            <a:schemeClr val="accent1"/>
          </a:solidFill>
          <a:ln w="38100" cap="flat" cmpd="sng" algn="ctr">
            <a:solidFill>
              <a:schemeClr val="accent2"/>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sp>
        <p:nvSpPr>
          <p:cNvPr id="15" name="Textfeld 61">
            <a:extLst>
              <a:ext uri="{FF2B5EF4-FFF2-40B4-BE49-F238E27FC236}">
                <ns2:creationId id="{D30700FD-F332-F449-90C8-667BD5F677C6}"/>
              </a:ext>
            </a:extLst>
          </p:cNvPr>
          <p:cNvSpPr txBox="1"/>
          <p:nvPr/>
        </p:nvSpPr>
        <p:spPr>
          <a:xfrm>
            <a:off x="9315450" y="5026022"/>
            <a:ext cx="1799601" cy="589356"/>
          </a:xfrm>
          <a:prstGeom prst="rect">
            <a:avLst/>
          </a:prstGeom>
          <a:noFill/>
        </p:spPr>
        <p:txBody>
          <a:bodyPr wrap="square" lIns="95976" tIns="47988" rIns="95976" bIns="47988" rtlCol="0" anchor="t" anchorCtr="0">
            <a:normAutofit/>
          </a:bodyPr>
          <a:lstStyle/>
          <a:p>
            <a:pPr algn="r"/>
            <a:r>
              <a:rPr lang="zh-CN" altLang="en-US" sz="1600" b="1" dirty="0">
                <a:solidFill>
                  <a:schemeClr val="tx1">
                    <a:lumMod val="65000"/>
                    <a:lumOff val="35000"/>
                  </a:schemeClr>
                </a:solidFill>
                <a:latin typeface="Arial" panose="020B0503050203000203" pitchFamily="34" charset="-122"/>
                <a:ea typeface="Arial" panose="020B0503050203000203" pitchFamily="34" charset="-122"/>
                <a:cs typeface="Arial"/>
              </a:rPr>
              <a:t>Compatible with quick-change fixtures</a:t>
            </a:r>
            <a:endParaRPr lang="de-DE" sz="1600" b="1" dirty="0">
              <a:solidFill>
                <a:schemeClr val="tx1">
                  <a:lumMod val="65000"/>
                  <a:lumOff val="35000"/>
                </a:schemeClr>
              </a:solidFill>
              <a:latin typeface="IBM Plex Sans SC" panose="020B0503050203000203" pitchFamily="34" charset="-122"/>
              <a:ea typeface="IBM Plex Sans SC" panose="020B0503050203000203" pitchFamily="34" charset="-122"/>
            </a:endParaRPr>
          </a:p>
        </p:txBody>
      </p:sp>
      <p:cxnSp>
        <p:nvCxnSpPr>
          <p:cNvPr id="16" name="Gerade Verbindung 28">
            <a:extLst>
              <a:ext uri="{FF2B5EF4-FFF2-40B4-BE49-F238E27FC236}">
                <ns2:creationId id="{FAF772E8-F697-0FBD-3EE2-4C9B7C9E06C2}"/>
              </a:ext>
            </a:extLst>
          </p:cNvPr>
          <p:cNvCxnSpPr>
            <a:stCxn id="15" idx="1"/>
          </p:cNvCxnSpPr>
          <p:nvPr/>
        </p:nvCxnSpPr>
        <p:spPr bwMode="auto">
          <a:xfrm rot="10800000">
            <a:off x="6345530" y="4959776"/>
            <a:ext cx="2969921" cy="360924"/>
          </a:xfrm>
          <a:prstGeom prst="bentConnector3">
            <a:avLst>
              <a:gd name="adj1" fmla="val 50000"/>
            </a:avLst>
          </a:prstGeom>
          <a:solidFill>
            <a:schemeClr val="accent1"/>
          </a:solidFill>
          <a:ln w="38100" cap="flat" cmpd="sng" algn="ctr">
            <a:solidFill>
              <a:schemeClr val="accent2"/>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sp>
        <p:nvSpPr>
          <p:cNvPr id="17" name="Textfeld 65">
            <a:extLst>
              <a:ext uri="{FF2B5EF4-FFF2-40B4-BE49-F238E27FC236}">
                <ns2:creationId id="{64C45302-B8E0-2C6D-97D3-FDDDEB8BA0DB}"/>
              </a:ext>
            </a:extLst>
          </p:cNvPr>
          <p:cNvSpPr txBox="1"/>
          <p:nvPr/>
        </p:nvSpPr>
        <p:spPr>
          <a:xfrm>
            <a:off x="9315450" y="1551691"/>
            <a:ext cx="1799602" cy="589356"/>
          </a:xfrm>
          <a:prstGeom prst="rect">
            <a:avLst/>
          </a:prstGeom>
          <a:noFill/>
        </p:spPr>
        <p:txBody>
          <a:bodyPr wrap="square" lIns="95976" tIns="47988" rIns="95976" bIns="47988" rtlCol="0" anchor="ctr" anchorCtr="0">
            <a:normAutofit/>
          </a:bodyPr>
          <a:lstStyle/>
          <a:p>
            <a:pPr algn="r"/>
            <a:r>
              <a:rPr lang="zh-CN" altLang="en-US" sz="1600" b="1" dirty="0">
                <a:solidFill>
                  <a:schemeClr val="tx1">
                    <a:lumMod val="65000"/>
                    <a:lumOff val="35000"/>
                  </a:schemeClr>
                </a:solidFill>
                <a:latin typeface="Arial" panose="020B0503050203000203" pitchFamily="34" charset="-122"/>
                <a:ea typeface="Arial" panose="020B0503050203000203" pitchFamily="34" charset="-122"/>
                <a:cs typeface="Arial"/>
              </a:rPr>
              <a:t>Status and inspection result indicators</a:t>
            </a:r>
            <a:endParaRPr lang="de-DE" sz="1600" b="1" dirty="0">
              <a:solidFill>
                <a:schemeClr val="tx1">
                  <a:lumMod val="65000"/>
                  <a:lumOff val="35000"/>
                </a:schemeClr>
              </a:solidFill>
              <a:latin typeface="IBM Plex Sans SC" panose="020B0503050203000203" pitchFamily="34" charset="-122"/>
              <a:ea typeface="IBM Plex Sans SC" panose="020B0503050203000203" pitchFamily="34" charset="-122"/>
            </a:endParaRPr>
          </a:p>
        </p:txBody>
      </p:sp>
      <p:cxnSp>
        <p:nvCxnSpPr>
          <p:cNvPr id="18" name="Gerade Verbindung 28">
            <a:extLst>
              <a:ext uri="{FF2B5EF4-FFF2-40B4-BE49-F238E27FC236}">
                <ns2:creationId id="{5DA66B6F-5F78-B39A-38A9-CD36A05EC63D}"/>
              </a:ext>
            </a:extLst>
          </p:cNvPr>
          <p:cNvCxnSpPr>
            <a:cxnSpLocks/>
            <a:stCxn id="17" idx="1"/>
          </p:cNvCxnSpPr>
          <p:nvPr/>
        </p:nvCxnSpPr>
        <p:spPr bwMode="auto">
          <a:xfrm rot="10800000" flipV="1">
            <a:off x="6964752" y="1846368"/>
            <a:ext cx="2350699" cy="589343"/>
          </a:xfrm>
          <a:prstGeom prst="bentConnector3">
            <a:avLst>
              <a:gd name="adj1" fmla="val 50000"/>
            </a:avLst>
          </a:prstGeom>
          <a:solidFill>
            <a:schemeClr val="accent1"/>
          </a:solidFill>
          <a:ln w="38100" cap="flat" cmpd="sng" algn="ctr">
            <a:solidFill>
              <a:schemeClr val="accent2"/>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sp>
        <p:nvSpPr>
          <p:cNvPr id="20" name="Title">
            <a:extLst>
              <a:ext uri="{FF2B5EF4-FFF2-40B4-BE49-F238E27FC236}">
                <ns2:creationId id="{553FD928-CF47-291B-850B-C1923E8A5B38}"/>
              </a:ext>
            </a:extLst>
          </p:cNvPr>
          <p:cNvSpPr txBox="1"/>
          <p:nvPr/>
        </p:nvSpPr>
        <p:spPr>
          <a:xfrm>
            <a:off x="530352" y="786384"/>
            <a:ext cx="10012680" cy="433965"/>
          </a:xfrm>
          <a:prstGeom prst="rect">
            <a:avLst/>
          </a:prstGeom>
          <a:noFill/>
          <a:ln>
            <a:noFill/>
          </a:ln>
        </p:spPr>
        <p:txBody>
          <a:bodyPr wrap="square" lIns="9144" tIns="9144" rIns="9144" bIns="9144">
            <a:normAutofit/>
          </a:bodyPr>
          <a:lstStyle/>
          <a:p>
            <a:r>
              <a:rPr lang="zh-CN" altLang="en-US" sz="2700">
                <a:solidFill>
                  <a:srgbClr val="00152B"/>
                </a:solidFill>
                <a:latin typeface="Arial"/>
                <a:ea typeface="Arial"/>
                <a:cs typeface="Arial"/>
              </a:rPr>
              <a:t>Overall Appearance</a:t>
            </a:r>
          </a:p>
        </p:txBody>
      </p:sp>
    </p:spTree>
    <p:extLst>
      <p:ext uri="{BB962C8B-B14F-4D97-AF65-F5344CB8AC3E}">
        <ns5:creationId val="2671823023"/>
      </p:ext>
    </p:extLst>
  </p:cSld>
  <p:clrMapOvr>
    <a:overrideClrMapping bg1="lt1" tx1="dk1" bg2="lt2" tx2="dk2" accent1="accent1" accent2="accent2" accent3="accent3" accent4="accent4" accent5="accent5" accent6="accent6" hlink="hlink" folHlink="folHlink"/>
  </p:clrMapOvr>
  <ns6:AlternateContent>
    <ns6:Choice Requires="p14">
      <p:transition spd="med" ns5:dur="700">
        <p:fade/>
      </p:transition>
    </ns6:Choice>
    <ns6:Fallback>
      <p:transition spd="med">
        <p:fade/>
      </p:transition>
    </ns6:Fallback>
  </ns6:AlternateContent>
</p:sld>
</file>

<file path=ppt/slides/slide8.xml><?xml version="1.0" encoding="utf-8"?>
<p:sld xmlns:a="http://schemas.openxmlformats.org/drawingml/2006/main" xmlns:ns2="http://schemas.microsoft.com/office/drawing/2014/main" xmlns:ns4="http://schemas.microsoft.com/office/drawing/2010/main" xmlns:ns5="http://schemas.microsoft.com/office/powerpoint/2010/main" xmlns:ns6="http://schemas.openxmlformats.org/markup-compatibility/2006"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7" name="图片 6">
            <a:extLst>
              <a:ext uri="{FF2B5EF4-FFF2-40B4-BE49-F238E27FC236}">
                <ns2:creationId id="{54C73274-99CC-E9A9-F901-19339D4204D8}"/>
              </a:ext>
            </a:extLst>
          </p:cNvPr>
          <p:cNvPicPr>
            <a:picLocks noChangeAspect="1"/>
          </p:cNvPicPr>
          <p:nvPr/>
        </p:nvPicPr>
        <p:blipFill>
          <a:blip r:embed="rId2"/>
          <a:stretch>
            <a:fillRect/>
          </a:stretch>
        </p:blipFill>
        <p:spPr>
          <a:xfrm>
            <a:off x="1628454" y="1349150"/>
            <a:ext cx="8616592" cy="4544670"/>
          </a:xfrm>
          <a:prstGeom prst="rect">
            <a:avLst/>
          </a:prstGeom>
        </p:spPr>
      </p:pic>
      <p:sp>
        <p:nvSpPr>
          <p:cNvPr id="8" name="Title">
            <a:extLst>
              <a:ext uri="{FF2B5EF4-FFF2-40B4-BE49-F238E27FC236}">
                <ns2:creationId id="{906C2175-B39E-26C4-49C7-3137FC02D9BD}"/>
              </a:ext>
            </a:extLst>
          </p:cNvPr>
          <p:cNvSpPr txBox="1"/>
          <p:nvPr/>
        </p:nvSpPr>
        <p:spPr>
          <a:xfrm>
            <a:off x="525180" y="504717"/>
            <a:ext cx="10012680" cy="433965"/>
          </a:xfrm>
          <a:prstGeom prst="rect">
            <a:avLst/>
          </a:prstGeom>
          <a:noFill/>
          <a:ln>
            <a:noFill/>
          </a:ln>
          <a:extLst>
            <a:ext uri="{AF507438-7753-43E0-B8FC-AC1667EBCBE1}">
              <ns4:hiddenEffects>
                <a:effectLst>
                  <a:outerShdw dist="35921" dir="2700000" algn="ctr" rotWithShape="0">
                    <a:schemeClr val="bg2"/>
                  </a:outerShdw>
                </a:effectLst>
              </ns4:hiddenEffects>
            </a:ext>
          </a:extLst>
        </p:spPr>
        <p:txBody>
          <a:bodyPr wrap="square" lIns="9144" tIns="9144" rIns="9144" bIns="9144">
            <a:normAutofit/>
          </a:bodyPr>
          <a:lstStyle/>
          <a:p>
            <a:r>
              <a:rPr lang="zh-CN" altLang="en-US" sz="2700">
                <a:solidFill>
                  <a:srgbClr val="00152B"/>
                </a:solidFill>
                <a:latin typeface="Arial"/>
                <a:ea typeface="Arial"/>
                <a:cs typeface="Arial"/>
              </a:rPr>
              <a:t>UI Overview</a:t>
            </a:r>
          </a:p>
        </p:txBody>
      </p:sp>
      <p:sp>
        <p:nvSpPr>
          <p:cNvPr id="11" name="矩形 10">
            <a:extLst>
              <a:ext uri="{FF2B5EF4-FFF2-40B4-BE49-F238E27FC236}">
                <ns2:creationId id="{27874227-CAF4-B855-AE96-F45C61FD2AC0}"/>
              </a:ext>
            </a:extLst>
          </p:cNvPr>
          <p:cNvSpPr/>
          <p:nvPr/>
        </p:nvSpPr>
        <p:spPr>
          <a:xfrm>
            <a:off x="136132" y="1276830"/>
            <a:ext cx="1335641" cy="275538"/>
          </a:xfrm>
          <a:prstGeom prst="rect">
            <a:avLst/>
          </a:prstGeom>
          <a:solidFill>
            <a:schemeClr val="bg1"/>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a:latin typeface="Arial"/>
                <a:ea typeface="Arial"/>
                <a:cs typeface="Arial"/>
              </a:rPr>
              <a:t>Menu Bar</a:t>
            </a:r>
            <a:endParaRPr lang="en-US" sz="1800" dirty="0"/>
          </a:p>
        </p:txBody>
      </p:sp>
      <p:sp>
        <p:nvSpPr>
          <p:cNvPr id="12" name="矩形 11">
            <a:extLst>
              <a:ext uri="{FF2B5EF4-FFF2-40B4-BE49-F238E27FC236}">
                <ns2:creationId id="{A2C12A54-5577-D9BD-6FE0-DFB90AFC5BD7}"/>
              </a:ext>
            </a:extLst>
          </p:cNvPr>
          <p:cNvSpPr/>
          <p:nvPr/>
        </p:nvSpPr>
        <p:spPr>
          <a:xfrm>
            <a:off x="136131" y="1890516"/>
            <a:ext cx="1335641" cy="275538"/>
          </a:xfrm>
          <a:prstGeom prst="rect">
            <a:avLst/>
          </a:prstGeom>
          <a:solidFill>
            <a:schemeClr val="bg1"/>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a:latin typeface="Arial"/>
                <a:ea typeface="Arial"/>
                <a:cs typeface="Arial"/>
              </a:rPr>
              <a:t>Debug Interface</a:t>
            </a:r>
            <a:endParaRPr lang="en-US" sz="1800" dirty="0"/>
          </a:p>
        </p:txBody>
      </p:sp>
      <p:sp>
        <p:nvSpPr>
          <p:cNvPr id="13" name="矩形 12">
            <a:extLst>
              <a:ext uri="{FF2B5EF4-FFF2-40B4-BE49-F238E27FC236}">
                <ns2:creationId id="{1504A7F7-CAC7-E822-8514-E187EB2AF10C}"/>
              </a:ext>
            </a:extLst>
          </p:cNvPr>
          <p:cNvSpPr/>
          <p:nvPr/>
        </p:nvSpPr>
        <p:spPr>
          <a:xfrm>
            <a:off x="10537860" y="1962836"/>
            <a:ext cx="1335641" cy="275538"/>
          </a:xfrm>
          <a:prstGeom prst="rect">
            <a:avLst/>
          </a:prstGeom>
          <a:solidFill>
            <a:schemeClr val="bg1"/>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a:latin typeface="Arial"/>
                <a:ea typeface="Arial"/>
                <a:cs typeface="Arial"/>
              </a:rPr>
              <a:t>Add Sample Images</a:t>
            </a:r>
            <a:endParaRPr lang="en-US" sz="1800" dirty="0"/>
          </a:p>
        </p:txBody>
      </p:sp>
      <p:sp>
        <p:nvSpPr>
          <p:cNvPr id="14" name="矩形 13">
            <a:extLst>
              <a:ext uri="{FF2B5EF4-FFF2-40B4-BE49-F238E27FC236}">
                <ns2:creationId id="{0394E7B8-084D-6CB8-939C-3AFFF4E1FA6A}"/>
              </a:ext>
            </a:extLst>
          </p:cNvPr>
          <p:cNvSpPr/>
          <p:nvPr/>
        </p:nvSpPr>
        <p:spPr>
          <a:xfrm>
            <a:off x="10245046" y="3426276"/>
            <a:ext cx="1892158" cy="275538"/>
          </a:xfrm>
          <a:prstGeom prst="rect">
            <a:avLst/>
          </a:prstGeom>
          <a:solidFill>
            <a:schemeClr val="bg1"/>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a:latin typeface="Arial"/>
                <a:ea typeface="Arial"/>
                <a:cs typeface="Arial"/>
              </a:rPr>
              <a:t>Select Tool Type</a:t>
            </a:r>
            <a:endParaRPr lang="en-US" sz="1800" dirty="0"/>
          </a:p>
        </p:txBody>
      </p:sp>
      <p:sp>
        <p:nvSpPr>
          <p:cNvPr id="15" name="矩形 14">
            <a:extLst>
              <a:ext uri="{FF2B5EF4-FFF2-40B4-BE49-F238E27FC236}">
                <ns2:creationId id="{BB2E54B0-0C6A-1DF7-E95B-A88D8AB9FA23}"/>
              </a:ext>
            </a:extLst>
          </p:cNvPr>
          <p:cNvSpPr/>
          <p:nvPr/>
        </p:nvSpPr>
        <p:spPr>
          <a:xfrm>
            <a:off x="10537860" y="4757652"/>
            <a:ext cx="1357902" cy="275538"/>
          </a:xfrm>
          <a:prstGeom prst="rect">
            <a:avLst/>
          </a:prstGeom>
          <a:solidFill>
            <a:schemeClr val="bg1"/>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sz="1800">
                <a:latin typeface="Arial"/>
                <a:ea typeface="Arial"/>
                <a:cs typeface="Arial"/>
              </a:rPr>
              <a:t>Register</a:t>
            </a:r>
            <a:endParaRPr lang="en-US" sz="1800" dirty="0"/>
          </a:p>
        </p:txBody>
      </p:sp>
      <p:sp>
        <p:nvSpPr>
          <p:cNvPr id="16" name="矩形 15">
            <a:extLst>
              <a:ext uri="{FF2B5EF4-FFF2-40B4-BE49-F238E27FC236}">
                <ns2:creationId id="{D343C021-7C9D-41CC-6821-3FFB99D36FB0}"/>
              </a:ext>
            </a:extLst>
          </p:cNvPr>
          <p:cNvSpPr/>
          <p:nvPr/>
        </p:nvSpPr>
        <p:spPr>
          <a:xfrm>
            <a:off x="5936750" y="6272954"/>
            <a:ext cx="1892158" cy="275538"/>
          </a:xfrm>
          <a:prstGeom prst="rect">
            <a:avLst/>
          </a:prstGeom>
          <a:solidFill>
            <a:schemeClr val="bg1"/>
          </a:solidFill>
          <a:ln>
            <a:no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rmAutofit/>
          </a:bodyPr>
          <a:lstStyle/>
          <a:p>
            <a:pPr algn="ctr"/>
            <a:r>
              <a:rPr lang="zh-CN" altLang="en-US">
                <a:latin typeface="Arial"/>
                <a:ea typeface="Arial"/>
                <a:cs typeface="Arial"/>
              </a:rPr>
              <a:t>Test</a:t>
            </a:r>
            <a:endParaRPr lang="en-US" sz="1800" dirty="0"/>
          </a:p>
        </p:txBody>
      </p:sp>
      <p:cxnSp>
        <p:nvCxnSpPr>
          <p:cNvPr id="18" name="直接箭头连接符 17">
            <a:extLst>
              <a:ext uri="{FF2B5EF4-FFF2-40B4-BE49-F238E27FC236}">
                <ns2:creationId id="{54778A5C-5341-8402-1B7B-185888EF6C23}"/>
              </a:ext>
            </a:extLst>
          </p:cNvPr>
          <p:cNvCxnSpPr/>
          <p:nvPr/>
        </p:nvCxnSpPr>
        <p:spPr bwMode="auto">
          <a:xfrm rot="10800000">
            <a:off x="7828908" y="2100605"/>
            <a:ext cx="2708952" cy="0"/>
          </a:xfrm>
          <a:prstGeom prst="straightConnector1">
            <a:avLst/>
          </a:prstGeom>
          <a:solidFill>
            <a:schemeClr val="accent1"/>
          </a:solidFill>
          <a:ln w="38100" cap="flat" cmpd="sng" algn="ctr">
            <a:solidFill>
              <a:schemeClr val="accent5"/>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cxnSp>
        <p:nvCxnSpPr>
          <p:cNvPr id="21" name="直接箭头连接符 20">
            <a:extLst>
              <a:ext uri="{FF2B5EF4-FFF2-40B4-BE49-F238E27FC236}">
                <ns2:creationId id="{1FC8CC62-10E6-35AC-48C5-A24D6B58BB46}"/>
              </a:ext>
            </a:extLst>
          </p:cNvPr>
          <p:cNvCxnSpPr/>
          <p:nvPr/>
        </p:nvCxnSpPr>
        <p:spPr bwMode="auto">
          <a:xfrm rot="10800000">
            <a:off x="7652535" y="3759254"/>
            <a:ext cx="2708952" cy="0"/>
          </a:xfrm>
          <a:prstGeom prst="straightConnector1">
            <a:avLst/>
          </a:prstGeom>
          <a:solidFill>
            <a:schemeClr val="accent1"/>
          </a:solidFill>
          <a:ln w="38100" cap="flat" cmpd="sng" algn="ctr">
            <a:solidFill>
              <a:schemeClr val="accent5"/>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cxnSp>
        <p:nvCxnSpPr>
          <p:cNvPr id="22" name="直接箭头连接符 21">
            <a:extLst>
              <a:ext uri="{FF2B5EF4-FFF2-40B4-BE49-F238E27FC236}">
                <ns2:creationId id="{1E421F6B-FF28-8B6A-F689-A571E9C4C159}"/>
              </a:ext>
            </a:extLst>
          </p:cNvPr>
          <p:cNvCxnSpPr/>
          <p:nvPr/>
        </p:nvCxnSpPr>
        <p:spPr bwMode="auto">
          <a:xfrm rot="10800000">
            <a:off x="8839199" y="4879795"/>
            <a:ext cx="2041133" cy="0"/>
          </a:xfrm>
          <a:prstGeom prst="straightConnector1">
            <a:avLst/>
          </a:prstGeom>
          <a:solidFill>
            <a:schemeClr val="accent1"/>
          </a:solidFill>
          <a:ln w="38100" cap="flat" cmpd="sng" algn="ctr">
            <a:solidFill>
              <a:schemeClr val="accent5"/>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cxnSp>
        <p:nvCxnSpPr>
          <p:cNvPr id="24" name="直接箭头连接符 23">
            <a:extLst>
              <a:ext uri="{FF2B5EF4-FFF2-40B4-BE49-F238E27FC236}">
                <ns2:creationId id="{98D5C2C9-D33C-50B8-6524-27D8DDE515B5}"/>
              </a:ext>
            </a:extLst>
          </p:cNvPr>
          <p:cNvCxnSpPr/>
          <p:nvPr/>
        </p:nvCxnSpPr>
        <p:spPr bwMode="auto">
          <a:xfrm rot="10800000">
            <a:off x="6894814" y="5333839"/>
            <a:ext cx="0" cy="939115"/>
          </a:xfrm>
          <a:prstGeom prst="straightConnector1">
            <a:avLst/>
          </a:prstGeom>
          <a:solidFill>
            <a:schemeClr val="accent1"/>
          </a:solidFill>
          <a:ln w="38100" cap="flat" cmpd="sng" algn="ctr">
            <a:solidFill>
              <a:schemeClr val="accent5"/>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cxnSp>
        <p:nvCxnSpPr>
          <p:cNvPr id="27" name="直接箭头连接符 26">
            <a:extLst>
              <a:ext uri="{FF2B5EF4-FFF2-40B4-BE49-F238E27FC236}">
                <ns2:creationId id="{0FB21802-CDC4-E909-F2FA-7295669F5A61}"/>
              </a:ext>
            </a:extLst>
          </p:cNvPr>
          <p:cNvCxnSpPr/>
          <p:nvPr/>
        </p:nvCxnSpPr>
        <p:spPr bwMode="auto">
          <a:xfrm rot="10800000" flipH="1">
            <a:off x="1334356" y="1962836"/>
            <a:ext cx="412251" cy="65449"/>
          </a:xfrm>
          <a:prstGeom prst="straightConnector1">
            <a:avLst/>
          </a:prstGeom>
          <a:solidFill>
            <a:schemeClr val="accent1"/>
          </a:solidFill>
          <a:ln w="38100" cap="flat" cmpd="sng" algn="ctr">
            <a:solidFill>
              <a:schemeClr val="accent5"/>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cxnSp>
        <p:nvCxnSpPr>
          <p:cNvPr id="30" name="直接箭头连接符 29">
            <a:extLst>
              <a:ext uri="{FF2B5EF4-FFF2-40B4-BE49-F238E27FC236}">
                <ns2:creationId id="{546EE849-79BD-3D3F-C2AD-E75893AC945B}"/>
              </a:ext>
            </a:extLst>
          </p:cNvPr>
          <p:cNvCxnSpPr/>
          <p:nvPr/>
        </p:nvCxnSpPr>
        <p:spPr bwMode="auto">
          <a:xfrm rot="10800000" flipH="1" flipV="1">
            <a:off x="1222625" y="1439588"/>
            <a:ext cx="837344" cy="214902"/>
          </a:xfrm>
          <a:prstGeom prst="straightConnector1">
            <a:avLst/>
          </a:prstGeom>
          <a:solidFill>
            <a:schemeClr val="accent1"/>
          </a:solidFill>
          <a:ln w="38100" cap="flat" cmpd="sng" algn="ctr">
            <a:solidFill>
              <a:schemeClr val="accent5"/>
            </a:solidFill>
            <a:prstDash val="solid"/>
            <a:round/>
            <a:headEnd type="none" w="med" len="med"/>
            <a:tailEnd type="oval" w="sm" len="sm"/>
          </a:ln>
          <a:effectLst/>
          <a:extLst>
            <a:ext uri="{AF507438-7753-43E0-B8FC-AC1667EBCBE1}">
              <ns4:hiddenEffects>
                <a:effectLst>
                  <a:outerShdw dist="35921" dir="2700000" algn="ctr" rotWithShape="0">
                    <a:schemeClr val="bg2"/>
                  </a:outerShdw>
                </a:effectLst>
              </ns4:hiddenEffects>
            </a:ext>
          </a:extLst>
        </p:spPr>
      </p:cxnSp>
    </p:spTree>
    <p:extLst>
      <p:ext uri="{BB962C8B-B14F-4D97-AF65-F5344CB8AC3E}">
        <ns5:creationId val="3462452171"/>
      </p:ext>
    </p:extLst>
  </p:cSld>
  <p:clrMapOvr>
    <a:masterClrMapping/>
  </p:clrMapOvr>
  <ns6:AlternateContent>
    <ns6:Choice Requires="p14">
      <p:transition spd="med" ns5:dur="700">
        <p:fade/>
      </p:transition>
    </ns6:Choice>
    <ns6:Fallback>
      <p:transition spd="med">
        <p:fade/>
      </p:transition>
    </ns6:Fallback>
  </ns6:AlternateContent>
</p:sld>
</file>

<file path=ppt/slides/slide9.xml><?xml version="1.0" encoding="utf-8"?>
<p:sld xmlns:a="http://schemas.openxmlformats.org/drawingml/2006/main" xmlns:ns3="http://schemas.microsoft.com/office/drawing/2014/main" xmlns:ns4="http://schemas.openxmlformats.org/markup-compatibility/2006"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 name="Title"/>
          <p:cNvSpPr txBox="1"/>
          <p:nvPr/>
        </p:nvSpPr>
        <p:spPr>
          <a:xfrm>
            <a:off x="563538" y="685800"/>
            <a:ext cx="10012680" cy="566928"/>
          </a:xfrm>
          <a:prstGeom prst="rect">
            <a:avLst/>
          </a:prstGeom>
          <a:noFill/>
          <a:ln>
            <a:noFill/>
          </a:ln>
        </p:spPr>
        <p:txBody>
          <a:bodyPr wrap="square" lIns="9144" tIns="9144" rIns="9144" bIns="9144">
            <a:normAutofit/>
          </a:bodyPr>
          <a:lstStyle/>
          <a:p>
            <a:pPr algn="l"/>
            <a:r>
              <a:rPr lang="zh-CN" sz="2700">
                <a:solidFill>
                  <a:srgbClr val="00152B"/>
                </a:solidFill>
                <a:latin typeface="Arial"/>
                <a:ea typeface="Arial"/>
                <a:cs typeface="Arial"/>
              </a:rPr>
              <a:t>Operation Flow: Registration and Inspection</a:t>
            </a:r>
          </a:p>
        </p:txBody>
      </p:sp>
      <p:sp>
        <p:nvSpPr>
          <p:cNvPr id="39" name="Image card"/>
          <p:cNvSpPr/>
          <p:nvPr/>
        </p:nvSpPr>
        <p:spPr>
          <a:xfrm>
            <a:off x="618744" y="1434927"/>
            <a:ext cx="2377440" cy="1532194"/>
          </a:xfrm>
          <a:prstGeom prst="rect">
            <a:avLst/>
          </a:prstGeom>
          <a:solidFill>
            <a:srgbClr val="FFFFFF"/>
          </a:solidFill>
          <a:ln w="12700">
            <a:solidFill>
              <a:srgbClr val="D7E0E5"/>
            </a:solidFill>
          </a:ln>
        </p:spPr>
        <p:txBody>
          <a:bodyPr>
            <a:normAutofit/>
          </a:bodyPr>
          <a:lstStyle/>
          <a:p>
            <a:endParaRPr lang="en-US"/>
          </a:p>
        </p:txBody>
      </p:sp>
      <p:pic>
        <p:nvPicPr>
          <p:cNvPr id="40" name="添加合格 / 不合格样本"/>
          <p:cNvPicPr>
            <a:picLocks noChangeAspect="1"/>
          </p:cNvPicPr>
          <p:nvPr/>
        </p:nvPicPr>
        <p:blipFill>
          <a:blip r:embed="rId2"/>
          <a:stretch>
            <a:fillRect/>
          </a:stretch>
        </p:blipFill>
        <p:spPr>
          <a:xfrm>
            <a:off x="901690" y="1686961"/>
            <a:ext cx="1811547" cy="914400"/>
          </a:xfrm>
          <a:prstGeom prst="rect">
            <a:avLst/>
          </a:prstGeom>
        </p:spPr>
      </p:pic>
      <p:sp>
        <p:nvSpPr>
          <p:cNvPr id="41" name="Image label"/>
          <p:cNvSpPr txBox="1"/>
          <p:nvPr/>
        </p:nvSpPr>
        <p:spPr>
          <a:xfrm>
            <a:off x="1060704" y="2656322"/>
            <a:ext cx="2377440" cy="237744"/>
          </a:xfrm>
          <a:prstGeom prst="rect">
            <a:avLst/>
          </a:prstGeom>
          <a:noFill/>
          <a:ln>
            <a:noFill/>
          </a:ln>
        </p:spPr>
        <p:txBody>
          <a:bodyPr wrap="square" lIns="9144" tIns="9144" rIns="9144" bIns="9144">
            <a:normAutofit/>
          </a:bodyPr>
          <a:lstStyle/>
          <a:p>
            <a:pPr algn="l"/>
            <a:r>
              <a:rPr lang="zh-CN" sz="1200" b="1">
                <a:solidFill>
                  <a:srgbClr val="009CA6"/>
                </a:solidFill>
                <a:latin typeface="Arial"/>
                <a:ea typeface="Arial"/>
                <a:cs typeface="Arial"/>
              </a:rPr>
              <a:t>Add OK / NG Samples</a:t>
            </a:r>
          </a:p>
        </p:txBody>
      </p:sp>
      <p:cxnSp>
        <p:nvCxnSpPr>
          <p:cNvPr id="42" name="Arrow 42"/>
          <p:cNvCxnSpPr/>
          <p:nvPr/>
        </p:nvCxnSpPr>
        <p:spPr>
          <a:xfrm>
            <a:off x="3087624" y="2272177"/>
            <a:ext cx="457200" cy="9144"/>
          </a:xfrm>
          <a:prstGeom prst="line">
            <a:avLst/>
          </a:prstGeom>
          <a:ln w="52000">
            <a:solidFill>
              <a:srgbClr val="009CA6"/>
            </a:solidFill>
            <a:tailEnd type="triangle"/>
          </a:ln>
        </p:spPr>
      </p:cxnSp>
      <p:sp>
        <p:nvSpPr>
          <p:cNvPr id="43" name="Image card"/>
          <p:cNvSpPr/>
          <p:nvPr/>
        </p:nvSpPr>
        <p:spPr>
          <a:xfrm>
            <a:off x="3709416" y="1434927"/>
            <a:ext cx="2377440" cy="1532194"/>
          </a:xfrm>
          <a:prstGeom prst="rect">
            <a:avLst/>
          </a:prstGeom>
          <a:solidFill>
            <a:srgbClr val="FFFFFF"/>
          </a:solidFill>
          <a:ln w="12700">
            <a:solidFill>
              <a:srgbClr val="D7E0E5"/>
            </a:solidFill>
          </a:ln>
        </p:spPr>
        <p:txBody>
          <a:bodyPr>
            <a:normAutofit/>
          </a:bodyPr>
          <a:lstStyle/>
          <a:p>
            <a:endParaRPr lang="en-US"/>
          </a:p>
        </p:txBody>
      </p:sp>
      <p:pic>
        <p:nvPicPr>
          <p:cNvPr id="44" name="选择匹配和学习区域"/>
          <p:cNvPicPr>
            <a:picLocks noChangeAspect="1"/>
          </p:cNvPicPr>
          <p:nvPr/>
        </p:nvPicPr>
        <p:blipFill>
          <a:blip r:embed="rId3"/>
          <a:stretch>
            <a:fillRect/>
          </a:stretch>
        </p:blipFill>
        <p:spPr>
          <a:xfrm>
            <a:off x="4300878" y="1686961"/>
            <a:ext cx="1194515" cy="914400"/>
          </a:xfrm>
          <a:prstGeom prst="rect">
            <a:avLst/>
          </a:prstGeom>
        </p:spPr>
      </p:pic>
      <p:sp>
        <p:nvSpPr>
          <p:cNvPr id="45" name="Image label"/>
          <p:cNvSpPr txBox="1"/>
          <p:nvPr/>
        </p:nvSpPr>
        <p:spPr>
          <a:xfrm>
            <a:off x="4251961" y="2675194"/>
            <a:ext cx="2377440" cy="237744"/>
          </a:xfrm>
          <a:prstGeom prst="rect">
            <a:avLst/>
          </a:prstGeom>
          <a:noFill/>
          <a:ln>
            <a:noFill/>
          </a:ln>
        </p:spPr>
        <p:txBody>
          <a:bodyPr wrap="square" lIns="9144" tIns="9144" rIns="9144" bIns="9144">
            <a:normAutofit/>
          </a:bodyPr>
          <a:lstStyle/>
          <a:p>
            <a:pPr algn="l"/>
            <a:r>
              <a:rPr lang="zh-CN" sz="1200" b="1">
                <a:solidFill>
                  <a:srgbClr val="009CA6"/>
                </a:solidFill>
                <a:latin typeface="Arial"/>
                <a:ea typeface="Arial"/>
                <a:cs typeface="Arial"/>
              </a:rPr>
              <a:t>Select Matching and Learning Areas</a:t>
            </a:r>
          </a:p>
        </p:txBody>
      </p:sp>
      <p:cxnSp>
        <p:nvCxnSpPr>
          <p:cNvPr id="46" name="Arrow 46"/>
          <p:cNvCxnSpPr/>
          <p:nvPr/>
        </p:nvCxnSpPr>
        <p:spPr>
          <a:xfrm>
            <a:off x="6178296" y="2272177"/>
            <a:ext cx="457200" cy="9144"/>
          </a:xfrm>
          <a:prstGeom prst="line">
            <a:avLst/>
          </a:prstGeom>
          <a:ln w="52000">
            <a:solidFill>
              <a:srgbClr val="009CA6"/>
            </a:solidFill>
            <a:tailEnd type="triangle"/>
          </a:ln>
        </p:spPr>
      </p:cxnSp>
      <p:sp>
        <p:nvSpPr>
          <p:cNvPr id="47" name="Image card"/>
          <p:cNvSpPr/>
          <p:nvPr/>
        </p:nvSpPr>
        <p:spPr>
          <a:xfrm>
            <a:off x="6800088" y="1434927"/>
            <a:ext cx="2377440" cy="1532194"/>
          </a:xfrm>
          <a:prstGeom prst="rect">
            <a:avLst/>
          </a:prstGeom>
          <a:solidFill>
            <a:srgbClr val="FFFFFF"/>
          </a:solidFill>
          <a:ln w="12700">
            <a:solidFill>
              <a:srgbClr val="D7E0E5"/>
            </a:solidFill>
          </a:ln>
        </p:spPr>
        <p:txBody>
          <a:bodyPr>
            <a:normAutofit/>
          </a:bodyPr>
          <a:lstStyle/>
          <a:p>
            <a:endParaRPr lang="en-US"/>
          </a:p>
        </p:txBody>
      </p:sp>
      <p:pic>
        <p:nvPicPr>
          <p:cNvPr id="48" name="开始学习"/>
          <p:cNvPicPr>
            <a:picLocks noChangeAspect="1"/>
          </p:cNvPicPr>
          <p:nvPr/>
        </p:nvPicPr>
        <p:blipFill>
          <a:blip r:embed="rId4"/>
          <a:stretch>
            <a:fillRect/>
          </a:stretch>
        </p:blipFill>
        <p:spPr>
          <a:xfrm>
            <a:off x="6873240" y="1750241"/>
            <a:ext cx="2231136" cy="787840"/>
          </a:xfrm>
          <a:prstGeom prst="rect">
            <a:avLst/>
          </a:prstGeom>
        </p:spPr>
      </p:pic>
      <p:sp>
        <p:nvSpPr>
          <p:cNvPr id="49" name="Image label"/>
          <p:cNvSpPr txBox="1"/>
          <p:nvPr/>
        </p:nvSpPr>
        <p:spPr>
          <a:xfrm>
            <a:off x="7673633" y="2617361"/>
            <a:ext cx="2377440" cy="237744"/>
          </a:xfrm>
          <a:prstGeom prst="rect">
            <a:avLst/>
          </a:prstGeom>
          <a:noFill/>
          <a:ln>
            <a:noFill/>
          </a:ln>
        </p:spPr>
        <p:txBody>
          <a:bodyPr wrap="square" lIns="9144" tIns="9144" rIns="9144" bIns="9144">
            <a:normAutofit/>
          </a:bodyPr>
          <a:lstStyle/>
          <a:p>
            <a:pPr algn="l"/>
            <a:r>
              <a:rPr lang="zh-CN" sz="1200" b="1">
                <a:solidFill>
                  <a:srgbClr val="009CA6"/>
                </a:solidFill>
                <a:latin typeface="Arial"/>
                <a:ea typeface="Arial"/>
                <a:cs typeface="Arial"/>
              </a:rPr>
              <a:t>Start Learning</a:t>
            </a:r>
          </a:p>
        </p:txBody>
      </p:sp>
      <p:sp>
        <p:nvSpPr>
          <p:cNvPr id="51" name="Image card"/>
          <p:cNvSpPr/>
          <p:nvPr/>
        </p:nvSpPr>
        <p:spPr>
          <a:xfrm>
            <a:off x="9736917" y="1444632"/>
            <a:ext cx="1920240" cy="1532194"/>
          </a:xfrm>
          <a:prstGeom prst="rect">
            <a:avLst/>
          </a:prstGeom>
          <a:solidFill>
            <a:srgbClr val="FFFFFF"/>
          </a:solidFill>
          <a:ln w="12700">
            <a:solidFill>
              <a:srgbClr val="D7E0E5"/>
            </a:solidFill>
          </a:ln>
        </p:spPr>
        <p:txBody>
          <a:bodyPr>
            <a:normAutofit/>
          </a:bodyPr>
          <a:lstStyle/>
          <a:p>
            <a:endParaRPr lang="en-US"/>
          </a:p>
        </p:txBody>
      </p:sp>
      <p:sp>
        <p:nvSpPr>
          <p:cNvPr id="53" name="Image label"/>
          <p:cNvSpPr txBox="1"/>
          <p:nvPr/>
        </p:nvSpPr>
        <p:spPr>
          <a:xfrm>
            <a:off x="10493249" y="2595993"/>
            <a:ext cx="1920240" cy="237744"/>
          </a:xfrm>
          <a:prstGeom prst="rect">
            <a:avLst/>
          </a:prstGeom>
          <a:noFill/>
          <a:ln>
            <a:noFill/>
          </a:ln>
        </p:spPr>
        <p:txBody>
          <a:bodyPr wrap="square" lIns="9144" tIns="9144" rIns="9144" bIns="9144">
            <a:normAutofit/>
          </a:bodyPr>
          <a:lstStyle/>
          <a:p>
            <a:pPr algn="l"/>
            <a:r>
              <a:rPr lang="zh-CN" sz="1200" b="1">
                <a:solidFill>
                  <a:srgbClr val="009CA6"/>
                </a:solidFill>
                <a:latin typeface="Arial"/>
                <a:ea typeface="Arial"/>
                <a:cs typeface="Arial"/>
              </a:rPr>
              <a:t>Start Inspection</a:t>
            </a:r>
          </a:p>
        </p:txBody>
      </p:sp>
      <p:sp>
        <p:nvSpPr>
          <p:cNvPr id="54" name="Timeline"/>
          <p:cNvSpPr/>
          <p:nvPr/>
        </p:nvSpPr>
        <p:spPr>
          <a:xfrm>
            <a:off x="1295400" y="3953650"/>
            <a:ext cx="9601200" cy="45720"/>
          </a:xfrm>
          <a:prstGeom prst="rect">
            <a:avLst/>
          </a:prstGeom>
          <a:solidFill>
            <a:srgbClr val="D7E0E5"/>
          </a:solidFill>
          <a:ln>
            <a:noFill/>
          </a:ln>
        </p:spPr>
        <p:txBody>
          <a:bodyPr>
            <a:normAutofit/>
          </a:bodyPr>
          <a:lstStyle/>
          <a:p>
            <a:endParaRPr lang="en-US"/>
          </a:p>
        </p:txBody>
      </p:sp>
      <p:sp>
        <p:nvSpPr>
          <p:cNvPr id="55" name="Icon circle"/>
          <p:cNvSpPr/>
          <p:nvPr/>
        </p:nvSpPr>
        <p:spPr>
          <a:xfrm>
            <a:off x="1642872" y="3771451"/>
            <a:ext cx="438912" cy="438912"/>
          </a:xfrm>
          <a:prstGeom prst="ellipse">
            <a:avLst/>
          </a:prstGeom>
          <a:solidFill>
            <a:schemeClr val="accent2"/>
          </a:solidFill>
          <a:ln>
            <a:noFill/>
          </a:ln>
        </p:spPr>
        <p:txBody>
          <a:bodyPr>
            <a:normAutofit/>
          </a:bodyPr>
          <a:lstStyle/>
          <a:p>
            <a:endParaRPr lang="en-US"/>
          </a:p>
        </p:txBody>
      </p:sp>
      <p:sp>
        <p:nvSpPr>
          <p:cNvPr id="56" name="Icon text"/>
          <p:cNvSpPr txBox="1"/>
          <p:nvPr/>
        </p:nvSpPr>
        <p:spPr>
          <a:xfrm>
            <a:off x="1642872" y="3890879"/>
            <a:ext cx="438912" cy="200055"/>
          </a:xfrm>
          <a:prstGeom prst="rect">
            <a:avLst/>
          </a:prstGeom>
          <a:noFill/>
          <a:ln>
            <a:noFill/>
          </a:ln>
        </p:spPr>
        <p:txBody>
          <a:bodyPr wrap="square" lIns="0" tIns="0" rIns="0" bIns="0">
            <a:normAutofit/>
          </a:bodyPr>
          <a:lstStyle/>
          <a:p>
            <a:pPr algn="l"/>
            <a:r>
              <a:rPr lang="en-US" altLang="zh-CN" sz="1300" b="1">
                <a:solidFill>
                  <a:srgbClr val="FFFFFF"/>
                </a:solidFill>
                <a:latin typeface="Arial"/>
                <a:ea typeface="Arial"/>
                <a:cs typeface="Arial"/>
              </a:rPr>
              <a:t>1</a:t>
            </a:r>
            <a:r>
              <a:rPr lang="zh-CN" sz="1300" b="1">
                <a:solidFill>
                  <a:srgbClr val="FFFFFF"/>
                </a:solidFill>
                <a:latin typeface="Arial"/>
                <a:ea typeface="Arial"/>
                <a:cs typeface="Arial"/>
              </a:rPr>
              <a:t/>
            </a:r>
          </a:p>
        </p:txBody>
      </p:sp>
      <p:sp>
        <p:nvSpPr>
          <p:cNvPr id="57" name="Step label"/>
          <p:cNvSpPr txBox="1"/>
          <p:nvPr/>
        </p:nvSpPr>
        <p:spPr>
          <a:xfrm>
            <a:off x="1322832" y="4320091"/>
            <a:ext cx="1645920" cy="384048"/>
          </a:xfrm>
          <a:prstGeom prst="rect">
            <a:avLst/>
          </a:prstGeom>
          <a:noFill/>
          <a:ln>
            <a:noFill/>
          </a:ln>
        </p:spPr>
        <p:txBody>
          <a:bodyPr wrap="square" lIns="9144" tIns="9144" rIns="9144" bIns="9144">
            <a:normAutofit/>
          </a:bodyPr>
          <a:lstStyle/>
          <a:p>
            <a:pPr algn="l"/>
            <a:r>
              <a:rPr lang="zh-CN" sz="1400" b="1">
                <a:solidFill>
                  <a:srgbClr val="009CA6"/>
                </a:solidFill>
                <a:latin typeface="Arial"/>
                <a:ea typeface="Arial"/>
                <a:cs typeface="Arial"/>
              </a:rPr>
              <a:t>Add OK/NG Samples</a:t>
            </a:r>
          </a:p>
        </p:txBody>
      </p:sp>
      <p:sp>
        <p:nvSpPr>
          <p:cNvPr id="58" name="Icon circle"/>
          <p:cNvSpPr/>
          <p:nvPr/>
        </p:nvSpPr>
        <p:spPr>
          <a:xfrm>
            <a:off x="4312920" y="3771451"/>
            <a:ext cx="438912" cy="438912"/>
          </a:xfrm>
          <a:prstGeom prst="ellipse">
            <a:avLst/>
          </a:prstGeom>
          <a:solidFill>
            <a:srgbClr val="009CA6"/>
          </a:solidFill>
          <a:ln>
            <a:noFill/>
          </a:ln>
        </p:spPr>
        <p:txBody>
          <a:bodyPr>
            <a:normAutofit/>
          </a:bodyPr>
          <a:lstStyle/>
          <a:p>
            <a:endParaRPr lang="en-US"/>
          </a:p>
        </p:txBody>
      </p:sp>
      <p:sp>
        <p:nvSpPr>
          <p:cNvPr id="59" name="Icon text"/>
          <p:cNvSpPr txBox="1"/>
          <p:nvPr/>
        </p:nvSpPr>
        <p:spPr>
          <a:xfrm>
            <a:off x="4481987" y="3881179"/>
            <a:ext cx="438912" cy="219456"/>
          </a:xfrm>
          <a:prstGeom prst="rect">
            <a:avLst/>
          </a:prstGeom>
          <a:noFill/>
          <a:ln>
            <a:noFill/>
          </a:ln>
        </p:spPr>
        <p:txBody>
          <a:bodyPr wrap="square" lIns="0" tIns="0" rIns="0" bIns="0">
            <a:normAutofit/>
          </a:bodyPr>
          <a:lstStyle/>
          <a:p>
            <a:pPr algn="l"/>
            <a:r>
              <a:rPr lang="zh-CN" sz="1300" b="1">
                <a:solidFill>
                  <a:srgbClr val="FFFFFF"/>
                </a:solidFill>
                <a:latin typeface="Arial"/>
                <a:ea typeface="Arial"/>
                <a:cs typeface="Arial"/>
              </a:rPr>
              <a:t>2</a:t>
            </a:r>
          </a:p>
        </p:txBody>
      </p:sp>
      <p:sp>
        <p:nvSpPr>
          <p:cNvPr id="60" name="Step label"/>
          <p:cNvSpPr txBox="1"/>
          <p:nvPr/>
        </p:nvSpPr>
        <p:spPr>
          <a:xfrm>
            <a:off x="3992880" y="4320091"/>
            <a:ext cx="1645920" cy="384048"/>
          </a:xfrm>
          <a:prstGeom prst="rect">
            <a:avLst/>
          </a:prstGeom>
          <a:noFill/>
          <a:ln>
            <a:noFill/>
          </a:ln>
        </p:spPr>
        <p:txBody>
          <a:bodyPr wrap="square" lIns="9144" tIns="9144" rIns="9144" bIns="9144">
            <a:normAutofit/>
          </a:bodyPr>
          <a:lstStyle/>
          <a:p>
            <a:pPr algn="l"/>
            <a:r>
              <a:rPr lang="zh-CN" sz="1400" b="1">
                <a:solidFill>
                  <a:srgbClr val="009CA6"/>
                </a:solidFill>
                <a:latin typeface="Arial"/>
                <a:ea typeface="Arial"/>
                <a:cs typeface="Arial"/>
              </a:rPr>
              <a:t>Select ROI Area</a:t>
            </a:r>
          </a:p>
        </p:txBody>
      </p:sp>
      <p:grpSp>
        <p:nvGrpSpPr>
          <p:cNvPr id="70" name="组合 69">
            <a:extLst>
              <a:ext uri="{FF2B5EF4-FFF2-40B4-BE49-F238E27FC236}">
                <ns3:creationId id="{99296874-F5AF-8A4C-FF8B-5C0A6F9C06D5}"/>
              </a:ext>
            </a:extLst>
          </p:cNvPr>
          <p:cNvGrpSpPr/>
          <p:nvPr/>
        </p:nvGrpSpPr>
        <p:grpSpPr>
          <a:xfrm>
            <a:off x="6982968" y="3771451"/>
            <a:ext cx="607979" cy="438912"/>
            <a:chOff x="6982968" y="3771451"/>
            <a:chExt cx="607979" cy="438912"/>
          </a:xfrm>
        </p:grpSpPr>
        <p:sp>
          <p:nvSpPr>
            <p:cNvPr id="61" name="Icon circle"/>
            <p:cNvSpPr/>
            <p:nvPr/>
          </p:nvSpPr>
          <p:spPr>
            <a:xfrm>
              <a:off x="6982968" y="3771451"/>
              <a:ext cx="438912" cy="438912"/>
            </a:xfrm>
            <a:prstGeom prst="ellipse">
              <a:avLst/>
            </a:prstGeom>
            <a:solidFill>
              <a:srgbClr val="8CC400"/>
            </a:solidFill>
            <a:ln>
              <a:noFill/>
            </a:ln>
          </p:spPr>
          <p:txBody>
            <a:bodyPr>
              <a:normAutofit/>
            </a:bodyPr>
            <a:lstStyle/>
            <a:p>
              <a:endParaRPr lang="en-US"/>
            </a:p>
          </p:txBody>
        </p:sp>
        <p:sp>
          <p:nvSpPr>
            <p:cNvPr id="62" name="Icon text"/>
            <p:cNvSpPr txBox="1"/>
            <p:nvPr/>
          </p:nvSpPr>
          <p:spPr>
            <a:xfrm>
              <a:off x="7152035" y="3881179"/>
              <a:ext cx="438912" cy="219456"/>
            </a:xfrm>
            <a:prstGeom prst="rect">
              <a:avLst/>
            </a:prstGeom>
            <a:noFill/>
            <a:ln>
              <a:noFill/>
            </a:ln>
          </p:spPr>
          <p:txBody>
            <a:bodyPr wrap="square" lIns="0" tIns="0" rIns="0" bIns="0">
              <a:normAutofit/>
            </a:bodyPr>
            <a:lstStyle/>
            <a:p>
              <a:pPr algn="l"/>
              <a:r>
                <a:rPr lang="zh-CN" sz="1300" b="1">
                  <a:solidFill>
                    <a:srgbClr val="FFFFFF"/>
                  </a:solidFill>
                  <a:latin typeface="Arial"/>
                  <a:ea typeface="Arial"/>
                  <a:cs typeface="Arial"/>
                </a:rPr>
                <a:t>3</a:t>
              </a:r>
            </a:p>
          </p:txBody>
        </p:sp>
      </p:grpSp>
      <p:sp>
        <p:nvSpPr>
          <p:cNvPr id="63" name="Step label"/>
          <p:cNvSpPr txBox="1"/>
          <p:nvPr/>
        </p:nvSpPr>
        <p:spPr>
          <a:xfrm>
            <a:off x="6945032" y="4320091"/>
            <a:ext cx="1645920" cy="384048"/>
          </a:xfrm>
          <a:prstGeom prst="rect">
            <a:avLst/>
          </a:prstGeom>
          <a:noFill/>
          <a:ln>
            <a:noFill/>
          </a:ln>
        </p:spPr>
        <p:txBody>
          <a:bodyPr wrap="square" lIns="9144" tIns="9144" rIns="9144" bIns="9144">
            <a:normAutofit/>
          </a:bodyPr>
          <a:lstStyle/>
          <a:p>
            <a:pPr algn="l"/>
            <a:r>
              <a:rPr lang="zh-CN" sz="1400" b="1">
                <a:solidFill>
                  <a:srgbClr val="8CC400"/>
                </a:solidFill>
                <a:latin typeface="Arial"/>
                <a:ea typeface="Arial"/>
                <a:cs typeface="Arial"/>
              </a:rPr>
              <a:t>Click Learn</a:t>
            </a:r>
          </a:p>
        </p:txBody>
      </p:sp>
      <p:sp>
        <p:nvSpPr>
          <p:cNvPr id="64" name="Icon circle"/>
          <p:cNvSpPr/>
          <p:nvPr/>
        </p:nvSpPr>
        <p:spPr>
          <a:xfrm>
            <a:off x="9653016" y="3771451"/>
            <a:ext cx="438912" cy="438912"/>
          </a:xfrm>
          <a:prstGeom prst="ellipse">
            <a:avLst/>
          </a:prstGeom>
          <a:solidFill>
            <a:schemeClr val="accent5"/>
          </a:solidFill>
          <a:ln>
            <a:noFill/>
          </a:ln>
        </p:spPr>
        <p:txBody>
          <a:bodyPr>
            <a:normAutofit/>
          </a:bodyPr>
          <a:lstStyle/>
          <a:p>
            <a:endParaRPr lang="en-US"/>
          </a:p>
        </p:txBody>
      </p:sp>
      <p:sp>
        <p:nvSpPr>
          <p:cNvPr id="65" name="Icon text"/>
          <p:cNvSpPr txBox="1"/>
          <p:nvPr/>
        </p:nvSpPr>
        <p:spPr>
          <a:xfrm>
            <a:off x="9820138" y="3902483"/>
            <a:ext cx="438912" cy="219456"/>
          </a:xfrm>
          <a:prstGeom prst="rect">
            <a:avLst/>
          </a:prstGeom>
          <a:noFill/>
          <a:ln>
            <a:noFill/>
          </a:ln>
        </p:spPr>
        <p:txBody>
          <a:bodyPr wrap="square" lIns="0" tIns="0" rIns="0" bIns="0">
            <a:normAutofit/>
          </a:bodyPr>
          <a:lstStyle/>
          <a:p>
            <a:pPr algn="l"/>
            <a:r>
              <a:rPr lang="zh-CN" sz="1300" b="1">
                <a:solidFill>
                  <a:srgbClr val="FFFFFF"/>
                </a:solidFill>
                <a:latin typeface="Arial"/>
                <a:ea typeface="Arial"/>
                <a:cs typeface="Arial"/>
              </a:rPr>
              <a:t>4</a:t>
            </a:r>
          </a:p>
        </p:txBody>
      </p:sp>
      <p:sp>
        <p:nvSpPr>
          <p:cNvPr id="66" name="Step label"/>
          <p:cNvSpPr txBox="1"/>
          <p:nvPr/>
        </p:nvSpPr>
        <p:spPr>
          <a:xfrm>
            <a:off x="9566441" y="4320091"/>
            <a:ext cx="1645920" cy="233910"/>
          </a:xfrm>
          <a:prstGeom prst="rect">
            <a:avLst/>
          </a:prstGeom>
          <a:noFill/>
          <a:ln>
            <a:noFill/>
          </a:ln>
        </p:spPr>
        <p:txBody>
          <a:bodyPr wrap="square" lIns="9144" tIns="9144" rIns="9144" bIns="9144">
            <a:normAutofit/>
          </a:bodyPr>
          <a:lstStyle/>
          <a:p>
            <a:pPr algn="l"/>
            <a:r>
              <a:rPr lang="zh-CN" altLang="en-US" sz="1400" b="1">
                <a:solidFill>
                  <a:schemeClr val="accent6"/>
                </a:solidFill>
                <a:latin typeface="Arial"/>
                <a:ea typeface="Arial"/>
                <a:cs typeface="Arial"/>
              </a:rPr>
              <a:t>Start Inspection</a:t>
            </a:r>
            <a:endParaRPr lang="zh-CN" sz="1400" b="1">
              <a:solidFill>
                <a:schemeClr val="accent6"/>
              </a:solidFill>
              <a:latin typeface="Microsoft YaHei"/>
              <a:ea typeface="Microsoft YaHei"/>
            </a:endParaRPr>
          </a:p>
        </p:txBody>
      </p:sp>
      <p:sp>
        <p:nvSpPr>
          <p:cNvPr id="67" name="Operator"/>
          <p:cNvSpPr txBox="1"/>
          <p:nvPr/>
        </p:nvSpPr>
        <p:spPr>
          <a:xfrm>
            <a:off x="777240" y="5074920"/>
            <a:ext cx="4754880" cy="694944"/>
          </a:xfrm>
          <a:prstGeom prst="roundRect">
            <a:avLst/>
          </a:prstGeom>
          <a:solidFill>
            <a:srgbClr val="E8F7F8"/>
          </a:solidFill>
          <a:ln w="12700">
            <a:solidFill>
              <a:srgbClr val="D7E0E5"/>
            </a:solidFill>
          </a:ln>
        </p:spPr>
        <p:txBody>
          <a:bodyPr wrap="square" lIns="50292" tIns="50292" rIns="50292" bIns="50292">
            <a:normAutofit/>
          </a:bodyPr>
          <a:lstStyle/>
          <a:p>
            <a:pPr algn="l"/>
            <a:r>
              <a:rPr lang="zh-CN" sz="1800" b="1">
                <a:solidFill>
                  <a:srgbClr val="009CA6"/>
                </a:solidFill>
                <a:latin typeface="Arial"/>
                <a:ea typeface="Arial"/>
                <a:cs typeface="Arial"/>
              </a:rPr>
              <a:t>Shop-floor User Tasks</a:t>
            </a:r>
          </a:p>
          <a:p>
            <a:pPr algn="l"/>
            <a:r>
              <a:rPr lang="zh-CN" sz="1500">
                <a:solidFill>
                  <a:srgbClr val="4B5B6B"/>
                </a:solidFill>
                <a:latin typeface="Arial"/>
                <a:ea typeface="Arial"/>
                <a:cs typeface="Arial"/>
              </a:rPr>
              <a:t>Capture samples, mark ROI, add edge cases, and trigger relearning.</a:t>
            </a:r>
          </a:p>
        </p:txBody>
      </p:sp>
      <p:sp>
        <p:nvSpPr>
          <p:cNvPr id="68" name="System"/>
          <p:cNvSpPr txBox="1"/>
          <p:nvPr/>
        </p:nvSpPr>
        <p:spPr>
          <a:xfrm>
            <a:off x="5989320" y="5074920"/>
            <a:ext cx="4754880" cy="694944"/>
          </a:xfrm>
          <a:prstGeom prst="roundRect">
            <a:avLst/>
          </a:prstGeom>
          <a:solidFill>
            <a:srgbClr val="F0F8D8"/>
          </a:solidFill>
          <a:ln w="12700">
            <a:solidFill>
              <a:srgbClr val="D7E0E5"/>
            </a:solidFill>
          </a:ln>
        </p:spPr>
        <p:txBody>
          <a:bodyPr wrap="square" lIns="50292" tIns="50292" rIns="50292" bIns="50292">
            <a:normAutofit/>
          </a:bodyPr>
          <a:lstStyle/>
          <a:p>
            <a:pPr algn="l"/>
            <a:r>
              <a:rPr lang="zh-CN" sz="1800" b="1">
                <a:solidFill>
                  <a:srgbClr val="8CC400"/>
                </a:solidFill>
                <a:latin typeface="Arial"/>
                <a:ea typeface="Arial"/>
                <a:cs typeface="Arial"/>
              </a:rPr>
              <a:t>System Automatically Handles</a:t>
            </a:r>
          </a:p>
          <a:p>
            <a:pPr algn="l"/>
            <a:r>
              <a:rPr lang="zh-CN" sz="1500">
                <a:solidFill>
                  <a:srgbClr val="4B5B6B"/>
                </a:solidFill>
                <a:latin typeface="Arial"/>
                <a:ea typeface="Arial"/>
                <a:cs typeface="Arial"/>
              </a:rPr>
              <a:t>Extract embeddings, build the feature bank, and perform similarity judgment.</a:t>
            </a:r>
          </a:p>
        </p:txBody>
      </p:sp>
      <p:pic>
        <p:nvPicPr>
          <p:cNvPr id="3" name="图片 2">
            <a:extLst>
              <a:ext uri="{FF2B5EF4-FFF2-40B4-BE49-F238E27FC236}">
                <ns3:creationId id="{671B5F93-C246-BCC7-49B6-FE28E8D7C468}"/>
              </a:ext>
            </a:extLst>
          </p:cNvPr>
          <p:cNvPicPr>
            <a:picLocks noChangeAspect="1"/>
          </p:cNvPicPr>
          <p:nvPr/>
        </p:nvPicPr>
        <p:blipFill>
          <a:blip r:embed="rId5"/>
          <a:stretch>
            <a:fillRect/>
          </a:stretch>
        </p:blipFill>
        <p:spPr>
          <a:xfrm>
            <a:off x="10011961" y="1695802"/>
            <a:ext cx="1441408" cy="814460"/>
          </a:xfrm>
          <a:prstGeom prst="rect">
            <a:avLst/>
          </a:prstGeom>
        </p:spPr>
      </p:pic>
      <p:cxnSp>
        <p:nvCxnSpPr>
          <p:cNvPr id="4" name="Arrow 46">
            <a:extLst>
              <a:ext uri="{FF2B5EF4-FFF2-40B4-BE49-F238E27FC236}">
                <ns3:creationId id="{24FAEC40-7DCC-6485-2338-33F49521AAD1}"/>
              </a:ext>
            </a:extLst>
          </p:cNvPr>
          <p:cNvCxnSpPr/>
          <p:nvPr/>
        </p:nvCxnSpPr>
        <p:spPr>
          <a:xfrm>
            <a:off x="9216108" y="2210624"/>
            <a:ext cx="457200" cy="9144"/>
          </a:xfrm>
          <a:prstGeom prst="line">
            <a:avLst/>
          </a:prstGeom>
          <a:ln w="52000">
            <a:solidFill>
              <a:srgbClr val="009CA6"/>
            </a:solidFill>
            <a:tailEnd type="triangle"/>
          </a:ln>
        </p:spPr>
      </p:cxnSp>
    </p:spTree>
  </p:cSld>
  <p:clrMapOvr>
    <a:masterClrMapping/>
  </p:clrMapOvr>
  <ns4:AlternateContent>
    <ns4:Choice Requires="p14">
      <p:transition spd="med" ns5:dur="700">
        <p:fade/>
      </p:transition>
    </ns4:Choice>
    <ns4:Fallback>
      <p:transition spd="med">
        <p:fade/>
      </p:transition>
    </ns4:Fallback>
  </ns4:AlternateContent>
</p:sld>
</file>

<file path=ppt/slides/slide10.xml><?xml version="1.0" encoding="utf-8"?>
<p:sld xmlns:a="http://schemas.openxmlformats.org/drawingml/2006/main" xmlns:ns2="http://schemas.openxmlformats.org/markup-compatibility/2006"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2" name="Title"/>
          <p:cNvSpPr txBox="1"/>
          <p:nvPr/>
        </p:nvSpPr>
        <p:spPr>
          <a:xfrm>
            <a:off x="566928" y="758952"/>
            <a:ext cx="10012680" cy="433965"/>
          </a:xfrm>
          <a:prstGeom prst="rect">
            <a:avLst/>
          </a:prstGeom>
          <a:noFill/>
          <a:ln>
            <a:noFill/>
          </a:ln>
        </p:spPr>
        <p:txBody>
          <a:bodyPr wrap="square" lIns="9144" tIns="9144" rIns="9144" bIns="9144">
            <a:normAutofit/>
          </a:bodyPr>
          <a:lstStyle/>
          <a:p>
            <a:pPr algn="l"/>
            <a:r>
              <a:rPr lang="zh-CN" sz="2700">
                <a:solidFill>
                  <a:srgbClr val="00152B"/>
                </a:solidFill>
                <a:latin typeface="Arial"/>
                <a:ea typeface="Arial"/>
                <a:cs typeface="Arial"/>
              </a:rPr>
              <a:t>Traditional Camera System vs Registration Learning System</a:t>
            </a:r>
            <a:r>
              <a:rPr lang="en-US" altLang="zh-CN" sz="2700">
                <a:solidFill>
                  <a:srgbClr val="00152B"/>
                </a:solidFill>
                <a:latin typeface="Arial"/>
                <a:ea typeface="Arial"/>
                <a:cs typeface="Arial"/>
              </a:rPr>
              <a:t/>
            </a:r>
            <a:r>
              <a:rPr lang="zh-CN" sz="2700">
                <a:solidFill>
                  <a:srgbClr val="00152B"/>
                </a:solidFill>
                <a:latin typeface="Arial"/>
                <a:ea typeface="Arial"/>
                <a:cs typeface="Arial"/>
              </a:rPr>
              <a:t/>
            </a:r>
          </a:p>
        </p:txBody>
      </p:sp>
      <p:sp>
        <p:nvSpPr>
          <p:cNvPr id="39" name="Left head"/>
          <p:cNvSpPr txBox="1"/>
          <p:nvPr/>
        </p:nvSpPr>
        <p:spPr>
          <a:xfrm>
            <a:off x="658368" y="1325880"/>
            <a:ext cx="5074920" cy="295466"/>
          </a:xfrm>
          <a:prstGeom prst="rect">
            <a:avLst/>
          </a:prstGeom>
          <a:solidFill>
            <a:srgbClr val="009CA6"/>
          </a:solidFill>
          <a:ln>
            <a:noFill/>
          </a:ln>
        </p:spPr>
        <p:txBody>
          <a:bodyPr wrap="square" lIns="9144" tIns="9144" rIns="9144" bIns="9144">
            <a:normAutofit/>
          </a:bodyPr>
          <a:lstStyle/>
          <a:p>
            <a:pPr algn="ctr"/>
            <a:r>
              <a:rPr lang="en-US" altLang="zh-CN" sz="1800" b="1">
                <a:solidFill>
                  <a:srgbClr val="FFFFFF"/>
                </a:solidFill>
                <a:latin typeface="Arial"/>
                <a:ea typeface="Arial"/>
                <a:cs typeface="Arial"/>
              </a:rPr>
              <a:t>Traditional Camera System</a:t>
            </a:r>
            <a:r>
              <a:rPr lang="zh-CN" sz="1800" b="1">
                <a:solidFill>
                  <a:srgbClr val="FFFFFF"/>
                </a:solidFill>
                <a:latin typeface="Arial"/>
                <a:ea typeface="Arial"/>
                <a:cs typeface="Arial"/>
              </a:rPr>
              <a:t/>
            </a:r>
          </a:p>
        </p:txBody>
      </p:sp>
      <p:sp>
        <p:nvSpPr>
          <p:cNvPr id="40" name="Right head"/>
          <p:cNvSpPr txBox="1"/>
          <p:nvPr/>
        </p:nvSpPr>
        <p:spPr>
          <a:xfrm>
            <a:off x="6446520" y="1325880"/>
            <a:ext cx="5074920" cy="295466"/>
          </a:xfrm>
          <a:prstGeom prst="rect">
            <a:avLst/>
          </a:prstGeom>
          <a:solidFill>
            <a:schemeClr val="accent4"/>
          </a:solidFill>
          <a:ln>
            <a:noFill/>
          </a:ln>
        </p:spPr>
        <p:txBody>
          <a:bodyPr wrap="square" lIns="9144" tIns="9144" rIns="9144" bIns="9144">
            <a:normAutofit/>
          </a:bodyPr>
          <a:lstStyle>
            <a:defPPr>
              <a:defRPr lang="en-US"/>
            </a:defPPr>
            <a:lvl1pPr>
              <a:defRPr b="1">
                <a:solidFill>
                  <a:srgbClr val="FFFFFF"/>
                </a:solidFill>
                <a:latin typeface="Microsoft YaHei"/>
                <a:ea typeface="Microsoft YaHei"/>
              </a:defRPr>
            </a:lvl1pPr>
          </a:lstStyle>
          <a:p>
            <a:pPr algn="ctr"/>
            <a:r>
              <a:rPr lang="zh-CN" altLang="en-US">
                <a:latin typeface="Arial"/>
                <a:ea typeface="Arial"/>
                <a:cs typeface="Arial"/>
              </a:rPr>
              <a:t>Small-sample Registration System</a:t>
            </a:r>
          </a:p>
        </p:txBody>
      </p:sp>
      <p:sp>
        <p:nvSpPr>
          <p:cNvPr id="41" name="Left row"/>
          <p:cNvSpPr txBox="1"/>
          <p:nvPr/>
        </p:nvSpPr>
        <p:spPr>
          <a:xfrm>
            <a:off x="605148" y="1938528"/>
            <a:ext cx="5074920" cy="778675"/>
          </a:xfrm>
          <a:prstGeom prst="rect">
            <a:avLst/>
          </a:prstGeom>
          <a:solidFill>
            <a:srgbClr val="EEF3F5"/>
          </a:solidFill>
          <a:ln w="12700">
            <a:solidFill>
              <a:srgbClr val="FFFFFF"/>
            </a:solidFill>
          </a:ln>
        </p:spPr>
        <p:txBody>
          <a:bodyPr wrap="square" lIns="50292" tIns="50292" rIns="50292" bIns="50292">
            <a:normAutofit/>
          </a:bodyPr>
          <a:lstStyle/>
          <a:p>
            <a:pPr algn="l"/>
            <a:r>
              <a:rPr lang="zh-CN" sz="1600" b="1">
                <a:solidFill>
                  <a:srgbClr val="009CA6"/>
                </a:solidFill>
                <a:latin typeface="Arial"/>
                <a:ea typeface="Arial"/>
                <a:cs typeface="Arial"/>
              </a:rPr>
              <a:t>Maintenance</a:t>
            </a:r>
          </a:p>
          <a:p>
            <a:pPr algn="l"/>
            <a:r>
              <a:rPr lang="zh-CN" sz="1400">
                <a:solidFill>
                  <a:srgbClr val="4B5B6B"/>
                </a:solidFill>
                <a:latin typeface="Arial"/>
                <a:ea typeface="Arial"/>
                <a:cs typeface="Arial"/>
              </a:rPr>
              <a:t>Engineers configure workflows, thresholds, and algorithm branches.</a:t>
            </a:r>
            <a:endParaRPr lang="en-US" altLang="zh-CN" sz="1400">
              <a:solidFill>
                <a:srgbClr val="4B5B6B"/>
              </a:solidFill>
              <a:latin typeface="Microsoft YaHei"/>
              <a:ea typeface="Microsoft YaHei"/>
            </a:endParaRPr>
          </a:p>
          <a:p>
            <a:pPr algn="l"/>
            <a:endParaRPr lang="zh-CN" sz="1400">
              <a:solidFill>
                <a:srgbClr val="4B5B6B"/>
              </a:solidFill>
              <a:latin typeface="Microsoft YaHei"/>
              <a:ea typeface="Microsoft YaHei"/>
            </a:endParaRPr>
            <a:r>
              <a:rPr lang="en-US">
                <a:latin typeface="Arial"/>
                <a:ea typeface="Arial"/>
                <a:cs typeface="Arial"/>
              </a:rPr>
              <a:t/>
            </a:r>
          </a:p>
        </p:txBody>
      </p:sp>
      <p:sp>
        <p:nvSpPr>
          <p:cNvPr id="42" name="Right row"/>
          <p:cNvSpPr txBox="1"/>
          <p:nvPr/>
        </p:nvSpPr>
        <p:spPr>
          <a:xfrm>
            <a:off x="6446520" y="1938528"/>
            <a:ext cx="5074920" cy="777240"/>
          </a:xfrm>
          <a:prstGeom prst="rect">
            <a:avLst/>
          </a:prstGeom>
          <a:solidFill>
            <a:srgbClr val="EEF3F5"/>
          </a:solidFill>
          <a:ln w="12700">
            <a:solidFill>
              <a:srgbClr val="FFFFFF"/>
            </a:solidFill>
          </a:ln>
        </p:spPr>
        <p:txBody>
          <a:bodyPr wrap="square" lIns="50292" tIns="50292" rIns="50292" bIns="50292">
            <a:normAutofit/>
          </a:bodyPr>
          <a:lstStyle/>
          <a:p>
            <a:pPr algn="l"/>
            <a:r>
              <a:rPr lang="zh-CN" sz="1600" b="1">
                <a:solidFill>
                  <a:srgbClr val="8CC400"/>
                </a:solidFill>
                <a:latin typeface="Arial"/>
                <a:ea typeface="Arial"/>
                <a:cs typeface="Arial"/>
              </a:rPr>
              <a:t>Maintenance</a:t>
            </a:r>
          </a:p>
          <a:p>
            <a:pPr algn="l"/>
            <a:r>
              <a:rPr lang="zh-CN" sz="1400">
                <a:solidFill>
                  <a:srgbClr val="4B5B6B"/>
                </a:solidFill>
                <a:latin typeface="Arial"/>
                <a:ea typeface="Arial"/>
                <a:cs typeface="Arial"/>
              </a:rPr>
              <a:t>Users operate the UI, add samples, and relearn.</a:t>
            </a:r>
          </a:p>
        </p:txBody>
      </p:sp>
      <p:cxnSp>
        <p:nvCxnSpPr>
          <p:cNvPr id="43" name="Arrow 43"/>
          <p:cNvCxnSpPr/>
          <p:nvPr/>
        </p:nvCxnSpPr>
        <p:spPr>
          <a:xfrm>
            <a:off x="5833872" y="2295144"/>
            <a:ext cx="457200" cy="9144"/>
          </a:xfrm>
          <a:prstGeom prst="line">
            <a:avLst/>
          </a:prstGeom>
          <a:ln w="56000">
            <a:solidFill>
              <a:srgbClr val="7FD3E6"/>
            </a:solidFill>
            <a:tailEnd type="triangle"/>
          </a:ln>
        </p:spPr>
      </p:cxnSp>
      <p:sp>
        <p:nvSpPr>
          <p:cNvPr id="44" name="Left row"/>
          <p:cNvSpPr txBox="1"/>
          <p:nvPr/>
        </p:nvSpPr>
        <p:spPr>
          <a:xfrm>
            <a:off x="658368" y="2996374"/>
            <a:ext cx="5074920" cy="778675"/>
          </a:xfrm>
          <a:prstGeom prst="rect">
            <a:avLst/>
          </a:prstGeom>
          <a:solidFill>
            <a:srgbClr val="EEF3F5"/>
          </a:solidFill>
          <a:ln w="12700">
            <a:solidFill>
              <a:srgbClr val="FFFFFF"/>
            </a:solidFill>
          </a:ln>
        </p:spPr>
        <p:txBody>
          <a:bodyPr wrap="square" lIns="50292" tIns="50292" rIns="50292" bIns="50292">
            <a:normAutofit/>
          </a:bodyPr>
          <a:lstStyle/>
          <a:p>
            <a:pPr algn="l"/>
            <a:r>
              <a:rPr lang="zh-CN" sz="1600" b="1">
                <a:solidFill>
                  <a:srgbClr val="009CA6"/>
                </a:solidFill>
                <a:latin typeface="Arial"/>
                <a:ea typeface="Arial"/>
                <a:cs typeface="Arial"/>
              </a:rPr>
              <a:t>Changeover</a:t>
            </a:r>
          </a:p>
          <a:p>
            <a:pPr algn="l"/>
            <a:r>
              <a:rPr lang="zh-CN" sz="1400">
                <a:solidFill>
                  <a:srgbClr val="4B5B6B"/>
                </a:solidFill>
                <a:latin typeface="Arial"/>
                <a:ea typeface="Arial"/>
                <a:cs typeface="Arial"/>
              </a:rPr>
              <a:t>Usually requires parameter retuning or development support.</a:t>
            </a:r>
            <a:endParaRPr lang="en-US" altLang="zh-CN" sz="1400">
              <a:solidFill>
                <a:srgbClr val="4B5B6B"/>
              </a:solidFill>
              <a:latin typeface="Microsoft YaHei"/>
              <a:ea typeface="Microsoft YaHei"/>
            </a:endParaRPr>
          </a:p>
          <a:p>
            <a:pPr algn="l"/>
            <a:endParaRPr lang="zh-CN" sz="1400">
              <a:solidFill>
                <a:srgbClr val="4B5B6B"/>
              </a:solidFill>
              <a:latin typeface="Microsoft YaHei"/>
              <a:ea typeface="Microsoft YaHei"/>
            </a:endParaRPr>
            <a:r>
              <a:rPr lang="en-US">
                <a:latin typeface="Arial"/>
                <a:ea typeface="Arial"/>
                <a:cs typeface="Arial"/>
              </a:rPr>
              <a:t/>
            </a:r>
          </a:p>
        </p:txBody>
      </p:sp>
      <p:sp>
        <p:nvSpPr>
          <p:cNvPr id="45" name="Right row"/>
          <p:cNvSpPr txBox="1"/>
          <p:nvPr/>
        </p:nvSpPr>
        <p:spPr>
          <a:xfrm>
            <a:off x="6446520" y="2996374"/>
            <a:ext cx="5074920" cy="777240"/>
          </a:xfrm>
          <a:prstGeom prst="rect">
            <a:avLst/>
          </a:prstGeom>
          <a:solidFill>
            <a:srgbClr val="EEF3F5"/>
          </a:solidFill>
          <a:ln w="12700">
            <a:solidFill>
              <a:srgbClr val="FFFFFF"/>
            </a:solidFill>
          </a:ln>
        </p:spPr>
        <p:txBody>
          <a:bodyPr wrap="square" lIns="50292" tIns="50292" rIns="50292" bIns="50292">
            <a:normAutofit/>
          </a:bodyPr>
          <a:lstStyle/>
          <a:p>
            <a:pPr algn="l"/>
            <a:r>
              <a:rPr lang="zh-CN" sz="1600" b="1">
                <a:solidFill>
                  <a:srgbClr val="8CC400"/>
                </a:solidFill>
                <a:latin typeface="Arial"/>
                <a:ea typeface="Arial"/>
                <a:cs typeface="Arial"/>
              </a:rPr>
              <a:t>Changeover</a:t>
            </a:r>
          </a:p>
          <a:p>
            <a:pPr algn="l"/>
            <a:r>
              <a:rPr lang="zh-CN" sz="1400">
                <a:solidFill>
                  <a:srgbClr val="4B5B6B"/>
                </a:solidFill>
                <a:latin typeface="Arial"/>
                <a:ea typeface="Arial"/>
                <a:cs typeface="Arial"/>
              </a:rPr>
              <a:t>Quickly adapts by changing OK/NG samples and ROI.</a:t>
            </a:r>
          </a:p>
        </p:txBody>
      </p:sp>
      <p:cxnSp>
        <p:nvCxnSpPr>
          <p:cNvPr id="46" name="Arrow 46"/>
          <p:cNvCxnSpPr/>
          <p:nvPr/>
        </p:nvCxnSpPr>
        <p:spPr>
          <a:xfrm>
            <a:off x="5833872" y="3352990"/>
            <a:ext cx="457200" cy="9144"/>
          </a:xfrm>
          <a:prstGeom prst="line">
            <a:avLst/>
          </a:prstGeom>
          <a:ln w="56000">
            <a:solidFill>
              <a:srgbClr val="7FD3E6"/>
            </a:solidFill>
            <a:tailEnd type="triangle"/>
          </a:ln>
        </p:spPr>
      </p:cxnSp>
      <p:sp>
        <p:nvSpPr>
          <p:cNvPr id="47" name="Left row"/>
          <p:cNvSpPr txBox="1"/>
          <p:nvPr/>
        </p:nvSpPr>
        <p:spPr>
          <a:xfrm>
            <a:off x="658368" y="4174955"/>
            <a:ext cx="5074920" cy="777240"/>
          </a:xfrm>
          <a:prstGeom prst="rect">
            <a:avLst/>
          </a:prstGeom>
          <a:solidFill>
            <a:srgbClr val="EEF3F5"/>
          </a:solidFill>
          <a:ln w="12700">
            <a:solidFill>
              <a:srgbClr val="FFFFFF"/>
            </a:solidFill>
          </a:ln>
        </p:spPr>
        <p:txBody>
          <a:bodyPr wrap="square" lIns="50292" tIns="50292" rIns="50292" bIns="50292">
            <a:normAutofit/>
          </a:bodyPr>
          <a:lstStyle/>
          <a:p>
            <a:pPr algn="l"/>
            <a:r>
              <a:rPr lang="zh-CN" sz="1600" b="1">
                <a:solidFill>
                  <a:srgbClr val="009CA6"/>
                </a:solidFill>
                <a:latin typeface="Arial"/>
                <a:ea typeface="Arial"/>
                <a:cs typeface="Arial"/>
              </a:rPr>
              <a:t>Best for</a:t>
            </a:r>
          </a:p>
          <a:p>
            <a:pPr algn="l"/>
            <a:r>
              <a:rPr lang="zh-CN" sz="1400">
                <a:solidFill>
                  <a:srgbClr val="4B5B6B"/>
                </a:solidFill>
                <a:latin typeface="Arial"/>
                <a:ea typeface="Arial"/>
                <a:cs typeface="Arial"/>
              </a:rPr>
              <a:t>Geometric measurement, strong rules, and long-term stable items.</a:t>
            </a:r>
          </a:p>
        </p:txBody>
      </p:sp>
      <p:sp>
        <p:nvSpPr>
          <p:cNvPr id="48" name="Right row"/>
          <p:cNvSpPr txBox="1"/>
          <p:nvPr/>
        </p:nvSpPr>
        <p:spPr>
          <a:xfrm>
            <a:off x="6446520" y="4142233"/>
            <a:ext cx="5074920" cy="778675"/>
          </a:xfrm>
          <a:prstGeom prst="rect">
            <a:avLst/>
          </a:prstGeom>
          <a:solidFill>
            <a:srgbClr val="EEF3F5"/>
          </a:solidFill>
          <a:ln w="12700">
            <a:solidFill>
              <a:srgbClr val="FFFFFF"/>
            </a:solidFill>
          </a:ln>
        </p:spPr>
        <p:txBody>
          <a:bodyPr wrap="square" lIns="50292" tIns="50292" rIns="50292" bIns="50292">
            <a:normAutofit/>
          </a:bodyPr>
          <a:lstStyle/>
          <a:p>
            <a:pPr algn="l"/>
            <a:r>
              <a:rPr lang="zh-CN" sz="1600" b="1">
                <a:solidFill>
                  <a:srgbClr val="8CC400"/>
                </a:solidFill>
                <a:latin typeface="Arial"/>
                <a:ea typeface="Arial"/>
                <a:cs typeface="Arial"/>
              </a:rPr>
              <a:t>Best for</a:t>
            </a:r>
          </a:p>
          <a:p>
            <a:pPr algn="l"/>
            <a:r>
              <a:rPr lang="zh-CN" sz="1400">
                <a:solidFill>
                  <a:srgbClr val="4B5B6B"/>
                </a:solidFill>
                <a:latin typeface="Arial"/>
                <a:ea typeface="Arial"/>
                <a:cs typeface="Arial"/>
              </a:rPr>
              <a:t>Wrong, missing, and reversed assembly checks.</a:t>
            </a:r>
            <a:endParaRPr lang="en-US" altLang="zh-CN" sz="1400">
              <a:solidFill>
                <a:srgbClr val="4B5B6B"/>
              </a:solidFill>
              <a:latin typeface="Microsoft YaHei"/>
              <a:ea typeface="Microsoft YaHei"/>
            </a:endParaRPr>
          </a:p>
          <a:p>
            <a:pPr algn="l"/>
            <a:endParaRPr lang="zh-CN" sz="1400">
              <a:solidFill>
                <a:srgbClr val="4B5B6B"/>
              </a:solidFill>
              <a:latin typeface="Microsoft YaHei"/>
              <a:ea typeface="Microsoft YaHei"/>
            </a:endParaRPr>
            <a:r>
              <a:rPr lang="en-US">
                <a:latin typeface="Arial"/>
                <a:ea typeface="Arial"/>
                <a:cs typeface="Arial"/>
              </a:rPr>
              <a:t/>
            </a:r>
          </a:p>
        </p:txBody>
      </p:sp>
      <p:cxnSp>
        <p:nvCxnSpPr>
          <p:cNvPr id="49" name="Arrow 49"/>
          <p:cNvCxnSpPr/>
          <p:nvPr/>
        </p:nvCxnSpPr>
        <p:spPr>
          <a:xfrm>
            <a:off x="5833872" y="4531571"/>
            <a:ext cx="457200" cy="9144"/>
          </a:xfrm>
          <a:prstGeom prst="line">
            <a:avLst/>
          </a:prstGeom>
          <a:ln w="56000">
            <a:solidFill>
              <a:srgbClr val="7FD3E6"/>
            </a:solidFill>
            <a:tailEnd type="triangle"/>
          </a:ln>
        </p:spPr>
      </p:cxnSp>
      <p:sp>
        <p:nvSpPr>
          <p:cNvPr id="50" name="Bottom"/>
          <p:cNvSpPr txBox="1"/>
          <p:nvPr/>
        </p:nvSpPr>
        <p:spPr>
          <a:xfrm>
            <a:off x="521208" y="5532120"/>
            <a:ext cx="10058400" cy="401812"/>
          </a:xfrm>
          <a:prstGeom prst="roundRect">
            <a:avLst/>
          </a:prstGeom>
          <a:solidFill>
            <a:schemeClr val="accent3"/>
          </a:solidFill>
          <a:ln w="12700">
            <a:noFill/>
          </a:ln>
        </p:spPr>
        <p:txBody>
          <a:bodyPr wrap="square" lIns="50292" tIns="50292" rIns="50292" bIns="50292">
            <a:normAutofit/>
          </a:bodyPr>
          <a:lstStyle/>
          <a:p>
            <a:pPr algn="l"/>
            <a:r>
              <a:rPr lang="zh-CN" sz="1700">
                <a:solidFill>
                  <a:schemeClr val="bg1"/>
                </a:solidFill>
                <a:latin typeface="Arial"/>
                <a:ea typeface="Arial"/>
                <a:cs typeface="Arial"/>
              </a:rPr>
              <a:t>Use registration learning for judgments that need frequent maintenance and are hard to rule-code.</a:t>
            </a:r>
          </a:p>
        </p:txBody>
      </p:sp>
    </p:spTree>
  </p:cSld>
  <p:clrMapOvr>
    <a:masterClrMapping/>
  </p:clrMapOvr>
  <ns2:AlternateContent>
    <ns2:Choice Requires="p14">
      <p:transition spd="med" ns3:dur="700">
        <p:fade/>
      </p:transition>
    </ns2:Choice>
    <ns2:Fallback>
      <p:transition spd="med">
        <p:fade/>
      </p:transition>
    </ns2:Fallback>
  </ns2:AlternateContent>
</p:sld>
</file>

<file path=ppt/slides/slide11.xml><?xml version="1.0" encoding="utf-8"?>
<p:sld xmlns:a="http://schemas.openxmlformats.org/drawingml/2006/main" xmlns:ns2="http://schemas.microsoft.com/office/drawing/2014/main" xmlns:ns3="http://schemas.microsoft.com/office/powerpoint/2010/main" xmlns:ns4="http://schemas.openxmlformats.org/markup-compatibility/2006"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ns2:creationId id="{A060A108-842C-5F60-7F5D-673D99855031}"/>
              </a:ext>
            </a:extLst>
          </p:cNvPr>
          <p:cNvSpPr>
            <a:spLocks noGrp="1"/>
          </p:cNvSpPr>
          <p:nvPr>
            <p:ph type="title"/>
          </p:nvPr>
        </p:nvSpPr>
        <p:spPr/>
        <p:txBody>
          <a:bodyPr>
            <a:normAutofit/>
          </a:bodyPr>
          <a:lstStyle/>
          <a:p>
            <a:r>
              <a:rPr lang="en-US">
                <a:latin typeface="Arial"/>
                <a:ea typeface="Arial"/>
                <a:cs typeface="Arial"/>
              </a:rPr>
              <a:t>AI Local System</a:t>
            </a:r>
            <a:r>
              <a:rPr lang="en-US" altLang="zh-CN">
                <a:latin typeface="Arial"/>
                <a:ea typeface="Arial"/>
                <a:cs typeface="Arial"/>
              </a:rPr>
              <a:t/>
            </a:r>
            <a:r>
              <a:rPr lang="en-US">
                <a:latin typeface="Arial"/>
                <a:ea typeface="Arial"/>
                <a:cs typeface="Arial"/>
              </a:rPr>
              <a:t/>
            </a:r>
          </a:p>
        </p:txBody>
      </p:sp>
      <p:sp>
        <p:nvSpPr>
          <p:cNvPr id="3" name="文本占位符 2">
            <a:extLst>
              <a:ext uri="{FF2B5EF4-FFF2-40B4-BE49-F238E27FC236}">
                <ns2:creationId id="{400C9210-B765-07BE-6EB3-66E4CA694D74}"/>
              </a:ext>
            </a:extLst>
          </p:cNvPr>
          <p:cNvSpPr>
            <a:spLocks noGrp="1"/>
          </p:cNvSpPr>
          <p:nvPr>
            <p:ph type="body" sz="quarter" idx="13"/>
          </p:nvPr>
        </p:nvSpPr>
        <p:spPr/>
        <p:txBody>
          <a:bodyPr>
            <a:normAutofit/>
          </a:bodyPr>
          <a:lstStyle/>
          <a:p>
            <a:endParaRPr lang="en-US"/>
          </a:p>
        </p:txBody>
      </p:sp>
    </p:spTree>
    <p:extLst>
      <p:ext uri="{BB962C8B-B14F-4D97-AF65-F5344CB8AC3E}">
        <ns3:creationId val="4170020288"/>
      </p:ext>
    </p:extLst>
  </p:cSld>
  <p:clrMapOvr>
    <a:masterClrMapping/>
  </p:clrMapOvr>
  <ns4:AlternateContent>
    <ns4:Choice Requires="p14">
      <p:transition spd="med" ns3:dur="700">
        <p:fade/>
      </p:transition>
    </ns4:Choice>
    <ns4:Fallback>
      <p:transition spd="med">
        <p:fade/>
      </p:transition>
    </ns4:Fallback>
  </ns4:AlternateContent>
</p:sld>
</file>

<file path=ppt/theme/theme1.xml><?xml version="1.0" encoding="utf-8"?>
<a:theme xmlns:a="http://schemas.openxmlformats.org/drawingml/2006/main" name="1_PxC Master">
  <a:themeElements>
    <a:clrScheme name="自定义 1">
      <a:dk1>
        <a:srgbClr val="000000"/>
      </a:dk1>
      <a:lt1>
        <a:srgbClr val="FFFFFF"/>
      </a:lt1>
      <a:dk2>
        <a:srgbClr val="000000"/>
      </a:dk2>
      <a:lt2>
        <a:srgbClr val="FFFFFF"/>
      </a:lt2>
      <a:accent1>
        <a:srgbClr val="00595E"/>
      </a:accent1>
      <a:accent2>
        <a:srgbClr val="006E75"/>
      </a:accent2>
      <a:accent3>
        <a:srgbClr val="0098A1"/>
      </a:accent3>
      <a:accent4>
        <a:srgbClr val="96BE0D"/>
      </a:accent4>
      <a:accent5>
        <a:srgbClr val="63A406"/>
      </a:accent5>
      <a:accent6>
        <a:srgbClr val="4A7B04"/>
      </a:accent6>
      <a:hlink>
        <a:srgbClr val="0066CC"/>
      </a:hlink>
      <a:folHlink>
        <a:srgbClr val="29B5E5"/>
      </a:folHlink>
    </a:clrScheme>
    <a:fontScheme name="PxC Hausschrift">
      <a:majorFont>
        <a:latin typeface="IBM Plex Sans"/>
        <a:ea typeface=""/>
        <a:cs typeface=""/>
      </a:majorFont>
      <a:minorFont>
        <a:latin typeface="IBM Ple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defPPr algn="ctr">
          <a:defRPr sz="1800" dirty="0" smtClean="0"/>
        </a:defPPr>
      </a:lstStyle>
    </a:spDef>
    <a:lnDef>
      <a:spPr bwMode="auto">
        <a:solidFill>
          <a:schemeClr val="accent1"/>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ln>
          <a:noFill/>
        </a:ln>
      </a:spPr>
      <a:bodyPr wrap="square" lIns="0" tIns="0" rIns="0" bIns="0" rtlCol="0">
        <a:noAutofit/>
      </a:bodyPr>
      <a:lstStyle>
        <a:defPPr algn="l">
          <a:defRPr sz="1800" dirty="0" smtClean="0"/>
        </a:defPPr>
      </a:lstStyle>
    </a:txDef>
  </a:objectDefaults>
  <a:extraClrSchemeLst/>
  <a:extLst>
    <a:ext uri="{05A4C25C-085E-4340-85A3-A5531E510DB2}">
      <thm15:themeFamily xmlns:thm15="http://schemas.microsoft.com/office/thememl/2012/main" name="AI视觉检测汇报260209.pptx" id="{E6AFC125-EE8F-4AAE-B6FC-3184CAB40DE0}" vid="{46AD574E-49FB-4FDF-B832-758246998258}"/>
    </a:ext>
  </a:extLst>
</a:theme>
</file>

<file path=ppt/theme/theme2.xml><?xml version="1.0" encoding="utf-8"?>
<a:theme xmlns:a="http://schemas.openxmlformats.org/drawingml/2006/main" name="Blank CN 16a">
  <a:themeElements>
    <a:clrScheme name="Phoenix Contact 14e">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Kapsch">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defPPr algn="ctr">
          <a:defRPr sz="1800" dirty="0" err="1" smtClean="0"/>
        </a:defPPr>
      </a:lstStyle>
    </a:spDef>
    <a:lnDef>
      <a:spPr bwMode="auto">
        <a:solidFill>
          <a:schemeClr val="accent1"/>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solidFill>
          <a:schemeClr val="accent3"/>
        </a:solidFill>
        <a:ln>
          <a:noFill/>
        </a:ln>
      </a:spPr>
      <a:bodyPr wrap="square" lIns="180000" tIns="90000" rIns="180000" bIns="90000" rtlCol="0">
        <a:spAutoFit/>
      </a:bodyPr>
      <a:lstStyle>
        <a:defPPr>
          <a:defRPr sz="1800" dirty="0" err="1" smtClean="0"/>
        </a:defPPr>
      </a:lstStyle>
    </a:txDef>
  </a:objectDefaults>
  <a:extraClrSchemeLst/>
  <a:extLst>
    <a:ext uri="{05A4C25C-085E-4340-85A3-A5531E510DB2}">
      <thm15:themeFamily xmlns:thm15="http://schemas.microsoft.com/office/thememl/2012/main" name="AI视觉检测汇报260209.pptx" id="{E6AFC125-EE8F-4AAE-B6FC-3184CAB40DE0}" vid="{E42E0DEB-D48D-4151-B6F7-44056CFFF69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自定义 1">
    <a:dk1>
      <a:srgbClr val="000000"/>
    </a:dk1>
    <a:lt1>
      <a:srgbClr val="FFFFFF"/>
    </a:lt1>
    <a:dk2>
      <a:srgbClr val="000000"/>
    </a:dk2>
    <a:lt2>
      <a:srgbClr val="FFFFFF"/>
    </a:lt2>
    <a:accent1>
      <a:srgbClr val="00595E"/>
    </a:accent1>
    <a:accent2>
      <a:srgbClr val="006E75"/>
    </a:accent2>
    <a:accent3>
      <a:srgbClr val="0098A1"/>
    </a:accent3>
    <a:accent4>
      <a:srgbClr val="96BE0D"/>
    </a:accent4>
    <a:accent5>
      <a:srgbClr val="63A406"/>
    </a:accent5>
    <a:accent6>
      <a:srgbClr val="4A7B04"/>
    </a:accent6>
    <a:hlink>
      <a:srgbClr val="0066CC"/>
    </a:hlink>
    <a:folHlink>
      <a:srgbClr val="29B5E5"/>
    </a:folHlink>
  </a:clrScheme>
</a:themeOverride>
</file>

<file path=ppt/theme/themeOverride2.xml><?xml version="1.0" encoding="utf-8"?>
<a:themeOverride xmlns:a="http://schemas.openxmlformats.org/drawingml/2006/main">
  <a:clrScheme name="自定义 1">
    <a:dk1>
      <a:srgbClr val="000000"/>
    </a:dk1>
    <a:lt1>
      <a:srgbClr val="FFFFFF"/>
    </a:lt1>
    <a:dk2>
      <a:srgbClr val="000000"/>
    </a:dk2>
    <a:lt2>
      <a:srgbClr val="FFFFFF"/>
    </a:lt2>
    <a:accent1>
      <a:srgbClr val="00595E"/>
    </a:accent1>
    <a:accent2>
      <a:srgbClr val="006E75"/>
    </a:accent2>
    <a:accent3>
      <a:srgbClr val="0098A1"/>
    </a:accent3>
    <a:accent4>
      <a:srgbClr val="96BE0D"/>
    </a:accent4>
    <a:accent5>
      <a:srgbClr val="63A406"/>
    </a:accent5>
    <a:accent6>
      <a:srgbClr val="4A7B04"/>
    </a:accent6>
    <a:hlink>
      <a:srgbClr val="0066CC"/>
    </a:hlink>
    <a:folHlink>
      <a:srgbClr val="29B5E5"/>
    </a:folHlink>
  </a:clrScheme>
</a:themeOverride>
</file>

<file path=ppt/theme/themeOverride3.xml><?xml version="1.0" encoding="utf-8"?>
<a:themeOverride xmlns:a="http://schemas.openxmlformats.org/drawingml/2006/main">
  <a:clrScheme name="自定义 1">
    <a:dk1>
      <a:srgbClr val="000000"/>
    </a:dk1>
    <a:lt1>
      <a:srgbClr val="FFFFFF"/>
    </a:lt1>
    <a:dk2>
      <a:srgbClr val="000000"/>
    </a:dk2>
    <a:lt2>
      <a:srgbClr val="FFFFFF"/>
    </a:lt2>
    <a:accent1>
      <a:srgbClr val="00595E"/>
    </a:accent1>
    <a:accent2>
      <a:srgbClr val="006E75"/>
    </a:accent2>
    <a:accent3>
      <a:srgbClr val="0098A1"/>
    </a:accent3>
    <a:accent4>
      <a:srgbClr val="96BE0D"/>
    </a:accent4>
    <a:accent5>
      <a:srgbClr val="63A406"/>
    </a:accent5>
    <a:accent6>
      <a:srgbClr val="4A7B04"/>
    </a:accent6>
    <a:hlink>
      <a:srgbClr val="0066CC"/>
    </a:hlink>
    <a:folHlink>
      <a:srgbClr val="29B5E5"/>
    </a:folHlink>
  </a:clrScheme>
</a:themeOverride>
</file>

<file path=docProps/app.xml><?xml version="1.0" encoding="utf-8"?>
<Properties xmlns="http://schemas.openxmlformats.org/officeDocument/2006/extended-properties" xmlns:vt="http://schemas.openxmlformats.org/officeDocument/2006/docPropsVTypes">
  <Template>模板</Template>
  <TotalTime>964</TotalTime>
  <Words>986</Words>
  <Application>Microsoft Office PowerPoint</Application>
  <PresentationFormat>宽屏</PresentationFormat>
  <Paragraphs>181</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11</vt:i4>
      </vt:variant>
    </vt:vector>
  </HeadingPairs>
  <TitlesOfParts>
    <vt:vector size="20" baseType="lpstr">
      <vt:lpstr>IBM Plex Sans SC</vt:lpstr>
      <vt:lpstr>微软雅黑</vt:lpstr>
      <vt:lpstr>微软雅黑</vt:lpstr>
      <vt:lpstr>Aptos</vt:lpstr>
      <vt:lpstr>Arial</vt:lpstr>
      <vt:lpstr>IBM Plex Sans</vt:lpstr>
      <vt:lpstr>Wingdings</vt:lpstr>
      <vt:lpstr>1_PxC Master</vt:lpstr>
      <vt:lpstr>Blank CN 16a</vt:lpstr>
      <vt:lpstr>AI Local System                     2026.5.10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AI Local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AI视觉检测小样本注册方案汇报美化版</dc:title>
  <dc:creator>Codex</dc:creator>
  <cp:lastModifiedBy>Wu, Lili (SP763V)</cp:lastModifiedBy>
  <cp:revision>92</cp:revision>
  <dcterms:created xsi:type="dcterms:W3CDTF">2026-05-10T05:10:13Z</dcterms:created>
  <dcterms:modified xsi:type="dcterms:W3CDTF">2026-05-11T03:12:46Z</dcterms:modified>
</cp:coreProperties>
</file>