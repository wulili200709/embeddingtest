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4.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8" r:id="rId3"/>
  </p:sldMasterIdLst>
  <p:notesMasterIdLst>
    <p:notesMasterId r:id="rId5"/>
  </p:notesMasterIdLst>
  <p:sldIdLst>
    <p:sldId id="16766510" r:id="rId4"/>
    <p:sldId id="16766519" r:id="rId6"/>
    <p:sldId id="16776966" r:id="rId7"/>
    <p:sldId id="16776968" r:id="rId8"/>
    <p:sldId id="16776967" r:id="rId9"/>
    <p:sldId id="16776970" r:id="rId10"/>
    <p:sldId id="16776972" r:id="rId11"/>
    <p:sldId id="16776973" r:id="rId12"/>
    <p:sldId id="16776974" r:id="rId13"/>
    <p:sldId id="1677565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2D20"/>
    <a:srgbClr val="007A3D"/>
    <a:srgbClr val="F2A22B"/>
    <a:srgbClr val="009BA4"/>
    <a:srgbClr val="FFFFFF"/>
    <a:srgbClr val="0099A1"/>
    <a:srgbClr val="B91796"/>
    <a:srgbClr val="7030A0"/>
    <a:srgbClr val="0098A1"/>
    <a:srgbClr val="006E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36" autoAdjust="0"/>
    <p:restoredTop sz="96716" autoAdjust="0"/>
  </p:normalViewPr>
  <p:slideViewPr>
    <p:cSldViewPr snapToGrid="0">
      <p:cViewPr varScale="1">
        <p:scale>
          <a:sx n="104" d="100"/>
          <a:sy n="104" d="100"/>
        </p:scale>
        <p:origin x="300"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7A6E63-80C6-4035-81B9-711335FD2DCD}"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96E0F2-F18B-4588-B631-7E28A5B5C1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零件进检的规则，什么零件要检测；</a:t>
            </a:r>
            <a:endParaRPr lang="en-US" altLang="zh-CN" dirty="0"/>
          </a:p>
          <a:p>
            <a:r>
              <a:rPr lang="zh-CN" altLang="en-US" dirty="0"/>
              <a:t>储能零部件供应商也要</a:t>
            </a:r>
            <a:endParaRPr lang="en-US" altLang="zh-CN" dirty="0"/>
          </a:p>
          <a:p>
            <a:r>
              <a:rPr lang="zh-CN" altLang="en-US" dirty="0"/>
              <a:t>蒋：储能最近的零部件的检测，先研究起来（陈凤）</a:t>
            </a:r>
            <a:endParaRPr lang="en-US" altLang="zh-CN" dirty="0"/>
          </a:p>
          <a:p>
            <a:r>
              <a:rPr lang="zh-CN" altLang="en-US" dirty="0"/>
              <a:t>江：供应商的设备需要配最简版的</a:t>
            </a:r>
            <a:r>
              <a:rPr lang="en-US" altLang="zh-CN" dirty="0"/>
              <a:t>MES</a:t>
            </a:r>
            <a:r>
              <a:rPr lang="zh-CN" altLang="en-US" dirty="0"/>
              <a:t>，监控管理起来。控制住供应商的数据，我们原材料可以节省检测。</a:t>
            </a:r>
            <a:endParaRPr lang="en-US" altLang="zh-CN" dirty="0"/>
          </a:p>
          <a:p>
            <a:r>
              <a:rPr lang="zh-CN" altLang="en-US" dirty="0"/>
              <a:t>在</a:t>
            </a:r>
            <a:r>
              <a:rPr lang="en-US" altLang="zh-CN" dirty="0"/>
              <a:t>MES</a:t>
            </a:r>
            <a:r>
              <a:rPr lang="zh-CN" altLang="en-US" dirty="0"/>
              <a:t>或者制造的数据中台，把数据收回来</a:t>
            </a:r>
            <a:endParaRPr lang="en-US" altLang="zh-CN" dirty="0"/>
          </a:p>
          <a:p>
            <a:r>
              <a:rPr lang="zh-CN" altLang="en-US" dirty="0"/>
              <a:t>先从容易配合的供应商开始做</a:t>
            </a:r>
            <a:endParaRPr lang="en-US" altLang="zh-CN" dirty="0"/>
          </a:p>
          <a:p>
            <a:r>
              <a:rPr lang="zh-CN" altLang="en-US" dirty="0"/>
              <a:t>江：增加新的产品，要容易。一是算法，一是训练易操作</a:t>
            </a:r>
            <a:endParaRPr lang="en-US" altLang="zh-CN" dirty="0"/>
          </a:p>
          <a:p>
            <a:endParaRPr lang="en-US" altLang="zh-CN" dirty="0"/>
          </a:p>
          <a:p>
            <a:r>
              <a:rPr lang="zh-CN" altLang="en-US" dirty="0"/>
              <a:t>手工线是线平衡的</a:t>
            </a:r>
            <a:endParaRPr lang="en-US" altLang="zh-CN" dirty="0"/>
          </a:p>
          <a:p>
            <a:endParaRPr lang="en-US" altLang="zh-CN" dirty="0"/>
          </a:p>
          <a:p>
            <a:r>
              <a:rPr lang="en-US" altLang="zh-CN" dirty="0"/>
              <a:t>Electronics</a:t>
            </a:r>
            <a:r>
              <a:rPr lang="zh-CN" altLang="en-US" dirty="0"/>
              <a:t>不是我们第一阶段的重点</a:t>
            </a:r>
            <a:endParaRPr lang="en-US" altLang="zh-CN" dirty="0"/>
          </a:p>
          <a:p>
            <a:endParaRPr lang="en-US" altLang="zh-CN" dirty="0"/>
          </a:p>
          <a:p>
            <a:r>
              <a:rPr lang="en-US" altLang="zh-CN"/>
              <a:t>test</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7C96E0F2-F18B-4588-B631-7E28A5B5C16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4" Type="http://schemas.openxmlformats.org/officeDocument/2006/relationships/image" Target="../media/image8.jpe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jpe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jpe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4" Type="http://schemas.openxmlformats.org/officeDocument/2006/relationships/image" Target="../media/image8.jpe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15 start welcome de">
    <p:spTree>
      <p:nvGrpSpPr>
        <p:cNvPr id="1" name=""/>
        <p:cNvGrpSpPr/>
        <p:nvPr/>
      </p:nvGrpSpPr>
      <p:grpSpPr>
        <a:xfrm>
          <a:off x="0" y="0"/>
          <a:ext cx="0" cy="0"/>
          <a:chOff x="0" y="0"/>
          <a:chExt cx="0" cy="0"/>
        </a:xfrm>
      </p:grpSpPr>
      <p:pic>
        <p:nvPicPr>
          <p:cNvPr id="6"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8" t="4597"/>
          <a:stretch>
            <a:fillRect/>
          </a:stretch>
        </p:blipFill>
        <p:spPr bwMode="auto">
          <a:xfrm>
            <a:off x="4294748" y="1557433"/>
            <a:ext cx="7332053" cy="4251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Bildplatzhalter 1"/>
          <p:cNvSpPr>
            <a:spLocks noGrp="1"/>
          </p:cNvSpPr>
          <p:nvPr>
            <p:ph type="pic" sz="quarter" idx="12" hasCustomPrompt="1"/>
          </p:nvPr>
        </p:nvSpPr>
        <p:spPr bwMode="gray">
          <a:xfrm>
            <a:off x="551279" y="1557433"/>
            <a:ext cx="3598797" cy="4247167"/>
          </a:xfrm>
          <a:prstGeom prst="rect">
            <a:avLst/>
          </a:prstGeom>
          <a:solidFill>
            <a:schemeClr val="bg1"/>
          </a:solidFill>
        </p:spPr>
        <p:txBody>
          <a:bodyPr vert="horz" lIns="252000" tIns="252000" rIns="252000" bIns="252000" rtlCol="0" anchor="ctr" anchorCtr="0">
            <a:noAutofit/>
          </a:bodyPr>
          <a:lstStyle>
            <a:lvl1pPr marL="285750" indent="-285750" algn="ctr">
              <a:buNone/>
              <a:defRPr lang="de-DE" dirty="0"/>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49347" y="906990"/>
            <a:ext cx="11089443"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sp>
        <p:nvSpPr>
          <p:cNvPr id="9"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15 start individual">
    <p:spTree>
      <p:nvGrpSpPr>
        <p:cNvPr id="1" name=""/>
        <p:cNvGrpSpPr/>
        <p:nvPr/>
      </p:nvGrpSpPr>
      <p:grpSpPr>
        <a:xfrm>
          <a:off x="0" y="0"/>
          <a:ext cx="0" cy="0"/>
          <a:chOff x="0" y="0"/>
          <a:chExt cx="0" cy="0"/>
        </a:xfrm>
      </p:grpSpPr>
      <p:sp>
        <p:nvSpPr>
          <p:cNvPr id="8" name="Bildplatzhalter"/>
          <p:cNvSpPr>
            <a:spLocks noGrp="1"/>
          </p:cNvSpPr>
          <p:nvPr>
            <p:ph type="pic" sz="quarter" idx="12" hasCustomPrompt="1"/>
          </p:nvPr>
        </p:nvSpPr>
        <p:spPr bwMode="gray">
          <a:xfrm>
            <a:off x="551279" y="1557434"/>
            <a:ext cx="11089443" cy="4247166"/>
          </a:xfrm>
          <a:prstGeom prst="rect">
            <a:avLst/>
          </a:prstGeom>
          <a:solidFill>
            <a:schemeClr val="bg1"/>
          </a:solidFill>
        </p:spPr>
        <p:txBody>
          <a:bodyPr vert="horz" lIns="252000" tIns="252000" rIns="252000" bIns="252000" rtlCol="0" anchor="ctr" anchorCtr="0">
            <a:noAutofit/>
          </a:bodyPr>
          <a:lstStyle>
            <a:lvl1pPr marL="285750" indent="-285750" algn="ctr">
              <a:buNone/>
              <a:defRPr lang="de-DE" dirty="0"/>
            </a:lvl1pPr>
          </a:lstStyle>
          <a:p>
            <a:r>
              <a:rPr lang="en-US" noProof="0" dirty="0"/>
              <a:t>Please insert a picture.</a:t>
            </a:r>
            <a:endParaRPr lang="en-US" noProof="0" dirty="0"/>
          </a:p>
        </p:txBody>
      </p:sp>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7" name="Titel"/>
          <p:cNvSpPr>
            <a:spLocks noGrp="1"/>
          </p:cNvSpPr>
          <p:nvPr>
            <p:ph type="title" hasCustomPrompt="1"/>
          </p:nvPr>
        </p:nvSpPr>
        <p:spPr bwMode="gray">
          <a:xfrm>
            <a:off x="549347" y="906990"/>
            <a:ext cx="11089442" cy="647850"/>
          </a:xfrm>
          <a:prstGeom prst="rect">
            <a:avLst/>
          </a:prstGeom>
        </p:spPr>
        <p:txBody>
          <a:bodyPr vert="horz" lIns="0" tIns="0" rIns="0" bIns="0" rtlCol="0" anchor="t">
            <a:noAutofit/>
          </a:bodyPr>
          <a:lstStyle/>
          <a:p>
            <a:r>
              <a:rPr lang="en-US" noProof="0" dirty="0"/>
              <a:t>Please insert the topic of the presentation</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15 start standard 3">
    <p:spTree>
      <p:nvGrpSpPr>
        <p:cNvPr id="1" name=""/>
        <p:cNvGrpSpPr/>
        <p:nvPr/>
      </p:nvGrpSpPr>
      <p:grpSpPr>
        <a:xfrm>
          <a:off x="0" y="0"/>
          <a:ext cx="0" cy="0"/>
          <a:chOff x="0" y="0"/>
          <a:chExt cx="0" cy="0"/>
        </a:xfrm>
      </p:grpSpPr>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7"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pic>
        <p:nvPicPr>
          <p:cNvPr id="3" name="图片 2"/>
          <p:cNvPicPr>
            <a:picLocks noChangeAspect="1"/>
          </p:cNvPicPr>
          <p:nvPr userDrawn="1"/>
        </p:nvPicPr>
        <p:blipFill>
          <a:blip r:embed="rId2"/>
          <a:stretch>
            <a:fillRect/>
          </a:stretch>
        </p:blipFill>
        <p:spPr>
          <a:xfrm>
            <a:off x="2515796" y="1554840"/>
            <a:ext cx="6925291" cy="46352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15 start standard 4">
    <p:spTree>
      <p:nvGrpSpPr>
        <p:cNvPr id="1" name=""/>
        <p:cNvGrpSpPr/>
        <p:nvPr/>
      </p:nvGrpSpPr>
      <p:grpSpPr>
        <a:xfrm>
          <a:off x="0" y="0"/>
          <a:ext cx="0" cy="0"/>
          <a:chOff x="0" y="0"/>
          <a:chExt cx="0" cy="0"/>
        </a:xfrm>
      </p:grpSpPr>
      <p:pic>
        <p:nvPicPr>
          <p:cNvPr id="10" name="Grafik"/>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gray">
          <a:xfrm>
            <a:off x="551279" y="1557433"/>
            <a:ext cx="11089443" cy="4247167"/>
          </a:xfrm>
          <a:prstGeom prst="rect">
            <a:avLst/>
          </a:prstGeom>
        </p:spPr>
      </p:pic>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7"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15 start standard 6">
    <p:spTree>
      <p:nvGrpSpPr>
        <p:cNvPr id="1" name=""/>
        <p:cNvGrpSpPr/>
        <p:nvPr/>
      </p:nvGrpSpPr>
      <p:grpSpPr>
        <a:xfrm>
          <a:off x="0" y="0"/>
          <a:ext cx="0" cy="0"/>
          <a:chOff x="0" y="0"/>
          <a:chExt cx="0" cy="0"/>
        </a:xfrm>
      </p:grpSpPr>
      <p:pic>
        <p:nvPicPr>
          <p:cNvPr id="8" name="Grafik"/>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gray">
          <a:xfrm>
            <a:off x="549346" y="1556977"/>
            <a:ext cx="11089443" cy="4246288"/>
          </a:xfrm>
          <a:prstGeom prst="rect">
            <a:avLst/>
          </a:prstGeom>
        </p:spPr>
      </p:pic>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5"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15 start standard 6">
    <p:spTree>
      <p:nvGrpSpPr>
        <p:cNvPr id="1" name=""/>
        <p:cNvGrpSpPr/>
        <p:nvPr/>
      </p:nvGrpSpPr>
      <p:grpSpPr>
        <a:xfrm>
          <a:off x="0" y="0"/>
          <a:ext cx="0" cy="0"/>
          <a:chOff x="0" y="0"/>
          <a:chExt cx="0" cy="0"/>
        </a:xfrm>
      </p:grpSpPr>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5"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t="4423" b="12562"/>
          <a:stretch>
            <a:fillRect/>
          </a:stretch>
        </p:blipFill>
        <p:spPr>
          <a:xfrm>
            <a:off x="549347" y="1562238"/>
            <a:ext cx="11089443" cy="41890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15 end thank you de">
    <p:spTree>
      <p:nvGrpSpPr>
        <p:cNvPr id="1" name=""/>
        <p:cNvGrpSpPr/>
        <p:nvPr/>
      </p:nvGrpSpPr>
      <p:grpSpPr>
        <a:xfrm>
          <a:off x="0" y="0"/>
          <a:ext cx="0" cy="0"/>
          <a:chOff x="0" y="0"/>
          <a:chExt cx="0" cy="0"/>
        </a:xfrm>
      </p:grpSpPr>
      <p:pic>
        <p:nvPicPr>
          <p:cNvPr id="11"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928" t="1055" r="-2668"/>
          <a:stretch>
            <a:fillRect/>
          </a:stretch>
        </p:blipFill>
        <p:spPr bwMode="auto">
          <a:xfrm>
            <a:off x="4294748" y="1556978"/>
            <a:ext cx="7346317" cy="425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Bildplatzhalter"/>
          <p:cNvSpPr>
            <a:spLocks noGrp="1"/>
          </p:cNvSpPr>
          <p:nvPr>
            <p:ph type="pic" sz="quarter" idx="12" hasCustomPrompt="1"/>
          </p:nvPr>
        </p:nvSpPr>
        <p:spPr bwMode="gray">
          <a:xfrm>
            <a:off x="549347" y="1556977"/>
            <a:ext cx="3598797" cy="4247167"/>
          </a:xfrm>
          <a:prstGeom prst="rect">
            <a:avLst/>
          </a:prstGeom>
          <a:solidFill>
            <a:schemeClr val="bg1"/>
          </a:solidFill>
        </p:spPr>
        <p:txBody>
          <a:bodyPr vert="horz" lIns="252000" tIns="252000" rIns="252000" bIns="252000" rtlCol="0" anchor="ctr" anchorCtr="0">
            <a:noAutofit/>
          </a:bodyPr>
          <a:lstStyle>
            <a:lvl1pPr marL="285750" indent="-285750" algn="ctr">
              <a:buNone/>
              <a:defRPr lang="de-DE" dirty="0"/>
            </a:lvl1pPr>
          </a:lstStyle>
          <a:p>
            <a:r>
              <a:rPr lang="en-US" noProof="0" dirty="0"/>
              <a:t>Please insert a picture.</a:t>
            </a:r>
            <a:endParaRPr lang="en-US" noProof="0" dirty="0"/>
          </a:p>
        </p:txBody>
      </p:sp>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endParaRPr lang="en-US" noProof="0" dirty="0"/>
          </a:p>
        </p:txBody>
      </p:sp>
      <p:sp>
        <p:nvSpPr>
          <p:cNvPr id="1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15 for agenda slide">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8038559" y="1557434"/>
            <a:ext cx="3600469" cy="4246710"/>
          </a:xfrm>
          <a:prstGeom prst="rect">
            <a:avLst/>
          </a:prstGeom>
          <a:solidFill>
            <a:schemeClr val="bg1"/>
          </a:solidFill>
        </p:spPr>
        <p:txBody>
          <a:bodyPr vert="horz" lIns="252000" tIns="252000" rIns="252000" bIns="252000" rtlCol="0" anchor="ctr" anchorCtr="0">
            <a:noAutofit/>
          </a:bodyPr>
          <a:lstStyle>
            <a:lvl1pPr marL="285750" indent="-285750" algn="ctr">
              <a:buNone/>
              <a:defRPr lang="de-DE" dirty="0"/>
            </a:lvl1pPr>
          </a:lstStyle>
          <a:p>
            <a:r>
              <a:rPr lang="en-US" noProof="0" dirty="0"/>
              <a:t>Please insert a picture.</a:t>
            </a:r>
            <a:endParaRPr lang="en-US" noProof="0" dirty="0"/>
          </a:p>
        </p:txBody>
      </p:sp>
      <p:sp>
        <p:nvSpPr>
          <p:cNvPr id="6" name="Textplatzhalter 2"/>
          <p:cNvSpPr>
            <a:spLocks noGrp="1"/>
          </p:cNvSpPr>
          <p:nvPr>
            <p:ph type="body" sz="quarter" idx="17" hasCustomPrompt="1"/>
          </p:nvPr>
        </p:nvSpPr>
        <p:spPr bwMode="gray">
          <a:xfrm>
            <a:off x="551279" y="1557433"/>
            <a:ext cx="7344956" cy="431900"/>
          </a:xfrm>
          <a:solidFill>
            <a:schemeClr val="accent1"/>
          </a:solidFill>
        </p:spPr>
        <p:txBody>
          <a:bodyPr/>
          <a:lstStyle>
            <a:lvl1pPr marL="17780" indent="0">
              <a:buNone/>
              <a:defRPr>
                <a:solidFill>
                  <a:schemeClr val="accent1"/>
                </a:solidFill>
              </a:defRPr>
            </a:lvl1pPr>
          </a:lstStyle>
          <a:p>
            <a:pPr lvl="0"/>
            <a:r>
              <a:rPr lang="de-DE" noProof="0" dirty="0"/>
              <a:t>Auszeichnung</a:t>
            </a:r>
            <a:endParaRPr lang="de-DE" noProof="0" dirty="0"/>
          </a:p>
        </p:txBody>
      </p:sp>
      <p:sp>
        <p:nvSpPr>
          <p:cNvPr id="8" name="Textplatzhalter 1"/>
          <p:cNvSpPr>
            <a:spLocks noGrp="1"/>
          </p:cNvSpPr>
          <p:nvPr>
            <p:ph idx="1" hasCustomPrompt="1"/>
          </p:nvPr>
        </p:nvSpPr>
        <p:spPr bwMode="gray">
          <a:xfrm>
            <a:off x="551279" y="1557433"/>
            <a:ext cx="7056919" cy="4247017"/>
          </a:xfrm>
          <a:prstGeom prst="rect">
            <a:avLst/>
          </a:prstGeom>
        </p:spPr>
        <p:txBody>
          <a:bodyPr vert="horz" lIns="7200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baseline="0"/>
            </a:lvl1pPr>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buChar char="§"/>
              <a:defRPr/>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en-US" noProof="0" dirty="0"/>
              <a:t>Please insert the name of Chapter 1 …</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49346" y="906990"/>
            <a:ext cx="11089443" cy="647850"/>
          </a:xfrm>
        </p:spPr>
        <p:txBody>
          <a:bodyPr/>
          <a:lstStyle>
            <a:lvl1pPr>
              <a:defRPr b="0" i="0">
                <a:latin typeface="微软雅黑" panose="020B0503020204020204" pitchFamily="34" charset="-122"/>
              </a:defRPr>
            </a:lvl1pPr>
          </a:lstStyle>
          <a:p>
            <a:r>
              <a:rPr lang="en-US" noProof="0" dirty="0"/>
              <a:t>Agenda</a:t>
            </a:r>
            <a:endParaRPr lang="en-US" noProof="0" dirty="0"/>
          </a:p>
        </p:txBody>
      </p:sp>
      <p:sp>
        <p:nvSpPr>
          <p:cNvPr id="11" name="Textplatzhalter"/>
          <p:cNvSpPr>
            <a:spLocks noGrp="1"/>
          </p:cNvSpPr>
          <p:nvPr>
            <p:ph type="body" sz="quarter" idx="15" hasCustomPrompt="1"/>
          </p:nvPr>
        </p:nvSpPr>
        <p:spPr bwMode="gray">
          <a:xfrm>
            <a:off x="551279" y="467067"/>
            <a:ext cx="11089443" cy="431900"/>
          </a:xfrm>
          <a:noFill/>
        </p:spPr>
        <p:txBody>
          <a:bodyPr tIns="0" bIns="0" anchor="ctr" anchorCtr="0"/>
          <a:lstStyle>
            <a:lvl1pPr marL="0" indent="0">
              <a:buFontTx/>
              <a:buNone/>
              <a:defRPr/>
            </a:lvl1pPr>
          </a:lstStyle>
          <a:p>
            <a:pPr marL="0" lvl="0" indent="0">
              <a:buNone/>
            </a:pPr>
            <a:r>
              <a:rPr lang="en-US" noProof="0" dirty="0"/>
              <a:t>Please insert the topic of the presentation</a:t>
            </a:r>
            <a:endParaRPr lang="en-US" noProof="0" dirty="0"/>
          </a:p>
        </p:txBody>
      </p:sp>
      <p:sp>
        <p:nvSpPr>
          <p:cNvPr id="12" name="Fußzeilenplatzhalter"/>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a:solidFill>
                  <a:schemeClr val="tx1"/>
                </a:solidFill>
              </a:defRPr>
            </a:lvl1pPr>
          </a:lstStyle>
          <a:p>
            <a:r>
              <a:rPr lang="en-US" noProof="0"/>
              <a:t>Name of the Speaker / Title of the presentation / Date</a:t>
            </a:r>
            <a:endParaRPr lang="de-DE" noProof="0" dirty="0"/>
          </a:p>
        </p:txBody>
      </p:sp>
      <p:sp>
        <p:nvSpPr>
          <p:cNvPr id="13" name="Foliennummernplatzhalt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noProof="0" smtClean="0"/>
            </a:fld>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15 title, 1 text only">
    <p:spTree>
      <p:nvGrpSpPr>
        <p:cNvPr id="1" name=""/>
        <p:cNvGrpSpPr/>
        <p:nvPr/>
      </p:nvGrpSpPr>
      <p:grpSpPr>
        <a:xfrm>
          <a:off x="0" y="0"/>
          <a:ext cx="0" cy="0"/>
          <a:chOff x="0" y="0"/>
          <a:chExt cx="0" cy="0"/>
        </a:xfrm>
      </p:grpSpPr>
      <p:sp>
        <p:nvSpPr>
          <p:cNvPr id="10" name="Textplatzhalter"/>
          <p:cNvSpPr>
            <a:spLocks noGrp="1"/>
          </p:cNvSpPr>
          <p:nvPr>
            <p:ph type="body" sz="quarter" idx="16" hasCustomPrompt="1"/>
          </p:nvPr>
        </p:nvSpPr>
        <p:spPr bwMode="gray">
          <a:xfrm>
            <a:off x="551279" y="1557433"/>
            <a:ext cx="7344956" cy="4247017"/>
          </a:xfrm>
          <a:noFill/>
          <a:ln>
            <a:noFill/>
          </a:ln>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en-US" noProof="0" dirty="0"/>
              <a:t>Click to insert text. For further chart layouts, please refer to Layout.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8" name="Textplatzhalter"/>
          <p:cNvSpPr>
            <a:spLocks noGrp="1"/>
          </p:cNvSpPr>
          <p:nvPr>
            <p:ph type="body" sz="quarter" idx="15" hasCustomPrompt="1"/>
          </p:nvPr>
        </p:nvSpPr>
        <p:spPr bwMode="gray">
          <a:xfrm>
            <a:off x="551279" y="467067"/>
            <a:ext cx="11089443" cy="431900"/>
          </a:xfrm>
          <a:noFill/>
        </p:spPr>
        <p:txBody>
          <a:bodyPr tIns="0" bIns="0" anchor="ctr" anchorCtr="0"/>
          <a:lstStyle>
            <a:lvl1pPr marL="0" marR="0" indent="0" algn="l" defTabSz="914400" rtl="0" eaLnBrk="1" fontAlgn="auto" latinLnBrk="0" hangingPunct="1">
              <a:lnSpc>
                <a:spcPct val="100000"/>
              </a:lnSpc>
              <a:spcBef>
                <a:spcPts val="1000"/>
              </a:spcBef>
              <a:spcAft>
                <a:spcPts val="0"/>
              </a:spcAft>
              <a:buClr>
                <a:schemeClr val="accent2"/>
              </a:buClr>
              <a:buSzTx/>
              <a:buFontTx/>
              <a:buNone/>
              <a:defRPr/>
            </a:lvl1pPr>
          </a:lstStyle>
          <a:p>
            <a:pPr marL="0" marR="0" lvl="0" indent="0" algn="l" defTabSz="914400" rtl="0" eaLnBrk="1" fontAlgn="auto" latinLnBrk="0" hangingPunct="1">
              <a:lnSpc>
                <a:spcPct val="100000"/>
              </a:lnSpc>
              <a:spcBef>
                <a:spcPts val="1000"/>
              </a:spcBef>
              <a:spcAft>
                <a:spcPts val="0"/>
              </a:spcAft>
              <a:buClr>
                <a:schemeClr val="accent2"/>
              </a:buClr>
              <a:buSzTx/>
              <a:buFontTx/>
              <a:buNone/>
              <a:defRPr/>
            </a:pPr>
            <a:r>
              <a:rPr lang="en-US" noProof="0" dirty="0"/>
              <a:t>Please insert the name of the chapter</a:t>
            </a:r>
            <a:endParaRPr lang="en-US" noProof="0" dirty="0"/>
          </a:p>
        </p:txBody>
      </p:sp>
      <p:sp>
        <p:nvSpPr>
          <p:cNvPr id="7" name="Fußzeilenplatzhalter"/>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a:solidFill>
                  <a:schemeClr val="tx1"/>
                </a:solidFill>
              </a:defRPr>
            </a:lvl1pPr>
          </a:lstStyle>
          <a:p>
            <a:r>
              <a:rPr lang="en-US" noProof="0"/>
              <a:t>Name of the Speaker / Title of the presentation / Date</a:t>
            </a:r>
            <a:endParaRPr lang="de-DE" noProof="0" dirty="0"/>
          </a:p>
        </p:txBody>
      </p:sp>
      <p:sp>
        <p:nvSpPr>
          <p:cNvPr id="9" name="Foliennummernplatzhalt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noProof="0" smtClean="0"/>
            </a:fld>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16_2 1 small  pic + text">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8040253"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9" name="Textplatzhalter 2"/>
          <p:cNvSpPr>
            <a:spLocks noGrp="1"/>
          </p:cNvSpPr>
          <p:nvPr>
            <p:ph idx="15" hasCustomPrompt="1"/>
          </p:nvPr>
        </p:nvSpPr>
        <p:spPr bwMode="gray">
          <a:xfrm>
            <a:off x="550872" y="1558439"/>
            <a:ext cx="7344956" cy="4247017"/>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en-US" noProof="0" dirty="0"/>
              <a:t>Click to insert text. For further chart layouts, please refer to Layout.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15 title, highlight standard">
    <p:spTree>
      <p:nvGrpSpPr>
        <p:cNvPr id="1" name=""/>
        <p:cNvGrpSpPr/>
        <p:nvPr/>
      </p:nvGrpSpPr>
      <p:grpSpPr>
        <a:xfrm>
          <a:off x="0" y="0"/>
          <a:ext cx="0" cy="0"/>
          <a:chOff x="0" y="0"/>
          <a:chExt cx="0" cy="0"/>
        </a:xfrm>
      </p:grpSpPr>
      <p:sp>
        <p:nvSpPr>
          <p:cNvPr id="12" name="Textplatzhalter 3"/>
          <p:cNvSpPr>
            <a:spLocks noGrp="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800">
                <a:solidFill>
                  <a:schemeClr val="bg1"/>
                </a:solidFill>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For an important statement or result.</a:t>
            </a:r>
            <a:endParaRPr lang="en-US" noProof="0" dirty="0"/>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vl5pPr marL="1799590" indent="-269875" defTabSz="914400">
              <a:spcAft>
                <a:spcPts val="0"/>
              </a:spcAft>
              <a:buClr>
                <a:schemeClr val="accent2"/>
              </a:buClr>
              <a:buFont typeface="Wingdings" panose="05000000000000000000" pitchFamily="2" charset="2"/>
              <a:defRPr/>
            </a:lvl5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15 title, highlight core">
    <p:spTree>
      <p:nvGrpSpPr>
        <p:cNvPr id="1" name=""/>
        <p:cNvGrpSpPr/>
        <p:nvPr/>
      </p:nvGrpSpPr>
      <p:grpSpPr>
        <a:xfrm>
          <a:off x="0" y="0"/>
          <a:ext cx="0" cy="0"/>
          <a:chOff x="0" y="0"/>
          <a:chExt cx="0" cy="0"/>
        </a:xfrm>
      </p:grpSpPr>
      <p:sp>
        <p:nvSpPr>
          <p:cNvPr id="12" name="Textplatzhalter 3"/>
          <p:cNvSpPr>
            <a:spLocks noGrp="1"/>
          </p:cNvSpPr>
          <p:nvPr>
            <p:ph type="body" sz="quarter" idx="17" hasCustomPrompt="1"/>
          </p:nvPr>
        </p:nvSpPr>
        <p:spPr bwMode="gray">
          <a:xfrm>
            <a:off x="1" y="3753931"/>
            <a:ext cx="12192000" cy="2051525"/>
          </a:xfrm>
          <a:prstGeom prst="rect">
            <a:avLst/>
          </a:prstGeom>
          <a:solidFill>
            <a:schemeClr val="accent3"/>
          </a:solidFill>
        </p:spPr>
        <p:txBody>
          <a:bodyPr lIns="540000" tIns="252000" rIns="540000" bIns="252000" anchor="ctr" anchorCtr="0"/>
          <a:lstStyle>
            <a:lvl1pPr marL="0" indent="0" algn="ctr">
              <a:buFontTx/>
              <a:buNone/>
              <a:defRPr sz="2800">
                <a:solidFill>
                  <a:schemeClr val="tx1"/>
                </a:solidFill>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For a core information or strategic statement.</a:t>
            </a:r>
            <a:endParaRPr lang="en-US" noProof="0" dirty="0"/>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vl5pPr marL="1799590" indent="-269875" defTabSz="914400">
              <a:spcAft>
                <a:spcPts val="0"/>
              </a:spcAft>
              <a:buClr>
                <a:schemeClr val="accent2"/>
              </a:buClr>
              <a:buFont typeface="Wingdings" panose="05000000000000000000" pitchFamily="2" charset="2"/>
              <a:defRPr/>
            </a:lvl5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16 quote image">
    <p:spTree>
      <p:nvGrpSpPr>
        <p:cNvPr id="1" name=""/>
        <p:cNvGrpSpPr/>
        <p:nvPr/>
      </p:nvGrpSpPr>
      <p:grpSpPr>
        <a:xfrm>
          <a:off x="0" y="0"/>
          <a:ext cx="0" cy="0"/>
          <a:chOff x="0" y="0"/>
          <a:chExt cx="0" cy="0"/>
        </a:xfrm>
      </p:grpSpPr>
      <p:sp>
        <p:nvSpPr>
          <p:cNvPr id="9" name="Textplatzhalter"/>
          <p:cNvSpPr>
            <a:spLocks noGrp="1"/>
          </p:cNvSpPr>
          <p:nvPr>
            <p:ph type="body" sz="quarter" idx="17" hasCustomPrompt="1"/>
          </p:nvPr>
        </p:nvSpPr>
        <p:spPr bwMode="gray">
          <a:xfrm>
            <a:off x="0" y="0"/>
            <a:ext cx="12191999" cy="5805456"/>
          </a:xfrm>
          <a:prstGeom prst="rect">
            <a:avLst/>
          </a:prstGeom>
          <a:solidFill>
            <a:schemeClr val="accent2"/>
          </a:solidFill>
        </p:spPr>
        <p:txBody>
          <a:bodyPr lIns="540000" tIns="540000" rIns="540000" bIns="540000" anchor="ctr" anchorCtr="0"/>
          <a:lstStyle>
            <a:lvl1pPr marL="0" indent="0" algn="ctr">
              <a:buFontTx/>
              <a:buNone/>
              <a:defRPr sz="2800" baseline="0">
                <a:solidFill>
                  <a:schemeClr val="bg1"/>
                </a:solidFill>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For important summaries.</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8"/>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P16 quote black">
    <p:bg>
      <p:bgPr>
        <a:solidFill>
          <a:srgbClr val="000000"/>
        </a:solidFill>
        <a:effectLst/>
      </p:bgPr>
    </p:bg>
    <p:spTree>
      <p:nvGrpSpPr>
        <p:cNvPr id="1" name=""/>
        <p:cNvGrpSpPr/>
        <p:nvPr/>
      </p:nvGrpSpPr>
      <p:grpSpPr>
        <a:xfrm>
          <a:off x="0" y="0"/>
          <a:ext cx="0" cy="0"/>
          <a:chOff x="0" y="0"/>
          <a:chExt cx="0" cy="0"/>
        </a:xfrm>
      </p:grpSpPr>
      <p:sp>
        <p:nvSpPr>
          <p:cNvPr id="30" name="Textplatzhalter"/>
          <p:cNvSpPr>
            <a:spLocks noGrp="1"/>
          </p:cNvSpPr>
          <p:nvPr>
            <p:ph type="body" sz="quarter" idx="17" hasCustomPrompt="1"/>
          </p:nvPr>
        </p:nvSpPr>
        <p:spPr bwMode="gray">
          <a:xfrm>
            <a:off x="0" y="0"/>
            <a:ext cx="12191999" cy="6858000"/>
          </a:xfrm>
          <a:prstGeom prst="rect">
            <a:avLst/>
          </a:prstGeom>
          <a:solidFill>
            <a:schemeClr val="tx1"/>
          </a:solidFill>
        </p:spPr>
        <p:txBody>
          <a:bodyPr lIns="540000" tIns="540000" rIns="540000" bIns="540000" anchor="ctr" anchorCtr="0"/>
          <a:lstStyle>
            <a:lvl1pPr marL="0" indent="0" algn="ctr">
              <a:buFontTx/>
              <a:buNone/>
              <a:defRPr sz="2800" baseline="0">
                <a:solidFill>
                  <a:schemeClr val="bg1"/>
                </a:solidFill>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In exceptional cases, a special</a:t>
            </a:r>
            <a:br>
              <a:rPr lang="en-US" noProof="0" dirty="0"/>
            </a:br>
            <a:r>
              <a:rPr lang="en-US" noProof="0" dirty="0"/>
              <a:t>core information or strategic statement.</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15 title">
    <p:spTree>
      <p:nvGrpSpPr>
        <p:cNvPr id="1" name=""/>
        <p:cNvGrpSpPr/>
        <p:nvPr/>
      </p:nvGrpSpPr>
      <p:grpSpPr>
        <a:xfrm>
          <a:off x="0" y="0"/>
          <a:ext cx="0" cy="0"/>
          <a:chOff x="0" y="0"/>
          <a:chExt cx="0" cy="0"/>
        </a:xfrm>
      </p:grpSpPr>
      <p:sp>
        <p:nvSpPr>
          <p:cNvPr id="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6" name="Textplatzhalter"/>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15 empty">
    <p:spTree>
      <p:nvGrpSpPr>
        <p:cNvPr id="1" name=""/>
        <p:cNvGrpSpPr/>
        <p:nvPr/>
      </p:nvGrpSpPr>
      <p:grpSpPr>
        <a:xfrm>
          <a:off x="0" y="0"/>
          <a:ext cx="0" cy="0"/>
          <a:chOff x="0" y="0"/>
          <a:chExt cx="0" cy="0"/>
        </a:xfrm>
      </p:grpSpPr>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1"/>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16 title, 1 table and diagramm only">
    <p:spTree>
      <p:nvGrpSpPr>
        <p:cNvPr id="1" name=""/>
        <p:cNvGrpSpPr/>
        <p:nvPr/>
      </p:nvGrpSpPr>
      <p:grpSpPr>
        <a:xfrm>
          <a:off x="0" y="0"/>
          <a:ext cx="0" cy="0"/>
          <a:chOff x="0" y="0"/>
          <a:chExt cx="0" cy="0"/>
        </a:xfrm>
      </p:grpSpPr>
      <p:sp>
        <p:nvSpPr>
          <p:cNvPr id="14" name="Textplatzhalter 2"/>
          <p:cNvSpPr>
            <a:spLocks noGrp="1"/>
          </p:cNvSpPr>
          <p:nvPr>
            <p:ph idx="1" hasCustomPrompt="1"/>
          </p:nvPr>
        </p:nvSpPr>
        <p:spPr bwMode="gray">
          <a:xfrm>
            <a:off x="551279" y="1557433"/>
            <a:ext cx="11089443" cy="4247017"/>
          </a:xfrm>
          <a:prstGeom prst="rect">
            <a:avLst/>
          </a:prstGeom>
        </p:spPr>
        <p:txBody>
          <a:bodyPr vert="horz" lIns="0" tIns="72000" rIns="0" bIns="72000" rtlCol="0" anchor="ctr">
            <a:noAutofit/>
          </a:bodyPr>
          <a:lstStyle>
            <a:lvl1pPr marL="0" marR="0" indent="0" algn="ctr"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en-US" noProof="0" dirty="0"/>
              <a:t>Click to insert diagram, </a:t>
            </a:r>
            <a:r>
              <a:rPr lang="en-US" noProof="0" dirty="0" err="1"/>
              <a:t>smartart</a:t>
            </a:r>
            <a:r>
              <a:rPr lang="en-US" noProof="0" dirty="0"/>
              <a:t> or table.</a:t>
            </a:r>
            <a:endParaRPr lang="en-US" noProof="0" dirty="0"/>
          </a:p>
        </p:txBody>
      </p:sp>
      <p:sp>
        <p:nvSpPr>
          <p:cNvPr id="2" name="Titel"/>
          <p:cNvSpPr>
            <a:spLocks noGrp="1"/>
          </p:cNvSpPr>
          <p:nvPr>
            <p:ph type="title" hasCustomPrompt="1"/>
          </p:nvPr>
        </p:nvSpPr>
        <p:spPr bwMode="gray"/>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8" name="Textplatzhalter 1"/>
          <p:cNvSpPr>
            <a:spLocks noGrp="1"/>
          </p:cNvSpPr>
          <p:nvPr>
            <p:ph type="body" sz="quarter" idx="15" hasCustomPrompt="1"/>
          </p:nvPr>
        </p:nvSpPr>
        <p:spPr bwMode="gray">
          <a:xfrm>
            <a:off x="551279"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15 title, 1 picture only">
    <p:spTree>
      <p:nvGrpSpPr>
        <p:cNvPr id="1" name=""/>
        <p:cNvGrpSpPr/>
        <p:nvPr/>
      </p:nvGrpSpPr>
      <p:grpSpPr>
        <a:xfrm>
          <a:off x="0" y="0"/>
          <a:ext cx="0" cy="0"/>
          <a:chOff x="0" y="0"/>
          <a:chExt cx="0" cy="0"/>
        </a:xfrm>
      </p:grpSpPr>
      <p:sp>
        <p:nvSpPr>
          <p:cNvPr id="8" name="Textplatzhalter 2"/>
          <p:cNvSpPr>
            <a:spLocks noGrp="1"/>
          </p:cNvSpPr>
          <p:nvPr>
            <p:ph type="body" sz="quarter" idx="17" hasCustomPrompt="1"/>
          </p:nvPr>
        </p:nvSpPr>
        <p:spPr bwMode="gray">
          <a:xfrm>
            <a:off x="550872" y="5804144"/>
            <a:ext cx="7489225" cy="216395"/>
          </a:xfrm>
        </p:spPr>
        <p:txBody>
          <a:bodyPr tIns="36000" bIns="36000"/>
          <a:lstStyle>
            <a:lvl1pPr marL="0" indent="0" algn="l">
              <a:spcBef>
                <a:spcPts val="0"/>
              </a:spcBef>
              <a:buNone/>
              <a:defRPr sz="1000"/>
            </a:lvl1pPr>
            <a:lvl2pPr>
              <a:defRPr sz="800"/>
            </a:lvl2pPr>
            <a:lvl3pPr>
              <a:defRPr sz="800"/>
            </a:lvl3pPr>
            <a:lvl4pPr>
              <a:defRPr sz="800"/>
            </a:lvl4pPr>
            <a:lvl5pPr>
              <a:defRPr sz="800"/>
            </a:lvl5pPr>
          </a:lstStyle>
          <a:p>
            <a:pPr lvl="0"/>
            <a:r>
              <a:rPr lang="en-US" noProof="0" dirty="0"/>
              <a:t>Click to insert description for the picture.</a:t>
            </a:r>
            <a:endParaRPr lang="en-US" noProof="0" dirty="0"/>
          </a:p>
        </p:txBody>
      </p:sp>
      <p:sp>
        <p:nvSpPr>
          <p:cNvPr id="7" name="Bildplatzhalter"/>
          <p:cNvSpPr>
            <a:spLocks noGrp="1"/>
          </p:cNvSpPr>
          <p:nvPr>
            <p:ph type="pic" sz="quarter" idx="12" hasCustomPrompt="1"/>
          </p:nvPr>
        </p:nvSpPr>
        <p:spPr bwMode="gray">
          <a:xfrm>
            <a:off x="550872" y="1558439"/>
            <a:ext cx="11089443" cy="4247017"/>
          </a:xfrm>
          <a:prstGeom prst="rect">
            <a:avLst/>
          </a:prstGeom>
          <a:solidFill>
            <a:schemeClr val="bg1"/>
          </a:solidFill>
        </p:spPr>
        <p:txBody>
          <a:bodyPr vert="horz" lIns="252000" tIns="252000" rIns="252000" bIns="252000" rtlCol="0" anchor="ctr" anchorCtr="0">
            <a:noAutofit/>
          </a:bodyPr>
          <a:lstStyle>
            <a:lvl1pPr marL="285750" indent="-285750" algn="ctr">
              <a:buNone/>
              <a:defRPr lang="de-DE" dirty="0"/>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15 title, 1-1 columns benefit">
    <p:spTree>
      <p:nvGrpSpPr>
        <p:cNvPr id="1" name=""/>
        <p:cNvGrpSpPr/>
        <p:nvPr/>
      </p:nvGrpSpPr>
      <p:grpSpPr>
        <a:xfrm>
          <a:off x="0" y="0"/>
          <a:ext cx="0" cy="0"/>
          <a:chOff x="0" y="0"/>
          <a:chExt cx="0" cy="0"/>
        </a:xfrm>
      </p:grpSpPr>
      <p:sp>
        <p:nvSpPr>
          <p:cNvPr id="8" name="Textplatzhalter 3"/>
          <p:cNvSpPr>
            <a:spLocks noGrp="1"/>
          </p:cNvSpPr>
          <p:nvPr>
            <p:ph idx="14" hasCustomPrompt="1"/>
          </p:nvPr>
        </p:nvSpPr>
        <p:spPr bwMode="gray">
          <a:xfrm>
            <a:off x="6168010" y="1558439"/>
            <a:ext cx="5472712" cy="4247017"/>
          </a:xfrm>
          <a:prstGeom prst="rect">
            <a:avLst/>
          </a:prstGeom>
        </p:spPr>
        <p:txBody>
          <a:bodyPr vert="horz" lIns="0" tIns="72000" rIns="0" bIns="72000" rtlCol="0">
            <a:noAutofit/>
          </a:bodyPr>
          <a:lstStyle>
            <a:lvl1pPr marL="269875" indent="-269875" defTabSz="914400">
              <a:spcAft>
                <a:spcPts val="0"/>
              </a:spcAft>
              <a:buClr>
                <a:schemeClr val="accent2"/>
              </a:buClr>
              <a:buSzPct val="130000"/>
              <a:buFont typeface="Wingdings" panose="05000000000000000000" pitchFamily="2" charset="2"/>
              <a:buBlip>
                <a:blip r:embed="rId2"/>
              </a:buBlip>
              <a:defRPr/>
            </a:lvl1pPr>
            <a:lvl2pPr marL="720090" indent="-269875" defTabSz="914400">
              <a:spcAft>
                <a:spcPts val="0"/>
              </a:spcAft>
              <a:buClr>
                <a:schemeClr val="accent2"/>
              </a:buClr>
              <a:buSzPct val="130000"/>
              <a:buFont typeface="Wingdings" panose="05000000000000000000" pitchFamily="2" charset="2"/>
              <a:buBlip>
                <a:blip r:embed="rId2"/>
              </a:buBlip>
              <a:defRPr/>
            </a:lvl2pPr>
            <a:lvl3pPr marL="1079500" indent="-269875" defTabSz="914400">
              <a:spcAft>
                <a:spcPts val="0"/>
              </a:spcAft>
              <a:buClr>
                <a:schemeClr val="accent2"/>
              </a:buClr>
              <a:buSzPct val="130000"/>
              <a:buFont typeface="Wingdings" panose="05000000000000000000" pitchFamily="2" charset="2"/>
              <a:buBlip>
                <a:blip r:embed="rId2"/>
              </a:buBlip>
              <a:defRPr/>
            </a:lvl3pPr>
            <a:lvl4pPr marL="1439545" indent="-269875" defTabSz="914400">
              <a:spcAft>
                <a:spcPts val="0"/>
              </a:spcAft>
              <a:buClr>
                <a:schemeClr val="accent2"/>
              </a:buClr>
              <a:buSzPct val="130000"/>
              <a:buFont typeface="Wingdings" panose="05000000000000000000" pitchFamily="2" charset="2"/>
              <a:buBlip>
                <a:blip r:embed="rId2"/>
              </a:buBlip>
              <a:defRPr/>
            </a:lvl4pPr>
            <a:lvl5pPr marL="1799590" indent="-269875" defTabSz="914400">
              <a:spcAft>
                <a:spcPts val="0"/>
              </a:spcAft>
              <a:buClr>
                <a:schemeClr val="accent2"/>
              </a:buClr>
              <a:buSzPct val="130000"/>
              <a:buFont typeface="Wingdings" panose="05000000000000000000" pitchFamily="2" charset="2"/>
              <a:buBlip>
                <a:blip r:embed="rId2"/>
              </a:buBlip>
              <a:defRPr/>
            </a:lvl5pPr>
            <a:lvl6pPr marL="2159635" indent="-269875" defTabSz="914400">
              <a:lnSpc>
                <a:spcPct val="100000"/>
              </a:lnSpc>
              <a:spcAft>
                <a:spcPts val="0"/>
              </a:spcAft>
              <a:buClr>
                <a:schemeClr val="accent2"/>
              </a:buClr>
              <a:buSzPct val="130000"/>
              <a:buFont typeface="Wingdings" panose="05000000000000000000" pitchFamily="2" charset="2"/>
              <a:buBlip>
                <a:blip r:embed="rId2"/>
              </a:buBlip>
              <a:defRPr/>
            </a:lvl6pPr>
            <a:lvl7pPr marL="2519680" indent="-269875" defTabSz="914400">
              <a:lnSpc>
                <a:spcPct val="100000"/>
              </a:lnSpc>
              <a:spcAft>
                <a:spcPts val="0"/>
              </a:spcAft>
              <a:buClr>
                <a:schemeClr val="accent2"/>
              </a:buClr>
              <a:buSzPct val="130000"/>
              <a:buFont typeface="Wingdings" panose="05000000000000000000" pitchFamily="2" charset="2"/>
              <a:buBlip>
                <a:blip r:embed="rId2"/>
              </a:buBlip>
              <a:defRPr/>
            </a:lvl7pPr>
          </a:lstStyle>
          <a:p>
            <a:pPr lvl="0"/>
            <a:r>
              <a:rPr lang="en-US" noProof="0" dirty="0"/>
              <a:t>Click to insert benefit.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6" name="Textplatzhalter 2"/>
          <p:cNvSpPr>
            <a:spLocks noGrp="1"/>
          </p:cNvSpPr>
          <p:nvPr>
            <p:ph idx="1" hasCustomPrompt="1"/>
          </p:nvPr>
        </p:nvSpPr>
        <p:spPr bwMode="gray">
          <a:xfrm>
            <a:off x="550872" y="1558439"/>
            <a:ext cx="5472712" cy="4247017"/>
          </a:xfrm>
          <a:prstGeom prst="rect">
            <a:avLst/>
          </a:prstGeom>
        </p:spPr>
        <p:txBody>
          <a:bodyPr vert="horz" lIns="0" tIns="72000" rIns="0" bIns="72000" rtlCol="0">
            <a:noAutofit/>
          </a:bodyPr>
          <a:lstStyle>
            <a:lvl1pPr marL="269875" indent="-285750">
              <a:buSzPct val="130000"/>
              <a:buFontTx/>
              <a:buBlip>
                <a:blip r:embed="rId2"/>
              </a:buBlip>
              <a:defRPr baseline="0">
                <a:solidFill>
                  <a:schemeClr val="tx1"/>
                </a:solidFill>
              </a:defRPr>
            </a:lvl1pPr>
            <a:lvl2pPr marL="720090" indent="-269875" defTabSz="914400">
              <a:spcAft>
                <a:spcPts val="0"/>
              </a:spcAft>
              <a:buClr>
                <a:schemeClr val="accent2"/>
              </a:buClr>
              <a:buSzPct val="130000"/>
              <a:buFont typeface="Wingdings" panose="05000000000000000000" pitchFamily="2" charset="2"/>
              <a:buBlip>
                <a:blip r:embed="rId2"/>
              </a:buBlip>
              <a:defRPr>
                <a:solidFill>
                  <a:schemeClr val="tx1"/>
                </a:solidFill>
              </a:defRPr>
            </a:lvl2pPr>
            <a:lvl3pPr marL="1079500" indent="-269875" defTabSz="914400">
              <a:spcAft>
                <a:spcPts val="0"/>
              </a:spcAft>
              <a:buClr>
                <a:schemeClr val="accent2"/>
              </a:buClr>
              <a:buSzPct val="130000"/>
              <a:buFont typeface="Wingdings" panose="05000000000000000000" pitchFamily="2" charset="2"/>
              <a:buBlip>
                <a:blip r:embed="rId2"/>
              </a:buBlip>
              <a:defRPr>
                <a:solidFill>
                  <a:schemeClr val="tx1"/>
                </a:solidFill>
              </a:defRPr>
            </a:lvl3pPr>
            <a:lvl4pPr marL="1439545" indent="-269875" defTabSz="914400">
              <a:spcAft>
                <a:spcPts val="0"/>
              </a:spcAft>
              <a:buClr>
                <a:schemeClr val="accent2"/>
              </a:buClr>
              <a:buSzPct val="130000"/>
              <a:buFont typeface="Wingdings" panose="05000000000000000000" pitchFamily="2" charset="2"/>
              <a:buBlip>
                <a:blip r:embed="rId2"/>
              </a:buBlip>
              <a:defRPr>
                <a:solidFill>
                  <a:schemeClr val="tx1"/>
                </a:solidFill>
              </a:defRPr>
            </a:lvl4pPr>
            <a:lvl5pPr marL="1799590" indent="-269875" defTabSz="914400">
              <a:spcAft>
                <a:spcPts val="0"/>
              </a:spcAft>
              <a:buClr>
                <a:schemeClr val="accent2"/>
              </a:buClr>
              <a:buSzPct val="130000"/>
              <a:buFont typeface="Wingdings" panose="05000000000000000000" pitchFamily="2" charset="2"/>
              <a:buBlip>
                <a:blip r:embed="rId2"/>
              </a:buBlip>
              <a:defRPr>
                <a:solidFill>
                  <a:schemeClr val="tx1"/>
                </a:solidFill>
              </a:defRPr>
            </a:lvl5pPr>
            <a:lvl6pPr marL="2159635" indent="-269875" defTabSz="914400">
              <a:lnSpc>
                <a:spcPct val="100000"/>
              </a:lnSpc>
              <a:spcAft>
                <a:spcPts val="0"/>
              </a:spcAft>
              <a:buClr>
                <a:schemeClr val="accent2"/>
              </a:buClr>
              <a:buSzPct val="130000"/>
              <a:buFont typeface="Wingdings" panose="05000000000000000000" pitchFamily="2" charset="2"/>
              <a:buBlip>
                <a:blip r:embed="rId2"/>
              </a:buBlip>
              <a:defRPr>
                <a:solidFill>
                  <a:schemeClr val="tx1"/>
                </a:solidFill>
              </a:defRPr>
            </a:lvl6pPr>
            <a:lvl7pPr marL="2519680" marR="0" indent="-269875" algn="l" defTabSz="914400" rtl="0" eaLnBrk="1" fontAlgn="base" latinLnBrk="0" hangingPunct="1">
              <a:lnSpc>
                <a:spcPct val="100000"/>
              </a:lnSpc>
              <a:spcBef>
                <a:spcPts val="1000"/>
              </a:spcBef>
              <a:spcAft>
                <a:spcPts val="0"/>
              </a:spcAft>
              <a:buClr>
                <a:schemeClr val="accent2"/>
              </a:buClr>
              <a:buSzPct val="130000"/>
              <a:buFont typeface="Wingdings" panose="05000000000000000000" pitchFamily="2" charset="2"/>
              <a:buBlip>
                <a:blip r:embed="rId2"/>
              </a:buBlip>
              <a:defRPr>
                <a:solidFill>
                  <a:schemeClr val="tx1"/>
                </a:solidFill>
              </a:defRPr>
            </a:lvl7pPr>
            <a:lvl8pPr marL="2879725" indent="0">
              <a:buNone/>
              <a:defRPr/>
            </a:lvl8pPr>
          </a:lstStyle>
          <a:p>
            <a:pPr lvl="0"/>
            <a:r>
              <a:rPr lang="en-US" noProof="0" dirty="0"/>
              <a:t>Click to insert benefit.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15 title, 1-1 columns">
    <p:spTree>
      <p:nvGrpSpPr>
        <p:cNvPr id="1" name=""/>
        <p:cNvGrpSpPr/>
        <p:nvPr/>
      </p:nvGrpSpPr>
      <p:grpSpPr>
        <a:xfrm>
          <a:off x="0" y="0"/>
          <a:ext cx="0" cy="0"/>
          <a:chOff x="0" y="0"/>
          <a:chExt cx="0" cy="0"/>
        </a:xfrm>
      </p:grpSpPr>
      <p:sp>
        <p:nvSpPr>
          <p:cNvPr id="14" name="Textplatzhalter 3"/>
          <p:cNvSpPr>
            <a:spLocks noGrp="1"/>
          </p:cNvSpPr>
          <p:nvPr>
            <p:ph idx="14" hasCustomPrompt="1"/>
          </p:nvPr>
        </p:nvSpPr>
        <p:spPr bwMode="gray">
          <a:xfrm>
            <a:off x="6168010" y="1558439"/>
            <a:ext cx="5472712" cy="4247017"/>
          </a:xfrm>
          <a:prstGeom prst="rect">
            <a:avLst/>
          </a:prstGeom>
        </p:spPr>
        <p:txBody>
          <a:bodyPr vert="horz" lIns="0" tIns="72000" rIns="0" bIns="72000" rtlCol="0">
            <a:noAutofit/>
          </a:bodyPr>
          <a:lstStyle>
            <a:lvl1pPr marL="269875" indent="-269875" defTabSz="914400">
              <a:spcAft>
                <a:spcPts val="0"/>
              </a:spcAft>
              <a:buClr>
                <a:schemeClr val="accent2"/>
              </a:buClr>
              <a:buFont typeface="Wingdings" panose="05000000000000000000" pitchFamily="2" charset="2"/>
              <a:defRPr/>
            </a:lvl1pPr>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defRPr/>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marL="269875" lvl="0" indent="-269875" defTabSz="914400">
              <a:spcAft>
                <a:spcPts val="0"/>
              </a:spcAft>
              <a:buClr>
                <a:schemeClr val="accent2"/>
              </a:buClr>
              <a:buFont typeface="Wingdings" panose="05000000000000000000" pitchFamily="2" charset="2"/>
            </a:pPr>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3" name="Textplatzhalter 2"/>
          <p:cNvSpPr>
            <a:spLocks noGrp="1"/>
          </p:cNvSpPr>
          <p:nvPr>
            <p:ph idx="1" hasCustomPrompt="1"/>
          </p:nvPr>
        </p:nvSpPr>
        <p:spPr bwMode="gray">
          <a:xfrm>
            <a:off x="550872" y="1558439"/>
            <a:ext cx="5472712" cy="4247017"/>
          </a:xfrm>
          <a:prstGeom prst="rect">
            <a:avLst/>
          </a:prstGeom>
        </p:spPr>
        <p:txBody>
          <a:bodyPr vert="horz" lIns="0" tIns="72000" rIns="0" bIns="72000" rtlCol="0">
            <a:noAutofit/>
          </a:bodyPr>
          <a:lstStyle>
            <a:lvl1pPr marL="269875" indent="-269875" defTabSz="914400">
              <a:spcAft>
                <a:spcPts val="0"/>
              </a:spcAft>
              <a:buClr>
                <a:schemeClr val="accent2"/>
              </a:buClr>
              <a:buFont typeface="Wingdings" panose="05000000000000000000" pitchFamily="2" charset="2"/>
              <a:defRPr/>
            </a:lvl1pPr>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defRPr/>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marL="269875" lvl="0" indent="-269875" defTabSz="914400">
              <a:spcAft>
                <a:spcPts val="0"/>
              </a:spcAft>
              <a:buClr>
                <a:schemeClr val="accent2"/>
              </a:buClr>
              <a:buFont typeface="Wingdings" panose="05000000000000000000" pitchFamily="2" charset="2"/>
            </a:pPr>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16 title, 1-1-1 columns">
    <p:spTree>
      <p:nvGrpSpPr>
        <p:cNvPr id="1" name=""/>
        <p:cNvGrpSpPr/>
        <p:nvPr/>
      </p:nvGrpSpPr>
      <p:grpSpPr>
        <a:xfrm>
          <a:off x="0" y="0"/>
          <a:ext cx="0" cy="0"/>
          <a:chOff x="0" y="0"/>
          <a:chExt cx="0" cy="0"/>
        </a:xfrm>
      </p:grpSpPr>
      <p:sp>
        <p:nvSpPr>
          <p:cNvPr id="19" name="Textplatzhalter 4"/>
          <p:cNvSpPr>
            <a:spLocks noGrp="1"/>
          </p:cNvSpPr>
          <p:nvPr>
            <p:ph idx="15"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8" name="Textplatzhalter 3"/>
          <p:cNvSpPr>
            <a:spLocks noGrp="1"/>
          </p:cNvSpPr>
          <p:nvPr>
            <p:ph idx="14" hasCustomPrompt="1"/>
          </p:nvPr>
        </p:nvSpPr>
        <p:spPr bwMode="gray">
          <a:xfrm>
            <a:off x="4295563"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7" name="Textplatzhalter 2"/>
          <p:cNvSpPr>
            <a:spLocks noGrp="1"/>
          </p:cNvSpPr>
          <p:nvPr>
            <p:ph idx="1" hasCustomPrompt="1"/>
          </p:nvPr>
        </p:nvSpPr>
        <p:spPr bwMode="gray">
          <a:xfrm>
            <a:off x="550872"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15 title, 1-2 columns">
    <p:spTree>
      <p:nvGrpSpPr>
        <p:cNvPr id="1" name=""/>
        <p:cNvGrpSpPr/>
        <p:nvPr/>
      </p:nvGrpSpPr>
      <p:grpSpPr>
        <a:xfrm>
          <a:off x="0" y="0"/>
          <a:ext cx="0" cy="0"/>
          <a:chOff x="0" y="0"/>
          <a:chExt cx="0" cy="0"/>
        </a:xfrm>
      </p:grpSpPr>
      <p:sp>
        <p:nvSpPr>
          <p:cNvPr id="12" name="Textplatzhalter 3"/>
          <p:cNvSpPr>
            <a:spLocks noGrp="1"/>
          </p:cNvSpPr>
          <p:nvPr>
            <p:ph idx="14" hasCustomPrompt="1"/>
          </p:nvPr>
        </p:nvSpPr>
        <p:spPr bwMode="gray">
          <a:xfrm>
            <a:off x="4295766" y="1557433"/>
            <a:ext cx="7344956" cy="4247017"/>
          </a:xfrm>
          <a:prstGeom prst="rect">
            <a:avLst/>
          </a:prstGeom>
        </p:spPr>
        <p:txBody>
          <a:bodyPr vert="horz" lIns="0" tIns="72000" rIns="0" bIns="72000" rtlCol="0">
            <a:noAutofit/>
          </a:bodyPr>
          <a:lstStyle>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defRPr/>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3" name="Textplatzhalter 2"/>
          <p:cNvSpPr>
            <a:spLocks noGrp="1"/>
          </p:cNvSpPr>
          <p:nvPr>
            <p:ph idx="1" hasCustomPrompt="1"/>
          </p:nvPr>
        </p:nvSpPr>
        <p:spPr bwMode="gray">
          <a:xfrm>
            <a:off x="551279" y="1557433"/>
            <a:ext cx="3600469" cy="4247017"/>
          </a:xfrm>
          <a:prstGeom prst="rect">
            <a:avLst/>
          </a:prstGeom>
        </p:spPr>
        <p:txBody>
          <a:bodyPr vert="horz" lIns="0" tIns="72000" rIns="0" bIns="72000" rtlCol="0">
            <a:noAutofit/>
          </a:bodyPr>
          <a:lstStyle>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defRPr/>
            </a:lvl5pPr>
            <a:lvl6pPr marL="2159635" indent="-269875" defTabSz="914400">
              <a:lnSpc>
                <a:spcPct val="100000"/>
              </a:lnSpc>
              <a:spcAft>
                <a:spcPts val="0"/>
              </a:spcAft>
              <a:buClr>
                <a:schemeClr val="accent2"/>
              </a:buClr>
              <a:buFont typeface="Wingdings" panose="05000000000000000000" pitchFamily="2" charset="2"/>
              <a:defRPr/>
            </a:lvl6pPr>
            <a:lvl7pPr marL="2519680" indent="-269875" defTabSz="914400">
              <a:lnSpc>
                <a:spcPct val="100000"/>
              </a:lnSpc>
              <a:spcAft>
                <a:spcPts val="0"/>
              </a:spcAft>
              <a:buClr>
                <a:schemeClr val="accent2"/>
              </a:buClr>
              <a:buFont typeface="Wingdings" panose="05000000000000000000" pitchFamily="2" charset="2"/>
              <a:defRPr/>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1279"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15 title, 2-1 columns">
    <p:spTree>
      <p:nvGrpSpPr>
        <p:cNvPr id="1" name=""/>
        <p:cNvGrpSpPr/>
        <p:nvPr/>
      </p:nvGrpSpPr>
      <p:grpSpPr>
        <a:xfrm>
          <a:off x="0" y="0"/>
          <a:ext cx="0" cy="0"/>
          <a:chOff x="0" y="0"/>
          <a:chExt cx="0" cy="0"/>
        </a:xfrm>
      </p:grpSpPr>
      <p:sp>
        <p:nvSpPr>
          <p:cNvPr id="14" name="Textplatzhalter 3"/>
          <p:cNvSpPr>
            <a:spLocks noGrp="1"/>
          </p:cNvSpPr>
          <p:nvPr>
            <p:ph idx="14"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13" name="Textplatzhalter 2"/>
          <p:cNvSpPr>
            <a:spLocks noGrp="1"/>
          </p:cNvSpPr>
          <p:nvPr>
            <p:ph idx="1" hasCustomPrompt="1"/>
          </p:nvPr>
        </p:nvSpPr>
        <p:spPr bwMode="gray">
          <a:xfrm>
            <a:off x="550872" y="1558439"/>
            <a:ext cx="7344956"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16 1 small  pic + text">
    <p:spTree>
      <p:nvGrpSpPr>
        <p:cNvPr id="1" name=""/>
        <p:cNvGrpSpPr/>
        <p:nvPr/>
      </p:nvGrpSpPr>
      <p:grpSpPr>
        <a:xfrm>
          <a:off x="0" y="0"/>
          <a:ext cx="0" cy="0"/>
          <a:chOff x="0" y="0"/>
          <a:chExt cx="0" cy="0"/>
        </a:xfrm>
      </p:grpSpPr>
      <p:sp>
        <p:nvSpPr>
          <p:cNvPr id="19" name="Textplatzhalter 2"/>
          <p:cNvSpPr>
            <a:spLocks noGrp="1"/>
          </p:cNvSpPr>
          <p:nvPr>
            <p:ph idx="15" hasCustomPrompt="1"/>
          </p:nvPr>
        </p:nvSpPr>
        <p:spPr bwMode="gray">
          <a:xfrm>
            <a:off x="4295766" y="1558439"/>
            <a:ext cx="7344956"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9" name="Bildplatzhalter"/>
          <p:cNvSpPr>
            <a:spLocks noGrp="1"/>
          </p:cNvSpPr>
          <p:nvPr>
            <p:ph type="pic" sz="quarter" idx="12" hasCustomPrompt="1"/>
          </p:nvPr>
        </p:nvSpPr>
        <p:spPr bwMode="gray">
          <a:xfrm>
            <a:off x="550872"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16 1 big pic + text">
    <p:spTree>
      <p:nvGrpSpPr>
        <p:cNvPr id="1" name=""/>
        <p:cNvGrpSpPr/>
        <p:nvPr/>
      </p:nvGrpSpPr>
      <p:grpSpPr>
        <a:xfrm>
          <a:off x="0" y="0"/>
          <a:ext cx="0" cy="0"/>
          <a:chOff x="0" y="0"/>
          <a:chExt cx="0" cy="0"/>
        </a:xfrm>
      </p:grpSpPr>
      <p:sp>
        <p:nvSpPr>
          <p:cNvPr id="19" name="Textplatzhalter 2"/>
          <p:cNvSpPr>
            <a:spLocks noGrp="1"/>
          </p:cNvSpPr>
          <p:nvPr>
            <p:ph idx="15"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9" name="Bildplatzhalter"/>
          <p:cNvSpPr>
            <a:spLocks noGrp="1"/>
          </p:cNvSpPr>
          <p:nvPr>
            <p:ph type="pic" sz="quarter" idx="12" hasCustomPrompt="1"/>
          </p:nvPr>
        </p:nvSpPr>
        <p:spPr bwMode="gray">
          <a:xfrm>
            <a:off x="550872" y="1558439"/>
            <a:ext cx="7344956"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16_2 1 big pic + text">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4295359" y="1558439"/>
            <a:ext cx="7344956"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9" name="Textplatzhalter 2"/>
          <p:cNvSpPr>
            <a:spLocks noGrp="1"/>
          </p:cNvSpPr>
          <p:nvPr>
            <p:ph idx="15" hasCustomPrompt="1"/>
          </p:nvPr>
        </p:nvSpPr>
        <p:spPr bwMode="gray">
          <a:xfrm>
            <a:off x="550872" y="1558439"/>
            <a:ext cx="3600469" cy="4247017"/>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marL="2159635" indent="-269875" defTabSz="914400">
              <a:lnSpc>
                <a:spcPct val="100000"/>
              </a:lnSpc>
              <a:spcAft>
                <a:spcPts val="0"/>
              </a:spcAft>
              <a:buClr>
                <a:schemeClr val="accent2"/>
              </a:buClr>
              <a:buFont typeface="Wingdings" panose="05000000000000000000" pitchFamily="2" charset="2"/>
              <a:defRPr lang="de-DE" dirty="0" smtClean="0"/>
            </a:lvl6pPr>
            <a:lvl7pPr marL="2519680" indent="-269875" defTabSz="914400">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6"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16 2 pic + text">
    <p:spTree>
      <p:nvGrpSpPr>
        <p:cNvPr id="1" name=""/>
        <p:cNvGrpSpPr/>
        <p:nvPr/>
      </p:nvGrpSpPr>
      <p:grpSpPr>
        <a:xfrm>
          <a:off x="0" y="0"/>
          <a:ext cx="0" cy="0"/>
          <a:chOff x="0" y="0"/>
          <a:chExt cx="0" cy="0"/>
        </a:xfrm>
      </p:grpSpPr>
      <p:sp>
        <p:nvSpPr>
          <p:cNvPr id="13" name="Textplatzhalter 3"/>
          <p:cNvSpPr>
            <a:spLocks noGrp="1"/>
          </p:cNvSpPr>
          <p:nvPr>
            <p:ph idx="22" hasCustomPrompt="1"/>
          </p:nvPr>
        </p:nvSpPr>
        <p:spPr bwMode="gray">
          <a:xfrm>
            <a:off x="4295766" y="3752924"/>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a:defRPr lang="de-DE" dirty="0" smtClean="0"/>
            </a:lvl6pPr>
            <a:lvl7pPr>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11" name="Bildplatzhalter 2"/>
          <p:cNvSpPr>
            <a:spLocks noGrp="1"/>
          </p:cNvSpPr>
          <p:nvPr>
            <p:ph type="pic" sz="quarter" idx="15" hasCustomPrompt="1"/>
          </p:nvPr>
        </p:nvSpPr>
        <p:spPr bwMode="gray">
          <a:xfrm>
            <a:off x="550872" y="3753427"/>
            <a:ext cx="3600469" cy="2051022"/>
          </a:xfrm>
          <a:prstGeom prst="rect">
            <a:avLst/>
          </a:prstGeom>
          <a:solidFill>
            <a:schemeClr val="bg1"/>
          </a:solidFill>
        </p:spPr>
        <p:txBody>
          <a:bodyPr vert="horz" lIns="252000" tIns="252000" rIns="252000" bIns="252000" rtlCol="0" anchor="ctr" anchorCtr="0">
            <a:noAutofit/>
          </a:bodyPr>
          <a:lstStyle>
            <a:lvl1pPr marL="285750" indent="-285750">
              <a:buNone/>
              <a:defRPr lang="de-DE" dirty="0"/>
            </a:lvl1pPr>
          </a:lstStyle>
          <a:p>
            <a:r>
              <a:rPr lang="en-US" noProof="0" dirty="0"/>
              <a:t>Please insert a picture.</a:t>
            </a:r>
            <a:endParaRPr lang="en-US" noProof="0" dirty="0"/>
          </a:p>
        </p:txBody>
      </p:sp>
      <p:sp>
        <p:nvSpPr>
          <p:cNvPr id="10" name="Textplatzhalter 2"/>
          <p:cNvSpPr>
            <a:spLocks noGrp="1"/>
          </p:cNvSpPr>
          <p:nvPr>
            <p:ph idx="21" hasCustomPrompt="1"/>
          </p:nvPr>
        </p:nvSpPr>
        <p:spPr bwMode="gray">
          <a:xfrm>
            <a:off x="4295766"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smtClean="0"/>
            </a:lvl4pPr>
            <a:lvl5pPr marL="1799590" indent="-269875" defTabSz="914400">
              <a:spcAft>
                <a:spcPts val="0"/>
              </a:spcAft>
              <a:buClr>
                <a:schemeClr val="accent2"/>
              </a:buClr>
              <a:buFont typeface="Wingdings" panose="05000000000000000000" pitchFamily="2" charset="2"/>
              <a:defRPr lang="de-DE" dirty="0"/>
            </a:lvl5pPr>
            <a:lvl6pPr>
              <a:defRPr lang="de-DE" dirty="0" smtClean="0"/>
            </a:lvl6pPr>
            <a:lvl7pPr>
              <a:defRPr lang="de-DE" dirty="0" smtClean="0"/>
            </a:lvl7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9" name="Bildplatzhalter 1"/>
          <p:cNvSpPr>
            <a:spLocks noGrp="1"/>
          </p:cNvSpPr>
          <p:nvPr>
            <p:ph type="pic" sz="quarter" idx="12" hasCustomPrompt="1"/>
          </p:nvPr>
        </p:nvSpPr>
        <p:spPr bwMode="gray">
          <a:xfrm>
            <a:off x="550872" y="1558439"/>
            <a:ext cx="3600469" cy="2051525"/>
          </a:xfrm>
          <a:prstGeom prst="rect">
            <a:avLst/>
          </a:prstGeom>
          <a:solidFill>
            <a:schemeClr val="bg1"/>
          </a:solidFill>
        </p:spPr>
        <p:txBody>
          <a:bodyPr vert="horz" lIns="252000" tIns="252000" rIns="252000" bIns="252000" rtlCol="0" anchor="ctr" anchorCtr="0">
            <a:noAutofit/>
          </a:bodyPr>
          <a:lstStyle>
            <a:lvl1pPr marL="285750" indent="-285750">
              <a:buNone/>
              <a:defRPr lang="de-DE" dirty="0"/>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2" name="Textplatzhalter 1"/>
          <p:cNvSpPr>
            <a:spLocks noGrp="1"/>
          </p:cNvSpPr>
          <p:nvPr>
            <p:ph type="body" sz="quarter" idx="19" hasCustomPrompt="1"/>
          </p:nvPr>
        </p:nvSpPr>
        <p:spPr bwMode="gray">
          <a:xfrm>
            <a:off x="551279" y="467892"/>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0"/>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16 title, 1-1 Video">
    <p:spTree>
      <p:nvGrpSpPr>
        <p:cNvPr id="1" name=""/>
        <p:cNvGrpSpPr/>
        <p:nvPr/>
      </p:nvGrpSpPr>
      <p:grpSpPr>
        <a:xfrm>
          <a:off x="0" y="0"/>
          <a:ext cx="0" cy="0"/>
          <a:chOff x="0" y="0"/>
          <a:chExt cx="0" cy="0"/>
        </a:xfrm>
      </p:grpSpPr>
      <p:sp>
        <p:nvSpPr>
          <p:cNvPr id="6" name="Medienplatzhalter"/>
          <p:cNvSpPr>
            <a:spLocks noGrp="1"/>
          </p:cNvSpPr>
          <p:nvPr>
            <p:ph type="media" sz="quarter" idx="10" hasCustomPrompt="1"/>
          </p:nvPr>
        </p:nvSpPr>
        <p:spPr bwMode="gray">
          <a:xfrm>
            <a:off x="1" y="0"/>
            <a:ext cx="12192000" cy="6858000"/>
          </a:xfrm>
        </p:spPr>
        <p:txBody>
          <a:bodyPr lIns="540000" tIns="540000" rIns="540000" bIns="540000" anchor="ctr" anchorCtr="1"/>
          <a:lstStyle>
            <a:lvl1pPr marL="17780" indent="0">
              <a:buNone/>
              <a:defRPr/>
            </a:lvl1pPr>
          </a:lstStyle>
          <a:p>
            <a:r>
              <a:rPr lang="en-US" noProof="0" dirty="0"/>
              <a:t>Add </a:t>
            </a:r>
            <a:r>
              <a:rPr lang="en-US" noProof="0" dirty="0" err="1"/>
              <a:t>MediaClip</a:t>
            </a:r>
            <a:r>
              <a:rPr lang="en-US" noProof="0" dirty="0"/>
              <a:t> by clicking on symbol.</a:t>
            </a:r>
            <a:endParaRPr 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16 pic + text">
    <p:spTree>
      <p:nvGrpSpPr>
        <p:cNvPr id="1" name=""/>
        <p:cNvGrpSpPr/>
        <p:nvPr/>
      </p:nvGrpSpPr>
      <p:grpSpPr>
        <a:xfrm>
          <a:off x="0" y="0"/>
          <a:ext cx="0" cy="0"/>
          <a:chOff x="0" y="0"/>
          <a:chExt cx="0" cy="0"/>
        </a:xfrm>
      </p:grpSpPr>
      <p:sp>
        <p:nvSpPr>
          <p:cNvPr id="14" name="Textplatzhalter"/>
          <p:cNvSpPr>
            <a:spLocks noGrp="1"/>
          </p:cNvSpPr>
          <p:nvPr>
            <p:ph type="body" sz="quarter" idx="17" hasCustomPrompt="1"/>
          </p:nvPr>
        </p:nvSpPr>
        <p:spPr bwMode="gray">
          <a:xfrm>
            <a:off x="550872" y="4472758"/>
            <a:ext cx="11089443" cy="1331692"/>
          </a:xfrm>
          <a:prstGeom prst="rect">
            <a:avLst/>
          </a:prstGeom>
        </p:spPr>
        <p:txBody>
          <a:bodyPr/>
          <a:lstStyle>
            <a:lvl1pPr marL="0" indent="0" algn="l">
              <a:spcBef>
                <a:spcPts val="1000"/>
              </a:spcBef>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7" name="Bildplatzhalter"/>
          <p:cNvSpPr>
            <a:spLocks noGrp="1"/>
          </p:cNvSpPr>
          <p:nvPr>
            <p:ph type="pic" sz="quarter" idx="18" hasCustomPrompt="1"/>
          </p:nvPr>
        </p:nvSpPr>
        <p:spPr bwMode="gray">
          <a:xfrm>
            <a:off x="0" y="0"/>
            <a:ext cx="12191187" cy="432619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9"/>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15 3 pic + text">
    <p:spTree>
      <p:nvGrpSpPr>
        <p:cNvPr id="1" name=""/>
        <p:cNvGrpSpPr/>
        <p:nvPr/>
      </p:nvGrpSpPr>
      <p:grpSpPr>
        <a:xfrm>
          <a:off x="0" y="0"/>
          <a:ext cx="0" cy="0"/>
          <a:chOff x="0" y="0"/>
          <a:chExt cx="0" cy="0"/>
        </a:xfrm>
      </p:grpSpPr>
      <p:sp>
        <p:nvSpPr>
          <p:cNvPr id="15" name="Textplatzhalter 4"/>
          <p:cNvSpPr>
            <a:spLocks noGrp="1"/>
          </p:cNvSpPr>
          <p:nvPr>
            <p:ph type="body" sz="quarter" idx="18" hasCustomPrompt="1"/>
          </p:nvPr>
        </p:nvSpPr>
        <p:spPr bwMode="gray">
          <a:xfrm>
            <a:off x="8039846" y="3752925"/>
            <a:ext cx="3600469" cy="2051525"/>
          </a:xfrm>
          <a:prstGeom prst="rect">
            <a:avLst/>
          </a:prstGeom>
        </p:spPr>
        <p:txBody>
          <a:bodyPr tIns="72000" bIns="72000"/>
          <a:lstStyle>
            <a:lvl1pPr marL="0" indent="0" algn="l">
              <a:spcBef>
                <a:spcPts val="1000"/>
              </a:spcBef>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6" name="Textplatzhalter 3"/>
          <p:cNvSpPr>
            <a:spLocks noGrp="1"/>
          </p:cNvSpPr>
          <p:nvPr>
            <p:ph type="body" sz="quarter" idx="19" hasCustomPrompt="1"/>
          </p:nvPr>
        </p:nvSpPr>
        <p:spPr bwMode="gray">
          <a:xfrm>
            <a:off x="4295359" y="3752925"/>
            <a:ext cx="3600469" cy="2051525"/>
          </a:xfrm>
          <a:prstGeom prst="rect">
            <a:avLst/>
          </a:prstGeom>
        </p:spPr>
        <p:txBody>
          <a:bodyPr tIns="72000" bIns="72000"/>
          <a:lstStyle>
            <a:lvl1pPr marL="0" indent="0" algn="l">
              <a:spcBef>
                <a:spcPts val="1000"/>
              </a:spcBef>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4" name="Textplatzhalter 2"/>
          <p:cNvSpPr>
            <a:spLocks noGrp="1"/>
          </p:cNvSpPr>
          <p:nvPr>
            <p:ph type="body" sz="quarter" idx="17" hasCustomPrompt="1"/>
          </p:nvPr>
        </p:nvSpPr>
        <p:spPr bwMode="gray">
          <a:xfrm>
            <a:off x="550872" y="3752925"/>
            <a:ext cx="3600469" cy="2051525"/>
          </a:xfrm>
          <a:prstGeom prst="rect">
            <a:avLst/>
          </a:prstGeom>
        </p:spPr>
        <p:txBody>
          <a:bodyPr tIns="72000" bIns="72000"/>
          <a:lstStyle>
            <a:lvl1pPr marL="0" indent="0" algn="l">
              <a:spcBef>
                <a:spcPts val="1000"/>
              </a:spcBef>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0" name="Bildplatzhalter 3"/>
          <p:cNvSpPr>
            <a:spLocks noGrp="1"/>
          </p:cNvSpPr>
          <p:nvPr>
            <p:ph type="pic" sz="quarter" idx="14" hasCustomPrompt="1"/>
          </p:nvPr>
        </p:nvSpPr>
        <p:spPr bwMode="gray">
          <a:xfrm>
            <a:off x="8039846"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1" name="Bildplatzhalter 2"/>
          <p:cNvSpPr>
            <a:spLocks noGrp="1"/>
          </p:cNvSpPr>
          <p:nvPr>
            <p:ph type="pic" sz="quarter" idx="15" hasCustomPrompt="1"/>
          </p:nvPr>
        </p:nvSpPr>
        <p:spPr bwMode="gray">
          <a:xfrm>
            <a:off x="4295359"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9" name="Bildplatzhalter 1"/>
          <p:cNvSpPr>
            <a:spLocks noGrp="1"/>
          </p:cNvSpPr>
          <p:nvPr>
            <p:ph type="pic" sz="quarter" idx="12" hasCustomPrompt="1"/>
          </p:nvPr>
        </p:nvSpPr>
        <p:spPr bwMode="gray">
          <a:xfrm>
            <a:off x="550872"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3" name="Textplatzhalter 1"/>
          <p:cNvSpPr>
            <a:spLocks noGrp="1"/>
          </p:cNvSpPr>
          <p:nvPr>
            <p:ph type="body" sz="quarter" idx="20"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1"/>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15 4 pic + text">
    <p:spTree>
      <p:nvGrpSpPr>
        <p:cNvPr id="1" name=""/>
        <p:cNvGrpSpPr/>
        <p:nvPr/>
      </p:nvGrpSpPr>
      <p:grpSpPr>
        <a:xfrm>
          <a:off x="0" y="0"/>
          <a:ext cx="0" cy="0"/>
          <a:chOff x="0" y="0"/>
          <a:chExt cx="0" cy="0"/>
        </a:xfrm>
      </p:grpSpPr>
      <p:sp>
        <p:nvSpPr>
          <p:cNvPr id="15" name="Textplatzhalter 5"/>
          <p:cNvSpPr>
            <a:spLocks noGrp="1"/>
          </p:cNvSpPr>
          <p:nvPr>
            <p:ph type="body" sz="quarter" idx="18" hasCustomPrompt="1"/>
          </p:nvPr>
        </p:nvSpPr>
        <p:spPr bwMode="gray">
          <a:xfrm>
            <a:off x="8976375"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7" name="Textplatzhalter 4"/>
          <p:cNvSpPr>
            <a:spLocks noGrp="1"/>
          </p:cNvSpPr>
          <p:nvPr>
            <p:ph type="body" sz="quarter" idx="20" hasCustomPrompt="1"/>
          </p:nvPr>
        </p:nvSpPr>
        <p:spPr bwMode="gray">
          <a:xfrm>
            <a:off x="6167875"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6" name="Textplatzhalter 3"/>
          <p:cNvSpPr>
            <a:spLocks noGrp="1"/>
          </p:cNvSpPr>
          <p:nvPr>
            <p:ph type="body" sz="quarter" idx="19" hasCustomPrompt="1"/>
          </p:nvPr>
        </p:nvSpPr>
        <p:spPr bwMode="gray">
          <a:xfrm>
            <a:off x="3359373"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4" name="Textplatzhalter 2"/>
          <p:cNvSpPr>
            <a:spLocks noGrp="1"/>
          </p:cNvSpPr>
          <p:nvPr>
            <p:ph type="body" sz="quarter" idx="17" hasCustomPrompt="1"/>
          </p:nvPr>
        </p:nvSpPr>
        <p:spPr bwMode="gray">
          <a:xfrm>
            <a:off x="550872"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0" name="Bildplatzhalter 4"/>
          <p:cNvSpPr>
            <a:spLocks noGrp="1"/>
          </p:cNvSpPr>
          <p:nvPr>
            <p:ph type="pic" sz="quarter" idx="14" hasCustomPrompt="1"/>
          </p:nvPr>
        </p:nvSpPr>
        <p:spPr bwMode="gray">
          <a:xfrm>
            <a:off x="89763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2" name="Bildplatzhalter 3"/>
          <p:cNvSpPr>
            <a:spLocks noGrp="1"/>
          </p:cNvSpPr>
          <p:nvPr>
            <p:ph type="pic" sz="quarter" idx="16" hasCustomPrompt="1"/>
          </p:nvPr>
        </p:nvSpPr>
        <p:spPr bwMode="gray">
          <a:xfrm>
            <a:off x="61678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1" name="Bildplatzhalter 2"/>
          <p:cNvSpPr>
            <a:spLocks noGrp="1"/>
          </p:cNvSpPr>
          <p:nvPr>
            <p:ph type="pic" sz="quarter" idx="15" hasCustomPrompt="1"/>
          </p:nvPr>
        </p:nvSpPr>
        <p:spPr bwMode="gray">
          <a:xfrm>
            <a:off x="3359373"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9" name="Bildplatzhalter 1"/>
          <p:cNvSpPr>
            <a:spLocks noGrp="1"/>
          </p:cNvSpPr>
          <p:nvPr>
            <p:ph type="pic" sz="quarter" idx="12" hasCustomPrompt="1"/>
          </p:nvPr>
        </p:nvSpPr>
        <p:spPr bwMode="gray">
          <a:xfrm>
            <a:off x="550872"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9" name="Textplatzhalter 1"/>
          <p:cNvSpPr>
            <a:spLocks noGrp="1"/>
          </p:cNvSpPr>
          <p:nvPr>
            <p:ph type="body" sz="quarter" idx="21"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2"/>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15 10 pic + discr">
    <p:spTree>
      <p:nvGrpSpPr>
        <p:cNvPr id="1" name=""/>
        <p:cNvGrpSpPr/>
        <p:nvPr/>
      </p:nvGrpSpPr>
      <p:grpSpPr>
        <a:xfrm>
          <a:off x="0" y="0"/>
          <a:ext cx="0" cy="0"/>
          <a:chOff x="0" y="0"/>
          <a:chExt cx="0" cy="0"/>
        </a:xfrm>
      </p:grpSpPr>
      <p:sp>
        <p:nvSpPr>
          <p:cNvPr id="24" name="Textplatzhalter 11"/>
          <p:cNvSpPr>
            <a:spLocks noGrp="1"/>
          </p:cNvSpPr>
          <p:nvPr>
            <p:ph type="body" sz="quarter" idx="35" hasCustomPrompt="1"/>
          </p:nvPr>
        </p:nvSpPr>
        <p:spPr bwMode="gray">
          <a:xfrm>
            <a:off x="9534448" y="5444533"/>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23" name="Textplatzhalter 10"/>
          <p:cNvSpPr>
            <a:spLocks noGrp="1"/>
          </p:cNvSpPr>
          <p:nvPr>
            <p:ph type="body" sz="quarter" idx="34" hasCustomPrompt="1"/>
          </p:nvPr>
        </p:nvSpPr>
        <p:spPr bwMode="gray">
          <a:xfrm>
            <a:off x="7288555" y="5444533"/>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22" name="Textplatzhalter 9"/>
          <p:cNvSpPr>
            <a:spLocks noGrp="1"/>
          </p:cNvSpPr>
          <p:nvPr>
            <p:ph type="body" sz="quarter" idx="33" hasCustomPrompt="1"/>
          </p:nvPr>
        </p:nvSpPr>
        <p:spPr bwMode="gray">
          <a:xfrm>
            <a:off x="5042660" y="5444533"/>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21" name="Textplatzhalter 8"/>
          <p:cNvSpPr>
            <a:spLocks noGrp="1"/>
          </p:cNvSpPr>
          <p:nvPr>
            <p:ph type="body" sz="quarter" idx="32" hasCustomPrompt="1"/>
          </p:nvPr>
        </p:nvSpPr>
        <p:spPr bwMode="gray">
          <a:xfrm>
            <a:off x="2796766" y="5444533"/>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20" name="Textplatzhalter 7"/>
          <p:cNvSpPr>
            <a:spLocks noGrp="1"/>
          </p:cNvSpPr>
          <p:nvPr>
            <p:ph type="body" sz="quarter" idx="31" hasCustomPrompt="1"/>
          </p:nvPr>
        </p:nvSpPr>
        <p:spPr bwMode="gray">
          <a:xfrm>
            <a:off x="550872" y="5444533"/>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19" name="Textplatzhalter 6"/>
          <p:cNvSpPr>
            <a:spLocks noGrp="1"/>
          </p:cNvSpPr>
          <p:nvPr>
            <p:ph type="body" sz="quarter" idx="30" hasCustomPrompt="1"/>
          </p:nvPr>
        </p:nvSpPr>
        <p:spPr bwMode="gray">
          <a:xfrm>
            <a:off x="9534448" y="3249061"/>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18" name="Textplatzhalter 5"/>
          <p:cNvSpPr>
            <a:spLocks noGrp="1"/>
          </p:cNvSpPr>
          <p:nvPr>
            <p:ph type="body" sz="quarter" idx="29" hasCustomPrompt="1"/>
          </p:nvPr>
        </p:nvSpPr>
        <p:spPr bwMode="gray">
          <a:xfrm>
            <a:off x="7288555" y="3249061"/>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17" name="Textplatzhalter 4"/>
          <p:cNvSpPr>
            <a:spLocks noGrp="1"/>
          </p:cNvSpPr>
          <p:nvPr>
            <p:ph type="body" sz="quarter" idx="28" hasCustomPrompt="1"/>
          </p:nvPr>
        </p:nvSpPr>
        <p:spPr bwMode="gray">
          <a:xfrm>
            <a:off x="5042660" y="3249061"/>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16" name="Textplatzhalter 3"/>
          <p:cNvSpPr>
            <a:spLocks noGrp="1"/>
          </p:cNvSpPr>
          <p:nvPr>
            <p:ph type="body" sz="quarter" idx="27" hasCustomPrompt="1"/>
          </p:nvPr>
        </p:nvSpPr>
        <p:spPr bwMode="gray">
          <a:xfrm>
            <a:off x="2796766" y="3249061"/>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15" name="Textplatzhalter 2"/>
          <p:cNvSpPr>
            <a:spLocks noGrp="1"/>
          </p:cNvSpPr>
          <p:nvPr>
            <p:ph type="body" sz="quarter" idx="17" hasCustomPrompt="1"/>
          </p:nvPr>
        </p:nvSpPr>
        <p:spPr bwMode="gray">
          <a:xfrm>
            <a:off x="550872" y="3249061"/>
            <a:ext cx="2106274"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endParaRPr lang="de-DE" noProof="0" dirty="0"/>
          </a:p>
        </p:txBody>
      </p:sp>
      <p:sp>
        <p:nvSpPr>
          <p:cNvPr id="29" name="Bildplatzhalter 10"/>
          <p:cNvSpPr>
            <a:spLocks noGrp="1"/>
          </p:cNvSpPr>
          <p:nvPr>
            <p:ph type="pic" sz="quarter" idx="40" hasCustomPrompt="1"/>
          </p:nvPr>
        </p:nvSpPr>
        <p:spPr bwMode="gray">
          <a:xfrm>
            <a:off x="9534448"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28" name="Bildplatzhalter 9"/>
          <p:cNvSpPr>
            <a:spLocks noGrp="1"/>
          </p:cNvSpPr>
          <p:nvPr>
            <p:ph type="pic" sz="quarter" idx="39" hasCustomPrompt="1"/>
          </p:nvPr>
        </p:nvSpPr>
        <p:spPr bwMode="gray">
          <a:xfrm>
            <a:off x="7288555"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27" name="Bildplatzhalter 8"/>
          <p:cNvSpPr>
            <a:spLocks noGrp="1"/>
          </p:cNvSpPr>
          <p:nvPr>
            <p:ph type="pic" sz="quarter" idx="38" hasCustomPrompt="1"/>
          </p:nvPr>
        </p:nvSpPr>
        <p:spPr bwMode="gray">
          <a:xfrm>
            <a:off x="5042660"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26" name="Bildplatzhalter 7"/>
          <p:cNvSpPr>
            <a:spLocks noGrp="1"/>
          </p:cNvSpPr>
          <p:nvPr>
            <p:ph type="pic" sz="quarter" idx="37" hasCustomPrompt="1"/>
          </p:nvPr>
        </p:nvSpPr>
        <p:spPr bwMode="gray">
          <a:xfrm>
            <a:off x="2796766"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25" name="Bildplatzhalter 6"/>
          <p:cNvSpPr>
            <a:spLocks noGrp="1"/>
          </p:cNvSpPr>
          <p:nvPr>
            <p:ph type="pic" sz="quarter" idx="36" hasCustomPrompt="1"/>
          </p:nvPr>
        </p:nvSpPr>
        <p:spPr bwMode="gray">
          <a:xfrm>
            <a:off x="550872"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12" name="Bildplatzhalter 5"/>
          <p:cNvSpPr>
            <a:spLocks noGrp="1"/>
          </p:cNvSpPr>
          <p:nvPr>
            <p:ph type="pic" sz="quarter" idx="26" hasCustomPrompt="1"/>
          </p:nvPr>
        </p:nvSpPr>
        <p:spPr bwMode="gray">
          <a:xfrm>
            <a:off x="9534448"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11" name="Bildplatzhalter 4"/>
          <p:cNvSpPr>
            <a:spLocks noGrp="1"/>
          </p:cNvSpPr>
          <p:nvPr>
            <p:ph type="pic" sz="quarter" idx="24" hasCustomPrompt="1"/>
          </p:nvPr>
        </p:nvSpPr>
        <p:spPr bwMode="gray">
          <a:xfrm>
            <a:off x="7288555"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10" name="Bildplatzhalter 3"/>
          <p:cNvSpPr>
            <a:spLocks noGrp="1"/>
          </p:cNvSpPr>
          <p:nvPr>
            <p:ph type="pic" sz="quarter" idx="22" hasCustomPrompt="1"/>
          </p:nvPr>
        </p:nvSpPr>
        <p:spPr bwMode="gray">
          <a:xfrm>
            <a:off x="5042660"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8" name="Bildplatzhalter 2"/>
          <p:cNvSpPr>
            <a:spLocks noGrp="1"/>
          </p:cNvSpPr>
          <p:nvPr>
            <p:ph type="pic" sz="quarter" idx="20" hasCustomPrompt="1"/>
          </p:nvPr>
        </p:nvSpPr>
        <p:spPr bwMode="gray">
          <a:xfrm>
            <a:off x="2796766"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7" name="Bildplatzhalter 1"/>
          <p:cNvSpPr>
            <a:spLocks noGrp="1"/>
          </p:cNvSpPr>
          <p:nvPr>
            <p:ph type="pic" sz="quarter" idx="15" hasCustomPrompt="1"/>
          </p:nvPr>
        </p:nvSpPr>
        <p:spPr bwMode="gray">
          <a:xfrm>
            <a:off x="550872" y="1558439"/>
            <a:ext cx="2106274" cy="1691608"/>
          </a:xfrm>
          <a:prstGeom prst="rect">
            <a:avLst/>
          </a:prstGeom>
          <a:solidFill>
            <a:schemeClr val="bg1"/>
          </a:solidFill>
        </p:spPr>
        <p:txBody>
          <a:bodyPr lIns="252000" tIns="252000" rIns="252000" bIns="252000" anchor="ctr" anchorCtr="0"/>
          <a:lstStyle>
            <a:lvl1pPr marL="0" marR="0" indent="0" algn="ctr" defTabSz="1088390" rtl="0" eaLnBrk="1" fontAlgn="auto" latinLnBrk="0" hangingPunct="1">
              <a:lnSpc>
                <a:spcPct val="100000"/>
              </a:lnSpc>
              <a:spcBef>
                <a:spcPts val="1000"/>
              </a:spcBef>
              <a:spcAft>
                <a:spcPts val="0"/>
              </a:spcAft>
              <a:buClrTx/>
              <a:buSzTx/>
              <a:buFont typeface="Arial" panose="020B0604020202020204" pitchFamily="34" charset="0"/>
              <a:buNone/>
              <a:defRPr baseline="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1" name="Textplatzhalter 1"/>
          <p:cNvSpPr>
            <a:spLocks noGrp="1"/>
          </p:cNvSpPr>
          <p:nvPr>
            <p:ph type="body" sz="quarter" idx="41" hasCustomPrompt="1"/>
          </p:nvPr>
        </p:nvSpPr>
        <p:spPr bwMode="gray">
          <a:xfrm>
            <a:off x="550872" y="467067"/>
            <a:ext cx="11089443"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42"/>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15 8 pic + discr">
    <p:spTree>
      <p:nvGrpSpPr>
        <p:cNvPr id="1" name=""/>
        <p:cNvGrpSpPr/>
        <p:nvPr/>
      </p:nvGrpSpPr>
      <p:grpSpPr>
        <a:xfrm>
          <a:off x="0" y="0"/>
          <a:ext cx="0" cy="0"/>
          <a:chOff x="0" y="0"/>
          <a:chExt cx="0" cy="0"/>
        </a:xfrm>
      </p:grpSpPr>
      <p:sp>
        <p:nvSpPr>
          <p:cNvPr id="25" name="Textplatzhalter 9"/>
          <p:cNvSpPr>
            <a:spLocks noGrp="1"/>
          </p:cNvSpPr>
          <p:nvPr>
            <p:ph type="body" sz="quarter" idx="28" hasCustomPrompt="1"/>
          </p:nvPr>
        </p:nvSpPr>
        <p:spPr bwMode="gray">
          <a:xfrm>
            <a:off x="8976375" y="5445539"/>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4" name="Textplatzhalter 8"/>
          <p:cNvSpPr>
            <a:spLocks noGrp="1"/>
          </p:cNvSpPr>
          <p:nvPr>
            <p:ph type="body" sz="quarter" idx="27" hasCustomPrompt="1"/>
          </p:nvPr>
        </p:nvSpPr>
        <p:spPr bwMode="gray">
          <a:xfrm>
            <a:off x="6167875" y="5445539"/>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3" name="Textplatzhalter 7"/>
          <p:cNvSpPr>
            <a:spLocks noGrp="1"/>
          </p:cNvSpPr>
          <p:nvPr>
            <p:ph type="body" sz="quarter" idx="26" hasCustomPrompt="1"/>
          </p:nvPr>
        </p:nvSpPr>
        <p:spPr bwMode="gray">
          <a:xfrm>
            <a:off x="3359373" y="5445539"/>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2" name="Textplatzhalter 6"/>
          <p:cNvSpPr>
            <a:spLocks noGrp="1"/>
          </p:cNvSpPr>
          <p:nvPr>
            <p:ph type="body" sz="quarter" idx="25" hasCustomPrompt="1"/>
          </p:nvPr>
        </p:nvSpPr>
        <p:spPr bwMode="gray">
          <a:xfrm>
            <a:off x="550872" y="5445539"/>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1" name="Textplatzhalter 5"/>
          <p:cNvSpPr>
            <a:spLocks noGrp="1"/>
          </p:cNvSpPr>
          <p:nvPr>
            <p:ph type="body" sz="quarter" idx="24" hasCustomPrompt="1"/>
          </p:nvPr>
        </p:nvSpPr>
        <p:spPr bwMode="gray">
          <a:xfrm>
            <a:off x="8976375" y="3250047"/>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0" name="Textplatzhalter 4"/>
          <p:cNvSpPr>
            <a:spLocks noGrp="1"/>
          </p:cNvSpPr>
          <p:nvPr>
            <p:ph type="body" sz="quarter" idx="23" hasCustomPrompt="1"/>
          </p:nvPr>
        </p:nvSpPr>
        <p:spPr bwMode="gray">
          <a:xfrm>
            <a:off x="6167875" y="3250047"/>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19" name="Textplatzhalter 3"/>
          <p:cNvSpPr>
            <a:spLocks noGrp="1"/>
          </p:cNvSpPr>
          <p:nvPr>
            <p:ph type="body" sz="quarter" idx="22" hasCustomPrompt="1"/>
          </p:nvPr>
        </p:nvSpPr>
        <p:spPr bwMode="gray">
          <a:xfrm>
            <a:off x="3359373" y="3250047"/>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18" name="Textplatzhalter 2"/>
          <p:cNvSpPr>
            <a:spLocks noGrp="1"/>
          </p:cNvSpPr>
          <p:nvPr>
            <p:ph type="body" sz="quarter" idx="21" hasCustomPrompt="1"/>
          </p:nvPr>
        </p:nvSpPr>
        <p:spPr bwMode="gray">
          <a:xfrm>
            <a:off x="550872" y="3250047"/>
            <a:ext cx="2664347"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31" name="Bildplatzhalter 8"/>
          <p:cNvSpPr>
            <a:spLocks noGrp="1"/>
          </p:cNvSpPr>
          <p:nvPr>
            <p:ph type="pic" sz="quarter" idx="30" hasCustomPrompt="1"/>
          </p:nvPr>
        </p:nvSpPr>
        <p:spPr bwMode="gray">
          <a:xfrm>
            <a:off x="8976375"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3" name="Bildplatzhalter 7"/>
          <p:cNvSpPr>
            <a:spLocks noGrp="1"/>
          </p:cNvSpPr>
          <p:nvPr>
            <p:ph type="pic" sz="quarter" idx="32" hasCustomPrompt="1"/>
          </p:nvPr>
        </p:nvSpPr>
        <p:spPr bwMode="gray">
          <a:xfrm>
            <a:off x="6167875"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2" name="Bildplatzhalter 6"/>
          <p:cNvSpPr>
            <a:spLocks noGrp="1"/>
          </p:cNvSpPr>
          <p:nvPr>
            <p:ph type="pic" sz="quarter" idx="31" hasCustomPrompt="1"/>
          </p:nvPr>
        </p:nvSpPr>
        <p:spPr bwMode="gray">
          <a:xfrm>
            <a:off x="3359373"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0" name="Bildplatzhalter 5"/>
          <p:cNvSpPr>
            <a:spLocks noGrp="1"/>
          </p:cNvSpPr>
          <p:nvPr>
            <p:ph type="pic" sz="quarter" idx="29" hasCustomPrompt="1"/>
          </p:nvPr>
        </p:nvSpPr>
        <p:spPr bwMode="gray">
          <a:xfrm>
            <a:off x="550872"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0" name="Bildplatzhalter 4"/>
          <p:cNvSpPr>
            <a:spLocks noGrp="1"/>
          </p:cNvSpPr>
          <p:nvPr>
            <p:ph type="pic" sz="quarter" idx="14" hasCustomPrompt="1"/>
          </p:nvPr>
        </p:nvSpPr>
        <p:spPr bwMode="gray">
          <a:xfrm>
            <a:off x="8976375"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2" name="Bildplatzhalter 3"/>
          <p:cNvSpPr>
            <a:spLocks noGrp="1"/>
          </p:cNvSpPr>
          <p:nvPr>
            <p:ph type="pic" sz="quarter" idx="16" hasCustomPrompt="1"/>
          </p:nvPr>
        </p:nvSpPr>
        <p:spPr bwMode="gray">
          <a:xfrm>
            <a:off x="6167875"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1" name="Bildplatzhalter 2"/>
          <p:cNvSpPr>
            <a:spLocks noGrp="1"/>
          </p:cNvSpPr>
          <p:nvPr>
            <p:ph type="pic" sz="quarter" idx="15" hasCustomPrompt="1"/>
          </p:nvPr>
        </p:nvSpPr>
        <p:spPr bwMode="gray">
          <a:xfrm>
            <a:off x="3359373"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9" name="Bildplatzhalter 1"/>
          <p:cNvSpPr>
            <a:spLocks noGrp="1"/>
          </p:cNvSpPr>
          <p:nvPr>
            <p:ph type="pic" sz="quarter" idx="12" hasCustomPrompt="1"/>
          </p:nvPr>
        </p:nvSpPr>
        <p:spPr bwMode="gray">
          <a:xfrm>
            <a:off x="550872"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27" name="Textplatzhalter 1"/>
          <p:cNvSpPr>
            <a:spLocks noGrp="1"/>
          </p:cNvSpPr>
          <p:nvPr>
            <p:ph type="body" sz="quarter" idx="33"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4"/>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15 6 pic + discr">
    <p:spTree>
      <p:nvGrpSpPr>
        <p:cNvPr id="1" name=""/>
        <p:cNvGrpSpPr/>
        <p:nvPr/>
      </p:nvGrpSpPr>
      <p:grpSpPr>
        <a:xfrm>
          <a:off x="0" y="0"/>
          <a:ext cx="0" cy="0"/>
          <a:chOff x="0" y="0"/>
          <a:chExt cx="0" cy="0"/>
        </a:xfrm>
      </p:grpSpPr>
      <p:sp>
        <p:nvSpPr>
          <p:cNvPr id="25" name="Textplatzhalter 7"/>
          <p:cNvSpPr>
            <a:spLocks noGrp="1"/>
          </p:cNvSpPr>
          <p:nvPr>
            <p:ph type="body" sz="quarter" idx="28" hasCustomPrompt="1"/>
          </p:nvPr>
        </p:nvSpPr>
        <p:spPr bwMode="gray">
          <a:xfrm>
            <a:off x="8039846" y="5445539"/>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4" name="Textplatzhalter 6"/>
          <p:cNvSpPr>
            <a:spLocks noGrp="1"/>
          </p:cNvSpPr>
          <p:nvPr>
            <p:ph type="body" sz="quarter" idx="27" hasCustomPrompt="1"/>
          </p:nvPr>
        </p:nvSpPr>
        <p:spPr bwMode="gray">
          <a:xfrm>
            <a:off x="4295359" y="5445539"/>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2" name="Textplatzhalter 5"/>
          <p:cNvSpPr>
            <a:spLocks noGrp="1"/>
          </p:cNvSpPr>
          <p:nvPr>
            <p:ph type="body" sz="quarter" idx="25" hasCustomPrompt="1"/>
          </p:nvPr>
        </p:nvSpPr>
        <p:spPr bwMode="gray">
          <a:xfrm>
            <a:off x="550872" y="5445539"/>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1" name="Textplatzhalter 4"/>
          <p:cNvSpPr>
            <a:spLocks noGrp="1"/>
          </p:cNvSpPr>
          <p:nvPr>
            <p:ph type="body" sz="quarter" idx="24" hasCustomPrompt="1"/>
          </p:nvPr>
        </p:nvSpPr>
        <p:spPr bwMode="gray">
          <a:xfrm>
            <a:off x="8039846" y="3250047"/>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20" name="Textplatzhalter 3"/>
          <p:cNvSpPr>
            <a:spLocks noGrp="1"/>
          </p:cNvSpPr>
          <p:nvPr>
            <p:ph type="body" sz="quarter" idx="23" hasCustomPrompt="1"/>
          </p:nvPr>
        </p:nvSpPr>
        <p:spPr bwMode="gray">
          <a:xfrm>
            <a:off x="4295359" y="3250047"/>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18" name="Textplatzhalter 2"/>
          <p:cNvSpPr>
            <a:spLocks noGrp="1"/>
          </p:cNvSpPr>
          <p:nvPr>
            <p:ph type="body" sz="quarter" idx="21" hasCustomPrompt="1"/>
          </p:nvPr>
        </p:nvSpPr>
        <p:spPr bwMode="gray">
          <a:xfrm>
            <a:off x="550872" y="3250047"/>
            <a:ext cx="3600469" cy="359917"/>
          </a:xfrm>
          <a:prstGeom prst="rect">
            <a:avLst/>
          </a:prstGeom>
        </p:spPr>
        <p:txBody>
          <a:bodyPr tIns="0" bIns="0" anchor="ctr" anchorCtr="0"/>
          <a:lstStyle>
            <a:lvl1pPr marL="0" indent="0" algn="l">
              <a:spcBef>
                <a:spcPts val="0"/>
              </a:spcBef>
              <a:buFontTx/>
              <a:buNone/>
              <a:defRPr sz="1400"/>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description for the picture.</a:t>
            </a:r>
            <a:endParaRPr lang="en-US" noProof="0" dirty="0"/>
          </a:p>
        </p:txBody>
      </p:sp>
      <p:sp>
        <p:nvSpPr>
          <p:cNvPr id="31" name="Bildplatzhalter 6"/>
          <p:cNvSpPr>
            <a:spLocks noGrp="1"/>
          </p:cNvSpPr>
          <p:nvPr>
            <p:ph type="pic" sz="quarter" idx="30" hasCustomPrompt="1"/>
          </p:nvPr>
        </p:nvSpPr>
        <p:spPr bwMode="gray">
          <a:xfrm>
            <a:off x="8039846"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3" name="Bildplatzhalter 5"/>
          <p:cNvSpPr>
            <a:spLocks noGrp="1"/>
          </p:cNvSpPr>
          <p:nvPr>
            <p:ph type="pic" sz="quarter" idx="32" hasCustomPrompt="1"/>
          </p:nvPr>
        </p:nvSpPr>
        <p:spPr bwMode="gray">
          <a:xfrm>
            <a:off x="4295359"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30" name="Bildplatzhalter 4"/>
          <p:cNvSpPr>
            <a:spLocks noGrp="1"/>
          </p:cNvSpPr>
          <p:nvPr>
            <p:ph type="pic" sz="quarter" idx="29" hasCustomPrompt="1"/>
          </p:nvPr>
        </p:nvSpPr>
        <p:spPr bwMode="gray">
          <a:xfrm>
            <a:off x="550872"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0" name="Bildplatzhalter 3"/>
          <p:cNvSpPr>
            <a:spLocks noGrp="1"/>
          </p:cNvSpPr>
          <p:nvPr>
            <p:ph type="pic" sz="quarter" idx="14" hasCustomPrompt="1"/>
          </p:nvPr>
        </p:nvSpPr>
        <p:spPr bwMode="gray">
          <a:xfrm>
            <a:off x="8039846"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2" name="Bildplatzhalter 2"/>
          <p:cNvSpPr>
            <a:spLocks noGrp="1"/>
          </p:cNvSpPr>
          <p:nvPr>
            <p:ph type="pic" sz="quarter" idx="16" hasCustomPrompt="1"/>
          </p:nvPr>
        </p:nvSpPr>
        <p:spPr bwMode="gray">
          <a:xfrm>
            <a:off x="4295359"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9" name="Bildplatzhalter 1"/>
          <p:cNvSpPr>
            <a:spLocks noGrp="1"/>
          </p:cNvSpPr>
          <p:nvPr>
            <p:ph type="pic" sz="quarter" idx="12" hasCustomPrompt="1"/>
          </p:nvPr>
        </p:nvSpPr>
        <p:spPr bwMode="gray">
          <a:xfrm>
            <a:off x="550872"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23"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16 4 pic + text, vertical">
    <p:spTree>
      <p:nvGrpSpPr>
        <p:cNvPr id="1" name=""/>
        <p:cNvGrpSpPr/>
        <p:nvPr/>
      </p:nvGrpSpPr>
      <p:grpSpPr>
        <a:xfrm>
          <a:off x="0" y="0"/>
          <a:ext cx="0" cy="0"/>
          <a:chOff x="0" y="0"/>
          <a:chExt cx="0" cy="0"/>
        </a:xfrm>
      </p:grpSpPr>
      <p:sp>
        <p:nvSpPr>
          <p:cNvPr id="15" name="Textplatzhalter 5"/>
          <p:cNvSpPr>
            <a:spLocks noGrp="1"/>
          </p:cNvSpPr>
          <p:nvPr>
            <p:ph type="body" sz="quarter" idx="18" hasCustomPrompt="1"/>
          </p:nvPr>
        </p:nvSpPr>
        <p:spPr bwMode="gray">
          <a:xfrm>
            <a:off x="8976375"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0" name="Bildplatzhalter 4"/>
          <p:cNvSpPr>
            <a:spLocks noGrp="1"/>
          </p:cNvSpPr>
          <p:nvPr>
            <p:ph type="pic" sz="quarter" idx="14" hasCustomPrompt="1"/>
          </p:nvPr>
        </p:nvSpPr>
        <p:spPr bwMode="gray">
          <a:xfrm>
            <a:off x="6167875" y="3752925"/>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6" name="Textplatzhalter 4"/>
          <p:cNvSpPr>
            <a:spLocks noGrp="1"/>
          </p:cNvSpPr>
          <p:nvPr>
            <p:ph type="body" sz="quarter" idx="19" hasCustomPrompt="1"/>
          </p:nvPr>
        </p:nvSpPr>
        <p:spPr bwMode="gray">
          <a:xfrm>
            <a:off x="3359373" y="3752925"/>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1" name="Bildplatzhalter 3"/>
          <p:cNvSpPr>
            <a:spLocks noGrp="1"/>
          </p:cNvSpPr>
          <p:nvPr>
            <p:ph type="pic" sz="quarter" idx="15" hasCustomPrompt="1"/>
          </p:nvPr>
        </p:nvSpPr>
        <p:spPr bwMode="gray">
          <a:xfrm>
            <a:off x="550872" y="3752925"/>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7" name="Textplatzhalter 3"/>
          <p:cNvSpPr>
            <a:spLocks noGrp="1"/>
          </p:cNvSpPr>
          <p:nvPr>
            <p:ph type="body" sz="quarter" idx="20" hasCustomPrompt="1"/>
          </p:nvPr>
        </p:nvSpPr>
        <p:spPr bwMode="gray">
          <a:xfrm>
            <a:off x="8976375" y="1558439"/>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12" name="Bildplatzhalter 2"/>
          <p:cNvSpPr>
            <a:spLocks noGrp="1"/>
          </p:cNvSpPr>
          <p:nvPr>
            <p:ph type="pic" sz="quarter" idx="16" hasCustomPrompt="1"/>
          </p:nvPr>
        </p:nvSpPr>
        <p:spPr bwMode="gray">
          <a:xfrm>
            <a:off x="61678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4" name="Textplatzhalter 2"/>
          <p:cNvSpPr>
            <a:spLocks noGrp="1"/>
          </p:cNvSpPr>
          <p:nvPr>
            <p:ph type="body" sz="quarter" idx="17" hasCustomPrompt="1"/>
          </p:nvPr>
        </p:nvSpPr>
        <p:spPr bwMode="gray">
          <a:xfrm>
            <a:off x="3359373" y="1558439"/>
            <a:ext cx="2664347" cy="2051525"/>
          </a:xfrm>
          <a:prstGeom prst="rect">
            <a:avLst/>
          </a:prstGeom>
        </p:spPr>
        <p:txBody>
          <a:bodyPr tIns="72000" bIns="72000"/>
          <a:lstStyle>
            <a:lvl1pPr marL="0" indent="0" algn="l">
              <a:buFontTx/>
              <a:buNone/>
              <a:defRPr/>
            </a:lvl1pPr>
            <a:lvl2pPr marL="632460" indent="0">
              <a:buFontTx/>
              <a:buNone/>
              <a:defRPr/>
            </a:lvl2pPr>
            <a:lvl3pPr marL="1108710" indent="0">
              <a:buFontTx/>
              <a:buNone/>
              <a:defRPr/>
            </a:lvl3pPr>
            <a:lvl4pPr marL="1652270" indent="0">
              <a:buFontTx/>
              <a:buNone/>
              <a:defRPr/>
            </a:lvl4pPr>
            <a:lvl5pPr marL="1924685" indent="0">
              <a:buFontTx/>
              <a:buNone/>
              <a:defRPr/>
            </a:lvl5pPr>
          </a:lstStyle>
          <a:p>
            <a:pPr lvl="0"/>
            <a:r>
              <a:rPr lang="en-US" noProof="0" dirty="0"/>
              <a:t>Click to insert text.</a:t>
            </a:r>
            <a:endParaRPr lang="en-US" noProof="0" dirty="0"/>
          </a:p>
        </p:txBody>
      </p:sp>
      <p:sp>
        <p:nvSpPr>
          <p:cNvPr id="9" name="Bildplatzhalter 1"/>
          <p:cNvSpPr>
            <a:spLocks noGrp="1"/>
          </p:cNvSpPr>
          <p:nvPr>
            <p:ph type="pic" sz="quarter" idx="12" hasCustomPrompt="1"/>
          </p:nvPr>
        </p:nvSpPr>
        <p:spPr bwMode="gray">
          <a:xfrm>
            <a:off x="550872"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9" name="Textplatzhalter 1"/>
          <p:cNvSpPr>
            <a:spLocks noGrp="1"/>
          </p:cNvSpPr>
          <p:nvPr>
            <p:ph type="body" sz="quarter" idx="21"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2"/>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16 title, 4 textboxes">
    <p:spTree>
      <p:nvGrpSpPr>
        <p:cNvPr id="1" name=""/>
        <p:cNvGrpSpPr/>
        <p:nvPr/>
      </p:nvGrpSpPr>
      <p:grpSpPr>
        <a:xfrm>
          <a:off x="0" y="0"/>
          <a:ext cx="0" cy="0"/>
          <a:chOff x="0" y="0"/>
          <a:chExt cx="0" cy="0"/>
        </a:xfrm>
      </p:grpSpPr>
      <p:sp>
        <p:nvSpPr>
          <p:cNvPr id="11" name="Textplatzhalter 5"/>
          <p:cNvSpPr>
            <a:spLocks noGrp="1"/>
          </p:cNvSpPr>
          <p:nvPr>
            <p:ph idx="16" hasCustomPrompt="1"/>
          </p:nvPr>
        </p:nvSpPr>
        <p:spPr bwMode="gray">
          <a:xfrm>
            <a:off x="6167603" y="3752925"/>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p:txBody>
      </p:sp>
      <p:sp>
        <p:nvSpPr>
          <p:cNvPr id="10" name="Textplatzhalter 4"/>
          <p:cNvSpPr>
            <a:spLocks noGrp="1"/>
          </p:cNvSpPr>
          <p:nvPr>
            <p:ph idx="15" hasCustomPrompt="1"/>
          </p:nvPr>
        </p:nvSpPr>
        <p:spPr bwMode="gray">
          <a:xfrm>
            <a:off x="550872" y="3752925"/>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p:txBody>
      </p:sp>
      <p:sp>
        <p:nvSpPr>
          <p:cNvPr id="9" name="Textplatzhalter 3"/>
          <p:cNvSpPr>
            <a:spLocks noGrp="1"/>
          </p:cNvSpPr>
          <p:nvPr>
            <p:ph idx="14" hasCustomPrompt="1"/>
          </p:nvPr>
        </p:nvSpPr>
        <p:spPr bwMode="gray">
          <a:xfrm>
            <a:off x="6167603" y="1558439"/>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p:txBody>
      </p:sp>
      <p:sp>
        <p:nvSpPr>
          <p:cNvPr id="8" name="Textplatzhalter 2"/>
          <p:cNvSpPr>
            <a:spLocks noGrp="1"/>
          </p:cNvSpPr>
          <p:nvPr>
            <p:ph idx="1" hasCustomPrompt="1"/>
          </p:nvPr>
        </p:nvSpPr>
        <p:spPr bwMode="gray">
          <a:xfrm>
            <a:off x="550872" y="1558439"/>
            <a:ext cx="5472712" cy="2051525"/>
          </a:xfrm>
          <a:prstGeom prst="rect">
            <a:avLst/>
          </a:prstGeom>
          <a:solidFill>
            <a:schemeClr val="accent1">
              <a:lumMod val="60000"/>
              <a:lumOff val="40000"/>
            </a:schemeClr>
          </a:solidFill>
        </p:spPr>
        <p:txBody>
          <a:bodyPr vert="horz" lIns="252000" tIns="252000" rIns="252000" bIns="25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vl5pPr marL="1799590" indent="-269875" defTabSz="914400">
              <a:spcAft>
                <a:spcPts val="0"/>
              </a:spcAft>
              <a:buClr>
                <a:schemeClr val="accent2"/>
              </a:buClr>
              <a:buFont typeface="Wingdings" panose="05000000000000000000" pitchFamily="2" charset="2"/>
              <a:defRPr/>
            </a:lvl5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p:txBody>
      </p:sp>
      <p:sp>
        <p:nvSpPr>
          <p:cNvPr id="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3" name="Textplatzhalter 1"/>
          <p:cNvSpPr>
            <a:spLocks noGrp="1"/>
          </p:cNvSpPr>
          <p:nvPr>
            <p:ph type="body" sz="quarter" idx="17"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16 pic + 6 textboxes">
    <p:spTree>
      <p:nvGrpSpPr>
        <p:cNvPr id="1" name=""/>
        <p:cNvGrpSpPr/>
        <p:nvPr/>
      </p:nvGrpSpPr>
      <p:grpSpPr>
        <a:xfrm>
          <a:off x="0" y="0"/>
          <a:ext cx="0" cy="0"/>
          <a:chOff x="0" y="0"/>
          <a:chExt cx="0" cy="0"/>
        </a:xfrm>
      </p:grpSpPr>
      <p:sp>
        <p:nvSpPr>
          <p:cNvPr id="24" name="Bildplatzhalter"/>
          <p:cNvSpPr>
            <a:spLocks noGrp="1"/>
          </p:cNvSpPr>
          <p:nvPr>
            <p:ph type="pic" sz="quarter" idx="12" hasCustomPrompt="1"/>
          </p:nvPr>
        </p:nvSpPr>
        <p:spPr bwMode="gray">
          <a:xfrm>
            <a:off x="8039846"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22" name="Textplatzhalter 7"/>
          <p:cNvSpPr>
            <a:spLocks noGrp="1"/>
          </p:cNvSpPr>
          <p:nvPr>
            <p:ph type="body" sz="quarter" idx="30" hasCustomPrompt="1"/>
          </p:nvPr>
        </p:nvSpPr>
        <p:spPr bwMode="gray">
          <a:xfrm>
            <a:off x="4295359" y="4484234"/>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20" name="Textplatzhalter 6"/>
          <p:cNvSpPr>
            <a:spLocks noGrp="1"/>
          </p:cNvSpPr>
          <p:nvPr>
            <p:ph type="body" sz="quarter" idx="29" hasCustomPrompt="1"/>
          </p:nvPr>
        </p:nvSpPr>
        <p:spPr bwMode="gray">
          <a:xfrm>
            <a:off x="550872" y="4484234"/>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9" name="Textplatzhalter 5"/>
          <p:cNvSpPr>
            <a:spLocks noGrp="1"/>
          </p:cNvSpPr>
          <p:nvPr>
            <p:ph type="body" sz="quarter" idx="28" hasCustomPrompt="1"/>
          </p:nvPr>
        </p:nvSpPr>
        <p:spPr bwMode="gray">
          <a:xfrm>
            <a:off x="4295359" y="3021336"/>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8" name="Textplatzhalter 4"/>
          <p:cNvSpPr>
            <a:spLocks noGrp="1"/>
          </p:cNvSpPr>
          <p:nvPr>
            <p:ph type="body" sz="quarter" idx="27" hasCustomPrompt="1"/>
          </p:nvPr>
        </p:nvSpPr>
        <p:spPr bwMode="gray">
          <a:xfrm>
            <a:off x="550872" y="3021336"/>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7" name="Textplatzhalter 3"/>
          <p:cNvSpPr>
            <a:spLocks noGrp="1"/>
          </p:cNvSpPr>
          <p:nvPr>
            <p:ph type="body" sz="quarter" idx="26" hasCustomPrompt="1"/>
          </p:nvPr>
        </p:nvSpPr>
        <p:spPr bwMode="gray">
          <a:xfrm>
            <a:off x="4295359" y="1558439"/>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6" name="Textplatzhalter 2"/>
          <p:cNvSpPr>
            <a:spLocks noGrp="1"/>
          </p:cNvSpPr>
          <p:nvPr>
            <p:ph type="body" sz="quarter" idx="25" hasCustomPrompt="1"/>
          </p:nvPr>
        </p:nvSpPr>
        <p:spPr bwMode="gray">
          <a:xfrm>
            <a:off x="550872" y="1558439"/>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4"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1"/>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16 pic + 8 textboxes">
    <p:spTree>
      <p:nvGrpSpPr>
        <p:cNvPr id="1" name=""/>
        <p:cNvGrpSpPr/>
        <p:nvPr/>
      </p:nvGrpSpPr>
      <p:grpSpPr>
        <a:xfrm>
          <a:off x="0" y="0"/>
          <a:ext cx="0" cy="0"/>
          <a:chOff x="0" y="0"/>
          <a:chExt cx="0" cy="0"/>
        </a:xfrm>
      </p:grpSpPr>
      <p:sp>
        <p:nvSpPr>
          <p:cNvPr id="41" name="Bildplatzhalter"/>
          <p:cNvSpPr>
            <a:spLocks noGrp="1"/>
          </p:cNvSpPr>
          <p:nvPr>
            <p:ph type="pic" sz="quarter" idx="12" hasCustomPrompt="1"/>
          </p:nvPr>
        </p:nvSpPr>
        <p:spPr bwMode="gray">
          <a:xfrm>
            <a:off x="8039846"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40" name="Textplatzhalter 9"/>
          <p:cNvSpPr>
            <a:spLocks noGrp="1"/>
          </p:cNvSpPr>
          <p:nvPr>
            <p:ph type="body" sz="quarter" idx="32" hasCustomPrompt="1"/>
          </p:nvPr>
        </p:nvSpPr>
        <p:spPr bwMode="gray">
          <a:xfrm>
            <a:off x="4295359" y="485134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9" name="Textplatzhalter 8"/>
          <p:cNvSpPr>
            <a:spLocks noGrp="1"/>
          </p:cNvSpPr>
          <p:nvPr>
            <p:ph type="body" sz="quarter" idx="31" hasCustomPrompt="1"/>
          </p:nvPr>
        </p:nvSpPr>
        <p:spPr bwMode="gray">
          <a:xfrm>
            <a:off x="550872" y="485134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8" name="Textplatzhalter 7"/>
          <p:cNvSpPr>
            <a:spLocks noGrp="1"/>
          </p:cNvSpPr>
          <p:nvPr>
            <p:ph type="body" sz="quarter" idx="30" hasCustomPrompt="1"/>
          </p:nvPr>
        </p:nvSpPr>
        <p:spPr bwMode="gray">
          <a:xfrm>
            <a:off x="4295359" y="3753711"/>
            <a:ext cx="3600469" cy="953779"/>
          </a:xfrm>
          <a:solidFill>
            <a:schemeClr val="accent1">
              <a:lumMod val="60000"/>
              <a:lumOff val="40000"/>
            </a:schemeClr>
          </a:solidFill>
        </p:spPr>
        <p:txBody>
          <a:bodyPr lIns="252000" tIns="252000" rIns="252000" bIns="252000"/>
          <a:lstStyle>
            <a:lvl1pPr marL="0" marR="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pPr>
            <a:r>
              <a:rPr lang="en-US" noProof="0" dirty="0"/>
              <a:t>Click to insert text.</a:t>
            </a:r>
            <a:endParaRPr lang="en-US" noProof="0" dirty="0"/>
          </a:p>
        </p:txBody>
      </p:sp>
      <p:sp>
        <p:nvSpPr>
          <p:cNvPr id="37" name="Textplatzhalter 6"/>
          <p:cNvSpPr>
            <a:spLocks noGrp="1"/>
          </p:cNvSpPr>
          <p:nvPr>
            <p:ph type="body" sz="quarter" idx="29" hasCustomPrompt="1"/>
          </p:nvPr>
        </p:nvSpPr>
        <p:spPr bwMode="gray">
          <a:xfrm>
            <a:off x="550872" y="3753711"/>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6" name="Textplatzhalter 5"/>
          <p:cNvSpPr>
            <a:spLocks noGrp="1"/>
          </p:cNvSpPr>
          <p:nvPr>
            <p:ph type="body" sz="quarter" idx="28" hasCustomPrompt="1"/>
          </p:nvPr>
        </p:nvSpPr>
        <p:spPr bwMode="gray">
          <a:xfrm>
            <a:off x="4295359" y="2656075"/>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5" name="Textplatzhalter 4"/>
          <p:cNvSpPr>
            <a:spLocks noGrp="1"/>
          </p:cNvSpPr>
          <p:nvPr>
            <p:ph type="body" sz="quarter" idx="27" hasCustomPrompt="1"/>
          </p:nvPr>
        </p:nvSpPr>
        <p:spPr bwMode="gray">
          <a:xfrm>
            <a:off x="550872" y="2656075"/>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4" name="Textplatzhalter 3"/>
          <p:cNvSpPr>
            <a:spLocks noGrp="1"/>
          </p:cNvSpPr>
          <p:nvPr>
            <p:ph type="body" sz="quarter" idx="26" hasCustomPrompt="1"/>
          </p:nvPr>
        </p:nvSpPr>
        <p:spPr bwMode="gray">
          <a:xfrm>
            <a:off x="4295359" y="155843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3" name="Textplatzhalter 2"/>
          <p:cNvSpPr>
            <a:spLocks noGrp="1"/>
          </p:cNvSpPr>
          <p:nvPr>
            <p:ph type="body" sz="quarter" idx="25" hasCustomPrompt="1"/>
          </p:nvPr>
        </p:nvSpPr>
        <p:spPr bwMode="gray">
          <a:xfrm>
            <a:off x="550872" y="155843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6"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16  8 textboxes">
    <p:spTree>
      <p:nvGrpSpPr>
        <p:cNvPr id="1" name=""/>
        <p:cNvGrpSpPr/>
        <p:nvPr/>
      </p:nvGrpSpPr>
      <p:grpSpPr>
        <a:xfrm>
          <a:off x="0" y="0"/>
          <a:ext cx="0" cy="0"/>
          <a:chOff x="0" y="0"/>
          <a:chExt cx="0" cy="0"/>
        </a:xfrm>
      </p:grpSpPr>
      <p:sp>
        <p:nvSpPr>
          <p:cNvPr id="37" name="Textplatzhalter 9"/>
          <p:cNvSpPr>
            <a:spLocks noGrp="1"/>
          </p:cNvSpPr>
          <p:nvPr>
            <p:ph type="body" sz="quarter" idx="32" hasCustomPrompt="1"/>
          </p:nvPr>
        </p:nvSpPr>
        <p:spPr bwMode="gray">
          <a:xfrm>
            <a:off x="8976375"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6" name="Textplatzhalter 8"/>
          <p:cNvSpPr>
            <a:spLocks noGrp="1"/>
          </p:cNvSpPr>
          <p:nvPr>
            <p:ph type="body" sz="quarter" idx="31" hasCustomPrompt="1"/>
          </p:nvPr>
        </p:nvSpPr>
        <p:spPr bwMode="gray">
          <a:xfrm>
            <a:off x="6167875"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5" name="Textplatzhalter 7"/>
          <p:cNvSpPr>
            <a:spLocks noGrp="1"/>
          </p:cNvSpPr>
          <p:nvPr>
            <p:ph type="body" sz="quarter" idx="30" hasCustomPrompt="1"/>
          </p:nvPr>
        </p:nvSpPr>
        <p:spPr bwMode="gray">
          <a:xfrm>
            <a:off x="3359373"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4" name="Textplatzhalter 6"/>
          <p:cNvSpPr>
            <a:spLocks noGrp="1"/>
          </p:cNvSpPr>
          <p:nvPr>
            <p:ph type="body" sz="quarter" idx="29" hasCustomPrompt="1"/>
          </p:nvPr>
        </p:nvSpPr>
        <p:spPr bwMode="gray">
          <a:xfrm>
            <a:off x="550872"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3" name="Textplatzhalter 5"/>
          <p:cNvSpPr>
            <a:spLocks noGrp="1"/>
          </p:cNvSpPr>
          <p:nvPr>
            <p:ph type="body" sz="quarter" idx="28" hasCustomPrompt="1"/>
          </p:nvPr>
        </p:nvSpPr>
        <p:spPr bwMode="gray">
          <a:xfrm>
            <a:off x="8976375"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2" name="Textplatzhalter 4"/>
          <p:cNvSpPr>
            <a:spLocks noGrp="1"/>
          </p:cNvSpPr>
          <p:nvPr>
            <p:ph type="body" sz="quarter" idx="27" hasCustomPrompt="1"/>
          </p:nvPr>
        </p:nvSpPr>
        <p:spPr bwMode="gray">
          <a:xfrm>
            <a:off x="6167875"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1" name="Textplatzhalter 3"/>
          <p:cNvSpPr>
            <a:spLocks noGrp="1"/>
          </p:cNvSpPr>
          <p:nvPr>
            <p:ph type="body" sz="quarter" idx="26" hasCustomPrompt="1"/>
          </p:nvPr>
        </p:nvSpPr>
        <p:spPr bwMode="gray">
          <a:xfrm>
            <a:off x="3359373"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30" name="Textplatzhalter 2"/>
          <p:cNvSpPr>
            <a:spLocks noGrp="1"/>
          </p:cNvSpPr>
          <p:nvPr>
            <p:ph type="body" sz="quarter" idx="25" hasCustomPrompt="1"/>
          </p:nvPr>
        </p:nvSpPr>
        <p:spPr bwMode="gray">
          <a:xfrm>
            <a:off x="550872"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5"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16  text + 3 textboxes">
    <p:spTree>
      <p:nvGrpSpPr>
        <p:cNvPr id="1" name=""/>
        <p:cNvGrpSpPr/>
        <p:nvPr/>
      </p:nvGrpSpPr>
      <p:grpSpPr>
        <a:xfrm>
          <a:off x="0" y="0"/>
          <a:ext cx="0" cy="0"/>
          <a:chOff x="0" y="0"/>
          <a:chExt cx="0" cy="0"/>
        </a:xfrm>
      </p:grpSpPr>
      <p:sp>
        <p:nvSpPr>
          <p:cNvPr id="19" name="Textplatzhalter 5"/>
          <p:cNvSpPr>
            <a:spLocks noGrp="1"/>
          </p:cNvSpPr>
          <p:nvPr>
            <p:ph type="body" sz="quarter" idx="31" hasCustomPrompt="1"/>
          </p:nvPr>
        </p:nvSpPr>
        <p:spPr bwMode="gray">
          <a:xfrm>
            <a:off x="8040253"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8" name="Textplatzhalter 4"/>
          <p:cNvSpPr>
            <a:spLocks noGrp="1"/>
          </p:cNvSpPr>
          <p:nvPr>
            <p:ph type="body" sz="quarter" idx="30" hasCustomPrompt="1"/>
          </p:nvPr>
        </p:nvSpPr>
        <p:spPr bwMode="gray">
          <a:xfrm>
            <a:off x="4295765"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16" name="Textplatzhalter 3"/>
          <p:cNvSpPr>
            <a:spLocks noGrp="1"/>
          </p:cNvSpPr>
          <p:nvPr>
            <p:ph type="body" sz="quarter" idx="29" hasCustomPrompt="1"/>
          </p:nvPr>
        </p:nvSpPr>
        <p:spPr bwMode="gray">
          <a:xfrm>
            <a:off x="550872"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endParaRPr lang="en-US" noProof="0" dirty="0"/>
          </a:p>
        </p:txBody>
      </p:sp>
      <p:sp>
        <p:nvSpPr>
          <p:cNvPr id="20"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2pPr marL="720090" indent="-269875" defTabSz="914400">
              <a:spcAft>
                <a:spcPts val="0"/>
              </a:spcAft>
              <a:buClr>
                <a:schemeClr val="accent2"/>
              </a:buClr>
              <a:buFont typeface="Wingdings" panose="05000000000000000000" pitchFamily="2" charset="2"/>
              <a:defRPr/>
            </a:lvl2pPr>
            <a:lvl3pPr marL="1079500" indent="-269875" defTabSz="914400">
              <a:spcAft>
                <a:spcPts val="0"/>
              </a:spcAft>
              <a:buClr>
                <a:schemeClr val="accent2"/>
              </a:buClr>
              <a:buFont typeface="Wingdings" panose="05000000000000000000" pitchFamily="2" charset="2"/>
              <a:defRPr/>
            </a:lvl3pPr>
            <a:lvl4pPr marL="1439545" indent="-269875" defTabSz="914400">
              <a:spcAft>
                <a:spcPts val="0"/>
              </a:spcAft>
              <a:buClr>
                <a:schemeClr val="accent2"/>
              </a:buClr>
              <a:buFont typeface="Wingdings" panose="05000000000000000000" pitchFamily="2" charset="2"/>
              <a:defRPr/>
            </a:lvl4pPr>
            <a:lvl5pPr marL="1799590" indent="-269875" defTabSz="914400">
              <a:spcAft>
                <a:spcPts val="0"/>
              </a:spcAft>
              <a:buClr>
                <a:schemeClr val="accent2"/>
              </a:buClr>
              <a:buFont typeface="Wingdings" panose="05000000000000000000" pitchFamily="2" charset="2"/>
              <a:defRPr/>
            </a:lvl5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1"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2"/>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16  text + 3 pic">
    <p:spTree>
      <p:nvGrpSpPr>
        <p:cNvPr id="1" name=""/>
        <p:cNvGrpSpPr/>
        <p:nvPr/>
      </p:nvGrpSpPr>
      <p:grpSpPr>
        <a:xfrm>
          <a:off x="0" y="0"/>
          <a:ext cx="0" cy="0"/>
          <a:chOff x="0" y="0"/>
          <a:chExt cx="0" cy="0"/>
        </a:xfrm>
      </p:grpSpPr>
      <p:sp>
        <p:nvSpPr>
          <p:cNvPr id="10" name="Bildplatzhalter 3"/>
          <p:cNvSpPr>
            <a:spLocks noGrp="1"/>
          </p:cNvSpPr>
          <p:nvPr>
            <p:ph type="pic" sz="quarter" idx="14" hasCustomPrompt="1"/>
          </p:nvPr>
        </p:nvSpPr>
        <p:spPr bwMode="gray">
          <a:xfrm>
            <a:off x="8040253"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1" name="Bildplatzhalter 2"/>
          <p:cNvSpPr>
            <a:spLocks noGrp="1"/>
          </p:cNvSpPr>
          <p:nvPr>
            <p:ph type="pic" sz="quarter" idx="15" hasCustomPrompt="1"/>
          </p:nvPr>
        </p:nvSpPr>
        <p:spPr bwMode="gray">
          <a:xfrm>
            <a:off x="4295765"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9" name="Bildplatzhalter 1"/>
          <p:cNvSpPr>
            <a:spLocks noGrp="1"/>
          </p:cNvSpPr>
          <p:nvPr>
            <p:ph type="pic" sz="quarter" idx="12" hasCustomPrompt="1"/>
          </p:nvPr>
        </p:nvSpPr>
        <p:spPr bwMode="gray">
          <a:xfrm>
            <a:off x="550872"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endParaRPr lang="en-US" noProof="0" dirty="0"/>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79500" indent="-269875" defTabSz="914400">
              <a:spcAft>
                <a:spcPts val="0"/>
              </a:spcAft>
              <a:buClr>
                <a:schemeClr val="accent2"/>
              </a:buClr>
              <a:buFont typeface="Wingdings" panose="05000000000000000000" pitchFamily="2" charset="2"/>
              <a:defRPr lang="de-DE" dirty="0" smtClean="0"/>
            </a:lvl3pPr>
            <a:lvl4pPr marL="1439545" indent="-269875" defTabSz="914400">
              <a:spcAft>
                <a:spcPts val="0"/>
              </a:spcAft>
              <a:buClr>
                <a:schemeClr val="accent2"/>
              </a:buClr>
              <a:buFont typeface="Wingdings" panose="05000000000000000000" pitchFamily="2" charset="2"/>
              <a:defRPr lang="de-DE" dirty="0"/>
            </a:lvl4pPr>
            <a:lvl5pPr marL="1799590" indent="-269875" defTabSz="914400">
              <a:spcAft>
                <a:spcPts val="0"/>
              </a:spcAft>
              <a:buClr>
                <a:schemeClr val="accent2"/>
              </a:buClr>
              <a:buFont typeface="Wingdings" panose="05000000000000000000" pitchFamily="2" charset="2"/>
              <a:defRPr/>
            </a:lvl5pPr>
          </a:lstStyle>
          <a:p>
            <a:pPr lvl="0"/>
            <a:r>
              <a:rPr lang="en-US" noProof="0"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endParaRPr lang="en-US" noProof="0" dirty="0"/>
          </a:p>
        </p:txBody>
      </p:sp>
      <p:sp>
        <p:nvSpPr>
          <p:cNvPr id="13"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endParaRPr lang="en-US"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P17 title">
    <p:spTree>
      <p:nvGrpSpPr>
        <p:cNvPr id="1" name=""/>
        <p:cNvGrpSpPr/>
        <p:nvPr/>
      </p:nvGrpSpPr>
      <p:grpSpPr>
        <a:xfrm>
          <a:off x="0" y="0"/>
          <a:ext cx="0" cy="0"/>
          <a:chOff x="0" y="0"/>
          <a:chExt cx="0" cy="0"/>
        </a:xfrm>
      </p:grpSpPr>
      <p:sp>
        <p:nvSpPr>
          <p:cNvPr id="6" name="Text"/>
          <p:cNvSpPr>
            <a:spLocks noGrp="1"/>
          </p:cNvSpPr>
          <p:nvPr>
            <p:ph type="body" sz="quarter" idx="15" hasCustomPrompt="1"/>
          </p:nvPr>
        </p:nvSpPr>
        <p:spPr bwMode="gray">
          <a:xfrm>
            <a:off x="550874"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49347" y="906993"/>
            <a:ext cx="11089442" cy="647849"/>
          </a:xfrm>
        </p:spPr>
        <p:txBody>
          <a:bodyPr/>
          <a:lstStyle>
            <a:lvl1pPr>
              <a:defRPr>
                <a:latin typeface="IBM Plex Sans" panose="020B0503050203000203" pitchFamily="34" charset="0"/>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5" name="Foliennumm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P16_2 1 small  pic + text">
    <p:spTree>
      <p:nvGrpSpPr>
        <p:cNvPr id="1" name=""/>
        <p:cNvGrpSpPr/>
        <p:nvPr/>
      </p:nvGrpSpPr>
      <p:grpSpPr>
        <a:xfrm>
          <a:off x="0" y="0"/>
          <a:ext cx="0" cy="0"/>
          <a:chOff x="0" y="0"/>
          <a:chExt cx="0" cy="0"/>
        </a:xfrm>
      </p:grpSpPr>
      <p:sp>
        <p:nvSpPr>
          <p:cNvPr id="9" name="Bildplatzhalter"/>
          <p:cNvSpPr>
            <a:spLocks noGrp="1"/>
          </p:cNvSpPr>
          <p:nvPr>
            <p:ph type="pic" sz="quarter" idx="12"/>
          </p:nvPr>
        </p:nvSpPr>
        <p:spPr bwMode="gray">
          <a:xfrm>
            <a:off x="8040254" y="1558442"/>
            <a:ext cx="3600470"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pPr lvl="0"/>
            <a:r>
              <a:rPr lang="zh-CN" altLang="en-US" noProof="0"/>
              <a:t>单击图标添加图片</a:t>
            </a:r>
            <a:endParaRPr lang="en-US" noProof="0" dirty="0"/>
          </a:p>
        </p:txBody>
      </p:sp>
      <p:sp>
        <p:nvSpPr>
          <p:cNvPr id="19" name="Textplatzhalter 2"/>
          <p:cNvSpPr>
            <a:spLocks noGrp="1"/>
          </p:cNvSpPr>
          <p:nvPr>
            <p:ph idx="15"/>
          </p:nvPr>
        </p:nvSpPr>
        <p:spPr bwMode="gray">
          <a:xfrm>
            <a:off x="550874" y="1558442"/>
            <a:ext cx="7344956" cy="4247017"/>
          </a:xfrm>
          <a:prstGeom prst="rect">
            <a:avLst/>
          </a:prstGeom>
        </p:spPr>
        <p:txBody>
          <a:bodyPr/>
          <a:lstStyle>
            <a:lvl1pPr marL="269875" marR="0" indent="-269875" algn="l" defTabSz="9131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18820" indent="-269875" defTabSz="913130">
              <a:spcAft>
                <a:spcPts val="0"/>
              </a:spcAft>
              <a:buClr>
                <a:schemeClr val="accent2"/>
              </a:buClr>
              <a:buFont typeface="Wingdings" panose="05000000000000000000" pitchFamily="2" charset="2"/>
              <a:defRPr lang="de-DE" dirty="0" smtClean="0"/>
            </a:lvl2pPr>
            <a:lvl3pPr marL="1078865" indent="-269875" defTabSz="913130">
              <a:spcAft>
                <a:spcPts val="0"/>
              </a:spcAft>
              <a:buClr>
                <a:schemeClr val="accent2"/>
              </a:buClr>
              <a:buFont typeface="Wingdings" panose="05000000000000000000" pitchFamily="2" charset="2"/>
              <a:defRPr lang="de-DE" dirty="0" smtClean="0"/>
            </a:lvl3pPr>
            <a:lvl4pPr marL="1438275" indent="-269875" defTabSz="913130">
              <a:spcAft>
                <a:spcPts val="0"/>
              </a:spcAft>
              <a:buClr>
                <a:schemeClr val="accent2"/>
              </a:buClr>
              <a:buFont typeface="Wingdings" panose="05000000000000000000" pitchFamily="2" charset="2"/>
              <a:defRPr lang="de-DE" dirty="0" smtClean="0"/>
            </a:lvl4pPr>
            <a:lvl5pPr marL="1797685" indent="-269875" defTabSz="913130">
              <a:spcAft>
                <a:spcPts val="0"/>
              </a:spcAft>
              <a:buClr>
                <a:schemeClr val="accent2"/>
              </a:buClr>
              <a:buFont typeface="Wingdings" panose="05000000000000000000" pitchFamily="2" charset="2"/>
              <a:defRPr lang="de-DE" dirty="0"/>
            </a:lvl5pPr>
            <a:lvl6pPr marL="2157095" indent="-269875" defTabSz="913130">
              <a:lnSpc>
                <a:spcPct val="100000"/>
              </a:lnSpc>
              <a:spcAft>
                <a:spcPts val="0"/>
              </a:spcAft>
              <a:buClr>
                <a:schemeClr val="accent2"/>
              </a:buClr>
              <a:buFont typeface="Wingdings" panose="05000000000000000000" pitchFamily="2" charset="2"/>
              <a:defRPr lang="de-DE" dirty="0" smtClean="0"/>
            </a:lvl6pPr>
            <a:lvl7pPr marL="2516505" indent="-269875" defTabSz="913130">
              <a:lnSpc>
                <a:spcPct val="100000"/>
              </a:lnSpc>
              <a:spcAft>
                <a:spcPts val="0"/>
              </a:spcAft>
              <a:buClr>
                <a:schemeClr val="accent2"/>
              </a:buClr>
              <a:buFont typeface="Wingdings" panose="05000000000000000000" pitchFamily="2" charset="2"/>
              <a:defRPr lang="de-DE" dirty="0" smtClean="0"/>
            </a:lvl7pPr>
          </a:lstStyle>
          <a:p>
            <a:pPr lvl="0"/>
            <a:r>
              <a:rPr lang="zh-CN" altLang="en-US" noProof="0"/>
              <a:t>单击此处编辑母版文本样式</a:t>
            </a:r>
            <a:endParaRPr lang="zh-CN" altLang="en-US" noProof="0"/>
          </a:p>
          <a:p>
            <a:pPr lvl="1"/>
            <a:r>
              <a:rPr lang="zh-CN" altLang="en-US" noProof="0"/>
              <a:t>二级</a:t>
            </a:r>
            <a:endParaRPr lang="zh-CN" altLang="en-US" noProof="0"/>
          </a:p>
          <a:p>
            <a:pPr lvl="2"/>
            <a:r>
              <a:rPr lang="zh-CN" altLang="en-US" noProof="0"/>
              <a:t>三级</a:t>
            </a:r>
            <a:endParaRPr lang="zh-CN" altLang="en-US" noProof="0"/>
          </a:p>
          <a:p>
            <a:pPr lvl="3"/>
            <a:r>
              <a:rPr lang="zh-CN" altLang="en-US" noProof="0"/>
              <a:t>四级</a:t>
            </a:r>
            <a:endParaRPr lang="zh-CN" altLang="en-US" noProof="0"/>
          </a:p>
          <a:p>
            <a:pPr lvl="4"/>
            <a:r>
              <a:rPr lang="zh-CN" altLang="en-US" noProof="0"/>
              <a:t>五级</a:t>
            </a:r>
            <a:endParaRPr lang="en-US" noProof="0" dirty="0"/>
          </a:p>
        </p:txBody>
      </p:sp>
      <p:sp>
        <p:nvSpPr>
          <p:cNvPr id="2" name="Titel"/>
          <p:cNvSpPr>
            <a:spLocks noGrp="1"/>
          </p:cNvSpPr>
          <p:nvPr>
            <p:ph type="title"/>
          </p:nvPr>
        </p:nvSpPr>
        <p:spPr bwMode="gray">
          <a:xfrm>
            <a:off x="550875" y="906990"/>
            <a:ext cx="11089442" cy="647851"/>
          </a:xfrm>
        </p:spPr>
        <p:txBody>
          <a:bodyPr/>
          <a:lstStyle>
            <a:lvl1pPr>
              <a:defRPr b="1" i="0">
                <a:latin typeface="微软雅黑" panose="020B0503020204020204" pitchFamily="34" charset="-122"/>
              </a:defRPr>
            </a:lvl1pPr>
          </a:lstStyle>
          <a:p>
            <a:r>
              <a:rPr lang="zh-CN" altLang="en-US" noProof="0"/>
              <a:t>单击此处编辑母版标题样式</a:t>
            </a:r>
            <a:endParaRPr lang="en-US" noProof="0" dirty="0"/>
          </a:p>
        </p:txBody>
      </p:sp>
      <p:sp>
        <p:nvSpPr>
          <p:cNvPr id="10" name="Textplatzhalter 1"/>
          <p:cNvSpPr>
            <a:spLocks noGrp="1"/>
          </p:cNvSpPr>
          <p:nvPr>
            <p:ph type="body" sz="quarter" idx="16"/>
          </p:nvPr>
        </p:nvSpPr>
        <p:spPr bwMode="gray">
          <a:xfrm>
            <a:off x="550875" y="467067"/>
            <a:ext cx="11089442" cy="431900"/>
          </a:xfrm>
          <a:noFill/>
        </p:spPr>
        <p:txBody>
          <a:bodyPr tIns="0" bIns="0" anchor="ctr" anchorCtr="0"/>
          <a:lstStyle>
            <a:lvl1pPr marL="0" indent="0">
              <a:buFontTx/>
              <a:buNone/>
              <a:defRPr/>
            </a:lvl1pPr>
          </a:lstStyle>
          <a:p>
            <a:pPr lvl="0"/>
            <a:r>
              <a:rPr lang="zh-CN" altLang="en-US" noProof="0"/>
              <a:t>单击此处编辑母版文本样式</a:t>
            </a:r>
            <a:endParaRPr lang="zh-CN" altLang="en-US" noProof="0"/>
          </a:p>
        </p:txBody>
      </p:sp>
      <p:sp>
        <p:nvSpPr>
          <p:cNvPr id="6" name="Fußzeilenplatzhalter"/>
          <p:cNvSpPr>
            <a:spLocks noGrp="1"/>
          </p:cNvSpPr>
          <p:nvPr>
            <p:ph type="ftr" sz="quarter" idx="17"/>
          </p:nvPr>
        </p:nvSpPr>
        <p:spPr/>
        <p:txBody>
          <a:bodyPr wrap="square" numCol="1" anchorCtr="0" compatLnSpc="1"/>
          <a:lstStyle>
            <a:lvl1pPr defTabSz="1085850" fontAlgn="base">
              <a:spcBef>
                <a:spcPct val="0"/>
              </a:spcBef>
              <a:spcAft>
                <a:spcPct val="0"/>
              </a:spcAft>
              <a:defRPr smtClean="0">
                <a:latin typeface="微软雅黑" panose="020B0503020204020204" pitchFamily="34" charset="-122"/>
                <a:ea typeface="微软雅黑" panose="020B0503020204020204" pitchFamily="34" charset="-122"/>
              </a:defRPr>
            </a:lvl1pPr>
          </a:lstStyle>
          <a:p>
            <a:r>
              <a:rPr lang="en-US" altLang="zh-CN"/>
              <a:t>Name of the Speaker / Title of the presentation / Date</a:t>
            </a:r>
            <a:endParaRPr lang="de-DE" altLang="zh-CN"/>
          </a:p>
        </p:txBody>
      </p:sp>
      <p:sp>
        <p:nvSpPr>
          <p:cNvPr id="7" name="Foliennummernplatzhalter"/>
          <p:cNvSpPr>
            <a:spLocks noGrp="1"/>
          </p:cNvSpPr>
          <p:nvPr>
            <p:ph type="sldNum" sz="quarter" idx="18"/>
          </p:nvPr>
        </p:nvSpPr>
        <p:spPr>
          <a:xfrm>
            <a:off x="549848" y="6196063"/>
            <a:ext cx="171701" cy="153888"/>
          </a:xfrm>
        </p:spPr>
        <p:txBody>
          <a:bodyPr/>
          <a:lstStyle>
            <a:lvl1pPr defTabSz="913130">
              <a:defRPr/>
            </a:lvl1pPr>
          </a:lstStyle>
          <a:p>
            <a:fld id="{F1E2994F-EA8E-E94D-951E-CE3650B6EEE6}" type="slidenum">
              <a:rPr lang="de-DE" altLang="zh-CN"/>
            </a:fld>
            <a:endParaRPr lang="de-DE" altLang="zh-CN"/>
          </a:p>
        </p:txBody>
      </p:sp>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hank you optional 2">
    <p:spTree>
      <p:nvGrpSpPr>
        <p:cNvPr id="1" name=""/>
        <p:cNvGrpSpPr/>
        <p:nvPr/>
      </p:nvGrpSpPr>
      <p:grpSpPr>
        <a:xfrm>
          <a:off x="0" y="0"/>
          <a:ext cx="0" cy="0"/>
          <a:chOff x="0" y="0"/>
          <a:chExt cx="0" cy="0"/>
        </a:xfrm>
      </p:grpSpPr>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IBM Plex Sans" panose="020B0503050203000203" pitchFamily="34" charset="0"/>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err="1">
                <a:solidFill>
                  <a:schemeClr val="accent1"/>
                </a:solidFill>
                <a:latin typeface="IBM Plex Sans" panose="020B0503050203000203" pitchFamily="34" charset="0"/>
              </a:rPr>
              <a:t>Thank</a:t>
            </a:r>
            <a:r>
              <a:rPr lang="de-DE" sz="2800" b="0" dirty="0">
                <a:solidFill>
                  <a:schemeClr val="accent1"/>
                </a:solidFill>
                <a:latin typeface="IBM Plex Sans" panose="020B0503050203000203" pitchFamily="34" charset="0"/>
              </a:rPr>
              <a:t> </a:t>
            </a:r>
            <a:r>
              <a:rPr lang="de-DE" sz="2800" b="0" dirty="0" err="1">
                <a:solidFill>
                  <a:schemeClr val="accent1"/>
                </a:solidFill>
                <a:latin typeface="IBM Plex Sans" panose="020B0503050203000203" pitchFamily="34" charset="0"/>
              </a:rPr>
              <a:t>you</a:t>
            </a:r>
            <a:endParaRPr lang="de-DE" sz="2800" b="0" dirty="0">
              <a:solidFill>
                <a:schemeClr val="accent1"/>
              </a:solidFill>
              <a:latin typeface="IBM Plex Sans" panose="020B0503050203000203" pitchFamily="34" charset="0"/>
            </a:endParaRPr>
          </a:p>
        </p:txBody>
      </p:sp>
      <p:sp>
        <p:nvSpPr>
          <p:cNvPr id="8" name="Textplatzhalter 2"/>
          <p:cNvSpPr>
            <a:spLocks noGrp="1"/>
          </p:cNvSpPr>
          <p:nvPr>
            <p:ph type="body" sz="quarter" idx="13" hasCustomPrompt="1"/>
          </p:nvPr>
        </p:nvSpPr>
        <p:spPr>
          <a:xfrm>
            <a:off x="9466048" y="477838"/>
            <a:ext cx="2736000" cy="431800"/>
          </a:xfrm>
          <a:solidFill>
            <a:schemeClr val="accent2"/>
          </a:solidFill>
        </p:spPr>
        <p:txBody>
          <a:bodyPr rIns="540000" anchor="ctr" anchorCtr="0"/>
          <a:lstStyle>
            <a:lvl1pPr marL="0" indent="0" algn="r">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algn="r"/>
            <a:r>
              <a:rPr lang="de-DE" sz="1800" dirty="0" err="1">
                <a:solidFill>
                  <a:schemeClr val="bg1"/>
                </a:solidFill>
              </a:rPr>
              <a:t>Confidentiality</a:t>
            </a:r>
            <a:r>
              <a:rPr lang="de-DE" sz="1800" dirty="0">
                <a:solidFill>
                  <a:schemeClr val="bg1"/>
                </a:solidFill>
              </a:rPr>
              <a:t> </a:t>
            </a:r>
            <a:r>
              <a:rPr lang="de-DE" sz="1800" dirty="0" err="1">
                <a:solidFill>
                  <a:schemeClr val="bg1"/>
                </a:solidFill>
              </a:rPr>
              <a:t>class</a:t>
            </a:r>
            <a:endParaRPr lang="de-DE" sz="1800" dirty="0">
              <a:solidFill>
                <a:schemeClr val="bg1"/>
              </a:solidFill>
            </a:endParaRPr>
          </a:p>
        </p:txBody>
      </p:sp>
      <p:pic>
        <p:nvPicPr>
          <p:cNvPr id="2" name="Bildplatzhalter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P17_2 1 small  pic +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50873" y="906992"/>
            <a:ext cx="11089444" cy="647849"/>
          </a:xfrm>
        </p:spPr>
        <p:txBody>
          <a:bodyPr/>
          <a:lstStyle>
            <a:lvl1pPr>
              <a:defRPr>
                <a:latin typeface="微软雅黑" panose="020B0503020204020204" pitchFamily="34" charset="-122"/>
                <a:ea typeface="微软雅黑" panose="020B0503020204020204" pitchFamily="34" charset="-122"/>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440"/>
            <a:ext cx="7344956"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Click </a:t>
            </a:r>
            <a:r>
              <a:rPr lang="de-DE" noProof="0" dirty="0" err="1"/>
              <a:t>to</a:t>
            </a:r>
            <a:r>
              <a:rPr lang="de-DE" noProof="0" dirty="0"/>
              <a:t> </a:t>
            </a:r>
            <a:r>
              <a:rPr lang="de-DE" noProof="0" dirty="0" err="1"/>
              <a:t>insert</a:t>
            </a:r>
            <a:r>
              <a:rPr lang="de-DE" noProof="0" dirty="0"/>
              <a:t> </a:t>
            </a:r>
            <a:r>
              <a:rPr lang="de-DE" noProof="0" dirty="0" err="1"/>
              <a:t>text</a:t>
            </a:r>
            <a:r>
              <a:rPr lang="de-DE" noProof="0" dirty="0"/>
              <a:t>. </a:t>
            </a:r>
            <a:r>
              <a:rPr lang="de-DE" noProof="0" dirty="0" err="1"/>
              <a:t>For</a:t>
            </a:r>
            <a:r>
              <a:rPr lang="de-DE" noProof="0" dirty="0"/>
              <a:t> </a:t>
            </a:r>
            <a:r>
              <a:rPr lang="de-DE" noProof="0" dirty="0" err="1"/>
              <a:t>further</a:t>
            </a:r>
            <a:r>
              <a:rPr lang="de-DE" noProof="0" dirty="0"/>
              <a:t> </a:t>
            </a:r>
            <a:r>
              <a:rPr lang="de-DE" noProof="0" dirty="0" err="1"/>
              <a:t>chart</a:t>
            </a:r>
            <a:r>
              <a:rPr lang="de-DE" noProof="0" dirty="0"/>
              <a:t> </a:t>
            </a:r>
            <a:r>
              <a:rPr lang="de-DE" noProof="0" dirty="0" err="1"/>
              <a:t>layouts</a:t>
            </a:r>
            <a:r>
              <a:rPr lang="de-DE" noProof="0" dirty="0"/>
              <a:t>, </a:t>
            </a:r>
            <a:r>
              <a:rPr lang="de-DE" noProof="0" dirty="0" err="1"/>
              <a:t>please</a:t>
            </a:r>
            <a:r>
              <a:rPr lang="de-DE" noProof="0" dirty="0"/>
              <a:t> </a:t>
            </a:r>
            <a:r>
              <a:rPr lang="de-DE" noProof="0" dirty="0" err="1"/>
              <a:t>refer</a:t>
            </a:r>
            <a:r>
              <a:rPr lang="de-DE" noProof="0" dirty="0"/>
              <a:t> </a:t>
            </a:r>
            <a:r>
              <a:rPr lang="de-DE" noProof="0" dirty="0" err="1"/>
              <a:t>to</a:t>
            </a:r>
            <a:r>
              <a:rPr lang="de-DE" noProof="0" dirty="0"/>
              <a:t> Layout.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5" name="Foliennumm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able and diagramm only">
    <p:spTree>
      <p:nvGrpSpPr>
        <p:cNvPr id="1" name=""/>
        <p:cNvGrpSpPr/>
        <p:nvPr/>
      </p:nvGrpSpPr>
      <p:grpSpPr>
        <a:xfrm>
          <a:off x="0" y="0"/>
          <a:ext cx="0" cy="0"/>
          <a:chOff x="0" y="0"/>
          <a:chExt cx="0" cy="0"/>
        </a:xfrm>
      </p:grpSpPr>
      <p:sp>
        <p:nvSpPr>
          <p:cNvPr id="7" name="Inhalt"/>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err="1"/>
              <a:t>Diagram</a:t>
            </a:r>
            <a:r>
              <a:rPr lang="de-DE" noProof="0" dirty="0"/>
              <a:t>, </a:t>
            </a:r>
            <a:r>
              <a:rPr lang="de-DE" noProof="0" dirty="0" err="1"/>
              <a:t>smartart</a:t>
            </a:r>
            <a:r>
              <a:rPr lang="de-DE" noProof="0" dirty="0"/>
              <a:t> </a:t>
            </a:r>
            <a:r>
              <a:rPr lang="de-DE" noProof="0" dirty="0" err="1"/>
              <a:t>or</a:t>
            </a:r>
            <a:r>
              <a:rPr lang="de-DE" noProof="0" dirty="0"/>
              <a:t> </a:t>
            </a:r>
            <a:r>
              <a:rPr lang="de-DE" noProof="0" dirty="0" err="1"/>
              <a:t>table</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8"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b="0" i="0">
                <a:latin typeface="微软雅黑" panose="020B0503020204020204" pitchFamily="34" charset="-122"/>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Fußzeilenplatzhalter 2"/>
          <p:cNvSpPr>
            <a:spLocks noGrp="1"/>
          </p:cNvSpPr>
          <p:nvPr>
            <p:ph type="ftr" sz="quarter" idx="16"/>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7"/>
          </p:nvPr>
        </p:nvSpPr>
        <p:spPr/>
        <p:txBody>
          <a:bodyPr/>
          <a:lstStyle/>
          <a:p>
            <a:fld id="{B227C86F-CC2D-492F-A88C-C748186E73FB}" type="slidenum">
              <a:rPr lang="de-DE" smtClean="0"/>
            </a:fld>
            <a:endParaRPr lang="de-DE" dirty="0"/>
          </a:p>
        </p:txBody>
      </p:sp>
      <p:sp>
        <p:nvSpPr>
          <p:cNvPr id="10" name="Text"/>
          <p:cNvSpPr>
            <a:spLocks noGrp="1"/>
          </p:cNvSpPr>
          <p:nvPr>
            <p:ph type="body" sz="quarter" idx="18"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IBM Plex Sans" panose="020B0503050203000203" pitchFamily="34" charset="0"/>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524000" y="1122363"/>
            <a:ext cx="9144000" cy="2387600"/>
          </a:xfrm>
        </p:spPr>
        <p:txBody>
          <a:bodyPr anchor="b"/>
          <a:lstStyle>
            <a:lvl1pPr algn="ctr">
              <a:buNone/>
              <a:defRPr sz="6000"/>
            </a:lvl1pPr>
          </a:lstStyle>
          <a:p/>
        </p:txBody>
      </p:sp>
      <p:sp>
        <p:nvSpPr>
          <p:cNvPr id="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3" name="Date Placeholder 3"/>
          <p:cNvSpPr>
            <a:spLocks noGrp="1"/>
          </p:cNvSpPr>
          <p:nvPr>
            <p:ph type="dt" idx="10"/>
          </p:nvPr>
        </p:nvSpPr>
        <p:spPr/>
        <p:txBody>
          <a:bodyPr/>
          <a:lstStyle/>
          <a:p/>
        </p:txBody>
      </p:sp>
      <p:sp>
        <p:nvSpPr>
          <p:cNvPr id="4" name="Footer Placeholder 4"/>
          <p:cNvSpPr>
            <a:spLocks noGrp="1"/>
          </p:cNvSpPr>
          <p:nvPr>
            <p:ph type="ftr" idx="11"/>
          </p:nvPr>
        </p:nvSpPr>
        <p:spPr/>
        <p:txBody>
          <a:bodyPr/>
          <a:lstStyle/>
          <a:p/>
        </p:txBody>
      </p:sp>
      <p:sp>
        <p:nvSpPr>
          <p:cNvPr id="5" name="Slide Number Placeholder 5"/>
          <p:cNvSpPr>
            <a:spLocks noGrp="1"/>
          </p:cNvSpPr>
          <p:nvPr>
            <p:ph type="sldNum" idx="12"/>
          </p:nvPr>
        </p:nvSpPr>
        <p:spPr/>
        <p:txBody>
          <a:bodyPr/>
          <a:lstStyl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8" name="Rechteck 7"/>
          <p:cNvSpPr/>
          <p:nvPr userDrawn="1"/>
        </p:nvSpPr>
        <p:spPr>
          <a:xfrm>
            <a:off x="550863" y="1558924"/>
            <a:ext cx="7346880" cy="2643621"/>
          </a:xfrm>
          <a:prstGeom prst="rect">
            <a:avLst/>
          </a:prstGeom>
        </p:spPr>
        <p:txBody>
          <a:bodyPr wrap="square" lIns="0" tIns="0" rIns="0" bIns="0" anchor="t" anchorCtr="0">
            <a:noAutofit/>
          </a:bodyPr>
          <a:lstStyle/>
          <a:p>
            <a:pPr eaLnBrk="0" hangingPunct="0"/>
            <a:r>
              <a:rPr lang="de-DE" sz="1800" dirty="0">
                <a:solidFill>
                  <a:schemeClr val="tx1"/>
                </a:solidFill>
                <a:latin typeface="+mn-lt"/>
                <a:ea typeface="MS PGothic" panose="020B0600070205080204" charset="-128"/>
                <a:cs typeface="Arial" panose="020B0604020202020204"/>
              </a:rPr>
              <a:t>Alle Inhalte in dieser Präsentation, insbesondere Texte, Fotografien und Grafiken sind urheberrechtlich geschützt und alle in dieser Präsentation enthaltenen Strategien, Modelle, Konzepte und Schlussfolgerungen sind ebenfalls geistiges Eigentum von Phoenix Contact, sofern dies nicht anders, zum Beispiel durch Quellenangaben, gekennzeichnet ist. Alle in dieser Präsentation enthaltenen Informationen sind vertraulich zu behandeln. Es ist ohne vorherige schriftliche Genehmigung durch Phoenix Contact untersagt, diese Präsentation ganz oder auszugsweise zu kopieren, zu verändern, zu vervielfältigen, zu veröffentlichen, zu verbreiten oder in einer sonstigen Weise Dritten zugänglich zu machen. </a:t>
            </a:r>
            <a:endParaRPr lang="de-DE" sz="1800" dirty="0">
              <a:solidFill>
                <a:schemeClr val="tx1"/>
              </a:solidFill>
              <a:latin typeface="+mn-lt"/>
              <a:ea typeface="MS PGothic" panose="020B0600070205080204" charset="-128"/>
              <a:cs typeface="Arial" panose="020B0604020202020204"/>
            </a:endParaRPr>
          </a:p>
        </p:txBody>
      </p:sp>
      <p:sp>
        <p:nvSpPr>
          <p:cNvPr id="9" name="Rechteck 8"/>
          <p:cNvSpPr/>
          <p:nvPr userDrawn="1"/>
        </p:nvSpPr>
        <p:spPr>
          <a:xfrm>
            <a:off x="549344" y="918558"/>
            <a:ext cx="11091793" cy="523220"/>
          </a:xfrm>
          <a:prstGeom prst="rect">
            <a:avLst/>
          </a:prstGeom>
        </p:spPr>
        <p:txBody>
          <a:bodyPr vert="horz" lIns="0" tIns="0" rIns="0" bIns="0" rtlCol="0" anchor="t">
            <a:noAutofit/>
          </a:bodyPr>
          <a:lstStyle/>
          <a:p>
            <a:pPr lvl="0" defTabSz="914400">
              <a:spcBef>
                <a:spcPct val="0"/>
              </a:spcBef>
              <a:buNone/>
            </a:pPr>
            <a:endParaRPr lang="en-US" sz="2800" b="1" noProof="0" dirty="0">
              <a:latin typeface="+mj-lt"/>
              <a:ea typeface="+mj-ea"/>
              <a:cs typeface="+mj-cs"/>
            </a:endParaRPr>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Willkommen">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5999"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0"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1"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0" name="Text"/>
          <p:cNvSpPr>
            <a:spLocks noGrp="1"/>
          </p:cNvSpPr>
          <p:nvPr>
            <p:ph type="body" sz="quarter" idx="16" hasCustomPrompt="1"/>
          </p:nvPr>
        </p:nvSpPr>
        <p:spPr bwMode="gray">
          <a:xfrm>
            <a:off x="55341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4" name="Textfeld 13"/>
          <p:cNvSpPr txBox="1"/>
          <p:nvPr userDrawn="1"/>
        </p:nvSpPr>
        <p:spPr>
          <a:xfrm>
            <a:off x="553403" y="912178"/>
            <a:ext cx="11090274" cy="649287"/>
          </a:xfrm>
          <a:prstGeom prst="rect">
            <a:avLst/>
          </a:prstGeom>
          <a:noFill/>
          <a:ln>
            <a:noFill/>
          </a:ln>
        </p:spPr>
        <p:txBody>
          <a:bodyPr wrap="square" lIns="0" tIns="0" rIns="0" bIns="0" rtlCol="0">
            <a:noAutofit/>
          </a:bodyPr>
          <a:lstStyle/>
          <a:p>
            <a:pPr algn="l"/>
            <a:r>
              <a:rPr lang="de-DE" sz="2800" b="1" dirty="0">
                <a:latin typeface="+mj-lt"/>
              </a:rPr>
              <a:t>Agenda</a:t>
            </a:r>
            <a:endParaRPr lang="de-DE" sz="2800" b="1" dirty="0">
              <a:latin typeface="+mj-lt"/>
            </a:endParaRPr>
          </a:p>
        </p:txBody>
      </p:sp>
      <p:sp>
        <p:nvSpPr>
          <p:cNvPr id="15" name="Text 2"/>
          <p:cNvSpPr>
            <a:spLocks noGrp="1"/>
          </p:cNvSpPr>
          <p:nvPr>
            <p:ph type="body" sz="quarter" idx="19" hasCustomPrompt="1"/>
          </p:nvPr>
        </p:nvSpPr>
        <p:spPr bwMode="gray">
          <a:xfrm>
            <a:off x="553403" y="1988459"/>
            <a:ext cx="6945312" cy="3312107"/>
          </a:xfrm>
        </p:spPr>
        <p:txBody>
          <a:bodyPr anchor="t" anchorCtr="0"/>
          <a:lstStyle>
            <a:lvl1pPr marL="265430" indent="-265430" algn="l">
              <a:spcAft>
                <a:spcPts val="600"/>
              </a:spcAft>
              <a:buSzPct val="120000"/>
              <a:buFontTx/>
              <a:buBlip>
                <a:blip r:embed="rId4"/>
              </a:buBlip>
              <a:defRPr baseline="0"/>
            </a:lvl1pPr>
            <a:lvl2pPr marL="716280" indent="-266700" algn="l">
              <a:spcAft>
                <a:spcPts val="600"/>
              </a:spcAft>
              <a:buSzPct val="120000"/>
              <a:buFontTx/>
              <a:buBlip>
                <a:blip r:embed="rId4"/>
              </a:buBlip>
              <a:defRPr/>
            </a:lvl2pPr>
            <a:lvl3pPr marL="1080135" indent="-269875" algn="l">
              <a:spcAft>
                <a:spcPts val="600"/>
              </a:spcAft>
              <a:buSzPct val="120000"/>
              <a:buFontTx/>
              <a:buBlip>
                <a:blip r:embed="rId5"/>
              </a:buBlip>
              <a:defRPr/>
            </a:lvl3pPr>
            <a:lvl4pPr marL="1440180" indent="-269875" algn="l">
              <a:spcAft>
                <a:spcPts val="600"/>
              </a:spcAft>
              <a:buSzPct val="120000"/>
              <a:buFontTx/>
              <a:buBlip>
                <a:blip r:embed="rId5"/>
              </a:buBlip>
              <a:defRPr/>
            </a:lvl4pPr>
            <a:lvl5pPr marL="1800225" indent="-269875" algn="l">
              <a:spcAft>
                <a:spcPts val="600"/>
              </a:spcAft>
              <a:buSzPct val="120000"/>
              <a:buFontTx/>
              <a:buBlip>
                <a:blip r:embed="rId5"/>
              </a:buBlip>
              <a:defRPr/>
            </a:lvl5pPr>
          </a:lstStyle>
          <a:p>
            <a:pPr lvl="0"/>
            <a:r>
              <a:rPr lang="de-DE" noProof="0" dirty="0"/>
              <a:t>Chapter 1</a:t>
            </a:r>
            <a:endParaRPr lang="de-DE" noProof="0" dirty="0"/>
          </a:p>
          <a:p>
            <a:pPr lvl="0"/>
            <a:r>
              <a:rPr lang="de-DE" noProof="0" dirty="0"/>
              <a:t>Chapter 2</a:t>
            </a:r>
            <a:endParaRPr lang="de-DE" noProof="0" dirty="0"/>
          </a:p>
          <a:p>
            <a:pPr lvl="1"/>
            <a:r>
              <a:rPr lang="de-DE" noProof="0" dirty="0"/>
              <a:t>Second </a:t>
            </a:r>
            <a:r>
              <a:rPr lang="de-DE" noProof="0" dirty="0" err="1"/>
              <a:t>level</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 small  picture">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2"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924"/>
            <a:ext cx="7344956" cy="4246531"/>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icture + advantages">
    <p:spTree>
      <p:nvGrpSpPr>
        <p:cNvPr id="1" name=""/>
        <p:cNvGrpSpPr/>
        <p:nvPr/>
      </p:nvGrpSpPr>
      <p:grpSpPr>
        <a:xfrm>
          <a:off x="0" y="0"/>
          <a:ext cx="0" cy="0"/>
          <a:chOff x="0" y="0"/>
          <a:chExt cx="0" cy="0"/>
        </a:xfrm>
      </p:grpSpPr>
      <p:sp>
        <p:nvSpPr>
          <p:cNvPr id="8" name="Bild"/>
          <p:cNvSpPr>
            <a:spLocks noGrp="1" noChangeAspect="1"/>
          </p:cNvSpPr>
          <p:nvPr>
            <p:ph type="pic" sz="quarter" idx="12" hasCustomPrompt="1"/>
          </p:nvPr>
        </p:nvSpPr>
        <p:spPr bwMode="gray">
          <a:xfrm>
            <a:off x="549345" y="1558924"/>
            <a:ext cx="5548244" cy="4283075"/>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4" name="Textplatzhalter 13"/>
          <p:cNvSpPr>
            <a:spLocks noGrp="1"/>
          </p:cNvSpPr>
          <p:nvPr>
            <p:ph type="body" sz="quarter" idx="21" hasCustomPrompt="1"/>
          </p:nvPr>
        </p:nvSpPr>
        <p:spPr>
          <a:xfrm>
            <a:off x="6530976" y="1895642"/>
            <a:ext cx="5109342" cy="366695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3"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mall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1" name="Textplatzhalter 13"/>
          <p:cNvSpPr>
            <a:spLocks noGrp="1"/>
          </p:cNvSpPr>
          <p:nvPr>
            <p:ph type="body" sz="quarter" idx="22" hasCustomPrompt="1"/>
          </p:nvPr>
        </p:nvSpPr>
        <p:spPr>
          <a:xfrm>
            <a:off x="4577593" y="1895642"/>
            <a:ext cx="7062724" cy="3539900"/>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rge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4" name="Textplatzhalter 13"/>
          <p:cNvSpPr>
            <a:spLocks noGrp="1"/>
          </p:cNvSpPr>
          <p:nvPr>
            <p:ph type="body" sz="quarter" idx="22" hasCustomPrompt="1"/>
          </p:nvPr>
        </p:nvSpPr>
        <p:spPr>
          <a:xfrm>
            <a:off x="8335218" y="1895642"/>
            <a:ext cx="3305100" cy="365171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2" name="Grafik 11"/>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Fußzeilenplatzhalter 2"/>
          <p:cNvSpPr>
            <a:spLocks noGrp="1"/>
          </p:cNvSpPr>
          <p:nvPr>
            <p:ph type="ftr" sz="quarter" idx="16"/>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7"/>
          </p:nvPr>
        </p:nvSpPr>
        <p:spPr/>
        <p:txBody>
          <a:bodyPr/>
          <a:lstStyle/>
          <a:p>
            <a:fld id="{B227C86F-CC2D-492F-A88C-C748186E73FB}" type="slidenum">
              <a:rPr lang="de-DE" smtClean="0"/>
            </a:fld>
            <a:endParaRPr lang="de-DE" dirty="0"/>
          </a:p>
        </p:txBody>
      </p:sp>
      <p:sp>
        <p:nvSpPr>
          <p:cNvPr id="10" name="Text"/>
          <p:cNvSpPr>
            <a:spLocks noGrp="1"/>
          </p:cNvSpPr>
          <p:nvPr>
            <p:ph type="body" sz="quarter" idx="18"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Fußzeilenplatzhalter 1"/>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3" name="Foliennummernplatzhalter 2"/>
          <p:cNvSpPr>
            <a:spLocks noGrp="1"/>
          </p:cNvSpPr>
          <p:nvPr>
            <p:ph type="sldNum" sz="quarter" idx="11"/>
          </p:nvPr>
        </p:nvSpPr>
        <p:spPr/>
        <p:txBody>
          <a:bodyPr/>
          <a:lstStyle/>
          <a:p>
            <a:fld id="{B227C86F-CC2D-492F-A88C-C748186E73FB}" type="slidenum">
              <a:rPr lang="de-DE" smtClean="0"/>
            </a:fld>
            <a:endParaRPr lang="de-DE" dirty="0"/>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Fußzeilenplatzhalter 9"/>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11" name="Foliennummernplatzhalter 10"/>
          <p:cNvSpPr>
            <a:spLocks noGrp="1"/>
          </p:cNvSpPr>
          <p:nvPr>
            <p:ph type="sldNum" sz="quarter" idx="11"/>
          </p:nvPr>
        </p:nvSpPr>
        <p:spPr/>
        <p:txBody>
          <a:bodyPr/>
          <a:lstStyle/>
          <a:p>
            <a:fld id="{B227C86F-CC2D-492F-A88C-C748186E73FB}" type="slidenum">
              <a:rPr lang="de-DE" smtClean="0"/>
            </a:fld>
            <a:endParaRPr lang="de-DE" dirty="0"/>
          </a:p>
        </p:txBody>
      </p:sp>
      <p:pic>
        <p:nvPicPr>
          <p:cNvPr id="15" name="Grafik 1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2216" y="1574173"/>
            <a:ext cx="745609" cy="652409"/>
          </a:xfrm>
          <a:prstGeom prst="rect">
            <a:avLst/>
          </a:prstGeom>
        </p:spPr>
      </p:pic>
      <p:sp>
        <p:nvSpPr>
          <p:cNvPr id="3" name="Textplatzhalter 2"/>
          <p:cNvSpPr>
            <a:spLocks noGrp="1"/>
          </p:cNvSpPr>
          <p:nvPr>
            <p:ph type="body" sz="quarter" idx="12" hasCustomPrompt="1"/>
          </p:nvPr>
        </p:nvSpPr>
        <p:spPr>
          <a:xfrm>
            <a:off x="1976437" y="1574174"/>
            <a:ext cx="9227127" cy="2915395"/>
          </a:xfrm>
        </p:spPr>
        <p:txBody>
          <a:bodyPr>
            <a:noAutofit/>
          </a:bodyPr>
          <a:lstStyle>
            <a:lvl1pPr marL="0" indent="0">
              <a:buNone/>
              <a:defRPr sz="3600">
                <a:solidFill>
                  <a:schemeClr val="accent2"/>
                </a:solidFill>
              </a:defRPr>
            </a:lvl1pPr>
          </a:lstStyle>
          <a:p>
            <a:pPr lvl="0"/>
            <a:r>
              <a:rPr lang="de-DE" dirty="0"/>
              <a:t>Lorem ipsum dolor sit amet, consectetuer adipiscing elit. Maecenas porttitor congue massa. Fusce posuere, magna sed pulvinar ultricies, purus lectus malesuada libero, sit amet commodo magna eros quis </a:t>
            </a:r>
            <a:r>
              <a:rPr lang="de-DE" dirty="0" err="1"/>
              <a:t>urna</a:t>
            </a:r>
            <a:r>
              <a:rPr lang="de-DE" dirty="0"/>
              <a:t>.</a:t>
            </a:r>
            <a:endParaRPr lang="de-DE" dirty="0"/>
          </a:p>
        </p:txBody>
      </p:sp>
      <p:sp>
        <p:nvSpPr>
          <p:cNvPr id="5" name="Textplatzhalter 4"/>
          <p:cNvSpPr>
            <a:spLocks noGrp="1"/>
          </p:cNvSpPr>
          <p:nvPr>
            <p:ph type="body" sz="quarter" idx="13" hasCustomPrompt="1"/>
          </p:nvPr>
        </p:nvSpPr>
        <p:spPr>
          <a:xfrm>
            <a:off x="1976437" y="4299884"/>
            <a:ext cx="9227127" cy="845575"/>
          </a:xfrm>
        </p:spPr>
        <p:txBody>
          <a:bodyPr tIns="540000"/>
          <a:lstStyle>
            <a:lvl1pPr marL="0" indent="0">
              <a:buNone/>
              <a:defRPr sz="1600"/>
            </a:lvl1pPr>
          </a:lstStyle>
          <a:p>
            <a:pPr lvl="0"/>
            <a:r>
              <a:rPr lang="de-DE" dirty="0"/>
              <a:t>Name, </a:t>
            </a:r>
            <a:r>
              <a:rPr lang="de-DE" dirty="0" err="1"/>
              <a:t>Function</a:t>
            </a:r>
            <a:endParaRPr lang="de-DE" dirty="0"/>
          </a:p>
        </p:txBody>
      </p:sp>
      <p:pic>
        <p:nvPicPr>
          <p:cNvPr id="8" name="Grafik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highlight standard">
    <p:spTree>
      <p:nvGrpSpPr>
        <p:cNvPr id="1" name=""/>
        <p:cNvGrpSpPr/>
        <p:nvPr/>
      </p:nvGrpSpPr>
      <p:grpSpPr>
        <a:xfrm>
          <a:off x="0" y="0"/>
          <a:ext cx="0" cy="0"/>
          <a:chOff x="0" y="0"/>
          <a:chExt cx="0" cy="0"/>
        </a:xfrm>
      </p:grpSpPr>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a:lvl4pPr>
            <a:lvl5pPr marL="1800225" indent="-269875" defTabSz="914400">
              <a:spcAft>
                <a:spcPts val="0"/>
              </a:spcAft>
              <a:buClr>
                <a:schemeClr val="accent2"/>
              </a:buClr>
              <a:buFont typeface="Wingdings" panose="05000000000000000000" pitchFamily="2" charset="2"/>
              <a:defRPr/>
            </a:lvl5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40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t>Important</a:t>
            </a:r>
            <a:r>
              <a:rPr lang="de-DE" noProof="0" dirty="0"/>
              <a:t> </a:t>
            </a:r>
            <a:r>
              <a:rPr lang="de-DE" noProof="0" dirty="0" err="1"/>
              <a:t>or</a:t>
            </a:r>
            <a:r>
              <a:rPr lang="de-DE" noProof="0" dirty="0"/>
              <a:t> </a:t>
            </a:r>
            <a:r>
              <a:rPr lang="de-DE" noProof="0" dirty="0" err="1"/>
              <a:t>strategic</a:t>
            </a:r>
            <a:r>
              <a:rPr lang="de-DE" noProof="0" dirty="0"/>
              <a:t> </a:t>
            </a:r>
            <a:r>
              <a:rPr lang="de-DE" noProof="0" dirty="0" err="1"/>
              <a:t>statement</a:t>
            </a:r>
            <a:r>
              <a:rPr lang="de-DE" noProof="0" dirty="0"/>
              <a:t>, </a:t>
            </a:r>
            <a:r>
              <a:rPr lang="de-DE" noProof="0" dirty="0" err="1"/>
              <a:t>result</a:t>
            </a:r>
            <a:r>
              <a:rPr lang="de-DE" noProof="0" dirty="0"/>
              <a:t>, </a:t>
            </a:r>
            <a:r>
              <a:rPr lang="de-DE" noProof="0" dirty="0" err="1"/>
              <a:t>core</a:t>
            </a:r>
            <a:r>
              <a:rPr lang="de-DE" noProof="0" dirty="0"/>
              <a:t> </a:t>
            </a:r>
            <a:r>
              <a:rPr lang="de-DE" noProof="0" dirty="0" err="1"/>
              <a:t>information</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Statement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tx2"/>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box"/>
          <p:cNvSpPr>
            <a:spLocks noGrp="1" noChangeAspect="1"/>
          </p:cNvSpPr>
          <p:nvPr>
            <p:ph type="body" sz="quarter" idx="17" hasCustomPrompt="1"/>
          </p:nvPr>
        </p:nvSpPr>
        <p:spPr bwMode="gray">
          <a:xfrm>
            <a:off x="550863" y="909637"/>
            <a:ext cx="11090275" cy="4895851"/>
          </a:xfrm>
          <a:prstGeom prst="rect">
            <a:avLst/>
          </a:prstGeom>
          <a:solidFill>
            <a:schemeClr val="tx1"/>
          </a:solidFill>
          <a:ln>
            <a:noFill/>
          </a:ln>
        </p:spPr>
        <p:txBody>
          <a:bodyPr lIns="540000" tIns="540000" rIns="540000" bIns="540000" anchor="ctr" anchorCtr="0"/>
          <a:lstStyle>
            <a:lvl1pPr marL="0" indent="0" algn="ctr">
              <a:buFontTx/>
              <a:buNone/>
              <a:defRPr sz="2400" baseline="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solidFill>
                  <a:schemeClr val="bg1"/>
                </a:solidFill>
              </a:rPr>
              <a:t>S</a:t>
            </a:r>
            <a:r>
              <a:rPr lang="de-DE" noProof="0" dirty="0" err="1"/>
              <a:t>ummaries</a:t>
            </a:r>
            <a:r>
              <a:rPr lang="de-DE" noProof="0" dirty="0"/>
              <a:t>, </a:t>
            </a:r>
            <a:r>
              <a:rPr lang="de-DE" noProof="0" dirty="0" err="1">
                <a:solidFill>
                  <a:schemeClr val="bg1"/>
                </a:solidFill>
              </a:rPr>
              <a:t>exceptional</a:t>
            </a:r>
            <a:r>
              <a:rPr lang="de-DE" noProof="0" dirty="0">
                <a:solidFill>
                  <a:schemeClr val="bg1"/>
                </a:solidFill>
              </a:rPr>
              <a:t> </a:t>
            </a:r>
            <a:r>
              <a:rPr lang="de-DE" noProof="0" dirty="0" err="1">
                <a:solidFill>
                  <a:schemeClr val="bg1"/>
                </a:solidFill>
              </a:rPr>
              <a:t>cases</a:t>
            </a:r>
            <a:r>
              <a:rPr lang="de-DE" noProof="0" dirty="0">
                <a:solidFill>
                  <a:schemeClr val="bg1"/>
                </a:solidFill>
              </a:rPr>
              <a:t>, </a:t>
            </a:r>
            <a:br>
              <a:rPr lang="de-DE" noProof="0" dirty="0">
                <a:solidFill>
                  <a:schemeClr val="bg1"/>
                </a:solidFill>
              </a:rPr>
            </a:br>
            <a:r>
              <a:rPr lang="de-DE" noProof="0" dirty="0" err="1">
                <a:solidFill>
                  <a:schemeClr val="bg1"/>
                </a:solidFill>
              </a:rPr>
              <a:t>core</a:t>
            </a:r>
            <a:r>
              <a:rPr lang="de-DE" noProof="0" dirty="0">
                <a:solidFill>
                  <a:schemeClr val="bg1"/>
                </a:solidFill>
              </a:rPr>
              <a:t> </a:t>
            </a:r>
            <a:r>
              <a:rPr lang="de-DE" noProof="0" dirty="0" err="1">
                <a:solidFill>
                  <a:schemeClr val="bg1"/>
                </a:solidFill>
              </a:rPr>
              <a:t>information</a:t>
            </a:r>
            <a:r>
              <a:rPr lang="de-DE" noProof="0" dirty="0">
                <a:solidFill>
                  <a:schemeClr val="bg1"/>
                </a:solidFill>
              </a:rPr>
              <a:t> </a:t>
            </a:r>
            <a:r>
              <a:rPr lang="de-DE" noProof="0" dirty="0" err="1">
                <a:solidFill>
                  <a:schemeClr val="bg1"/>
                </a:solidFill>
              </a:rPr>
              <a:t>or</a:t>
            </a:r>
            <a:r>
              <a:rPr lang="de-DE" noProof="0" dirty="0">
                <a:solidFill>
                  <a:schemeClr val="bg1"/>
                </a:solidFill>
              </a:rPr>
              <a:t> </a:t>
            </a:r>
            <a:r>
              <a:rPr lang="de-DE" noProof="0" dirty="0" err="1">
                <a:solidFill>
                  <a:schemeClr val="bg1"/>
                </a:solidFill>
              </a:rPr>
              <a:t>strategic</a:t>
            </a:r>
            <a:r>
              <a:rPr lang="de-DE" noProof="0" dirty="0">
                <a:solidFill>
                  <a:schemeClr val="bg1"/>
                </a:solidFill>
              </a:rPr>
              <a:t> </a:t>
            </a:r>
            <a:r>
              <a:rPr lang="de-DE" noProof="0" dirty="0" err="1">
                <a:solidFill>
                  <a:schemeClr val="bg1"/>
                </a:solidFill>
              </a:rPr>
              <a:t>statement</a:t>
            </a:r>
            <a:endParaRPr lang="de-DE" noProof="0" dirty="0"/>
          </a:p>
        </p:txBody>
      </p:sp>
      <p:sp>
        <p:nvSpPr>
          <p:cNvPr id="4" name="Freihandform: Form 3"/>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enplatzhalter 2"/>
          <p:cNvSpPr>
            <a:spLocks noGrp="1"/>
          </p:cNvSpPr>
          <p:nvPr>
            <p:ph type="media" sz="quarter" idx="10" hasCustomPrompt="1"/>
          </p:nvPr>
        </p:nvSpPr>
        <p:spPr>
          <a:xfrm>
            <a:off x="0" y="0"/>
            <a:ext cx="12192000" cy="6858000"/>
          </a:xfrm>
          <a:solidFill>
            <a:schemeClr val="bg2">
              <a:lumMod val="95000"/>
            </a:schemeClr>
          </a:solidFill>
        </p:spPr>
        <p:txBody>
          <a:bodyPr bIns="720000" anchor="ctr" anchorCtr="0"/>
          <a:lstStyle>
            <a:lvl1pPr marL="0" indent="0" algn="ctr">
              <a:buNone/>
              <a:defRPr/>
            </a:lvl1pPr>
          </a:lstStyle>
          <a:p>
            <a:r>
              <a:rPr lang="de-DE" dirty="0"/>
              <a:t>Video</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4" name="Bildplatzhalter 3"/>
          <p:cNvSpPr>
            <a:spLocks noGrp="1"/>
          </p:cNvSpPr>
          <p:nvPr>
            <p:ph type="pic" sz="quarter" idx="10" hasCustomPrompt="1"/>
          </p:nvPr>
        </p:nvSpPr>
        <p:spPr>
          <a:xfrm>
            <a:off x="0" y="0"/>
            <a:ext cx="12192000" cy="6858000"/>
          </a:xfrm>
          <a:solidFill>
            <a:schemeClr val="bg1">
              <a:lumMod val="95000"/>
            </a:schemeClr>
          </a:solidFill>
        </p:spPr>
        <p:txBody>
          <a:bodyPr anchor="ctr"/>
          <a:lstStyle>
            <a:lvl1pPr marL="0" indent="0" algn="ctr">
              <a:buNone/>
              <a:defRPr/>
            </a:lvl1pPr>
          </a:lstStyle>
          <a:p>
            <a:r>
              <a:rPr lang="de-DE" dirty="0"/>
              <a:t>Picture</a:t>
            </a:r>
            <a:endParaRPr lang="de-DE" dirty="0"/>
          </a:p>
          <a:p>
            <a:endParaRPr lang="de-DE" dirty="0"/>
          </a:p>
          <a:p>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ter intro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accent4"/>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platzhalter 2"/>
          <p:cNvSpPr>
            <a:spLocks noGrp="1"/>
          </p:cNvSpPr>
          <p:nvPr>
            <p:ph type="body" sz="quarter" idx="14" hasCustomPrompt="1"/>
          </p:nvPr>
        </p:nvSpPr>
        <p:spPr>
          <a:xfrm>
            <a:off x="558903" y="1145949"/>
            <a:ext cx="11059292" cy="3453720"/>
          </a:xfrm>
        </p:spPr>
        <p:txBody>
          <a:bodyPr/>
          <a:lstStyle>
            <a:lvl1pPr marL="0" indent="0">
              <a:buNone/>
              <a:defRPr sz="8000" b="1">
                <a:solidFill>
                  <a:schemeClr val="bg1"/>
                </a:solidFill>
              </a:defRPr>
            </a:lvl1pPr>
          </a:lstStyle>
          <a:p>
            <a:pPr lvl="0"/>
            <a:r>
              <a:rPr lang="de-DE" dirty="0"/>
              <a:t>Chapter </a:t>
            </a:r>
            <a:br>
              <a:rPr lang="de-DE" dirty="0"/>
            </a:br>
            <a:r>
              <a:rPr lang="de-DE" dirty="0" err="1"/>
              <a:t>separator</a:t>
            </a:r>
            <a:r>
              <a:rPr lang="de-DE" dirty="0"/>
              <a:t> </a:t>
            </a:r>
            <a:br>
              <a:rPr lang="de-DE" dirty="0"/>
            </a:br>
            <a:endParaRPr lang="de-DE" dirty="0"/>
          </a:p>
        </p:txBody>
      </p:sp>
      <p:sp>
        <p:nvSpPr>
          <p:cNvPr id="6" name="Freihandform: Form 5"/>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pter intro">
    <p:spTree>
      <p:nvGrpSpPr>
        <p:cNvPr id="1" name=""/>
        <p:cNvGrpSpPr/>
        <p:nvPr/>
      </p:nvGrpSpPr>
      <p:grpSpPr>
        <a:xfrm>
          <a:off x="0" y="0"/>
          <a:ext cx="0" cy="0"/>
          <a:chOff x="0" y="0"/>
          <a:chExt cx="0" cy="0"/>
        </a:xfrm>
      </p:grpSpPr>
      <p:sp>
        <p:nvSpPr>
          <p:cNvPr id="8" name="Bild"/>
          <p:cNvSpPr>
            <a:spLocks noGrp="1" noChangeAspect="1"/>
          </p:cNvSpPr>
          <p:nvPr>
            <p:ph type="pic" sz="quarter" idx="18" hasCustomPrompt="1"/>
          </p:nvPr>
        </p:nvSpPr>
        <p:spPr bwMode="gray">
          <a:xfrm>
            <a:off x="1" y="1558925"/>
            <a:ext cx="12191999" cy="5299264"/>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icture + statement">
    <p:spTree>
      <p:nvGrpSpPr>
        <p:cNvPr id="1" name=""/>
        <p:cNvGrpSpPr/>
        <p:nvPr/>
      </p:nvGrpSpPr>
      <p:grpSpPr>
        <a:xfrm>
          <a:off x="0" y="0"/>
          <a:ext cx="0" cy="0"/>
          <a:chOff x="0" y="0"/>
          <a:chExt cx="0" cy="0"/>
        </a:xfrm>
      </p:grpSpPr>
      <p:sp>
        <p:nvSpPr>
          <p:cNvPr id="6"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Text"/>
          <p:cNvSpPr>
            <a:spLocks noGrp="1"/>
          </p:cNvSpPr>
          <p:nvPr>
            <p:ph type="body" sz="quarter" idx="19" hasCustomPrompt="1"/>
          </p:nvPr>
        </p:nvSpPr>
        <p:spPr>
          <a:xfrm>
            <a:off x="0" y="3753456"/>
            <a:ext cx="12193200" cy="2052000"/>
          </a:xfrm>
          <a:solidFill>
            <a:schemeClr val="bg1"/>
          </a:solidFill>
        </p:spPr>
        <p:txBody>
          <a:bodyPr lIns="540000" rIns="540000" anchor="ctr" anchorCtr="0"/>
          <a:lstStyle>
            <a:lvl1pPr marL="0" indent="0" algn="ctr">
              <a:buNone/>
              <a:defRPr sz="2400"/>
            </a:lvl1pPr>
          </a:lstStyle>
          <a:p>
            <a:pPr lvl="0"/>
            <a:r>
              <a:rPr lang="de-DE" noProof="0" dirty="0" err="1"/>
              <a:t>Important</a:t>
            </a:r>
            <a:r>
              <a:rPr lang="de-DE" noProof="0" dirty="0"/>
              <a:t> </a:t>
            </a:r>
            <a:r>
              <a:rPr lang="de-DE" noProof="0" dirty="0" err="1"/>
              <a:t>statement</a:t>
            </a:r>
            <a:r>
              <a:rPr lang="de-DE" noProof="0" dirty="0"/>
              <a:t> </a:t>
            </a:r>
            <a:r>
              <a:rPr lang="de-DE" noProof="0" dirty="0" err="1"/>
              <a:t>or</a:t>
            </a:r>
            <a:r>
              <a:rPr lang="de-DE" noProof="0" dirty="0"/>
              <a:t> </a:t>
            </a:r>
            <a:r>
              <a:rPr lang="de-DE" noProof="0" dirty="0" err="1"/>
              <a:t>result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icture + text lef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5" name="Text"/>
          <p:cNvSpPr>
            <a:spLocks noGrp="1"/>
          </p:cNvSpPr>
          <p:nvPr>
            <p:ph type="body" sz="quarter" idx="12" hasCustomPrompt="1"/>
          </p:nvPr>
        </p:nvSpPr>
        <p:spPr bwMode="gray">
          <a:xfrm>
            <a:off x="0" y="4229710"/>
            <a:ext cx="6096000" cy="1009416"/>
          </a:xfrm>
          <a:solidFill>
            <a:schemeClr val="bg1"/>
          </a:solidFill>
        </p:spPr>
        <p:txBody>
          <a:bodyPr lIns="540000" rIns="72000" anchor="ctr"/>
          <a:lstStyle>
            <a:lvl1pPr marL="0" marR="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lang="de-DE" sz="2400" dirty="0" smtClean="0"/>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pPr>
            <a:r>
              <a:rPr lang="de-DE"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icture + text righ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3" hasCustomPrompt="1"/>
          </p:nvPr>
        </p:nvSpPr>
        <p:spPr bwMode="gray">
          <a:xfrm>
            <a:off x="6095999" y="4229710"/>
            <a:ext cx="6096001" cy="1009416"/>
          </a:xfrm>
          <a:solidFill>
            <a:schemeClr val="bg2"/>
          </a:solidFill>
        </p:spPr>
        <p:txBody>
          <a:bodyPr vert="horz" lIns="72000" tIns="72000" rIns="540000" bIns="72000" rtlCol="0" anchor="ctr">
            <a:noAutofit/>
          </a:bodyPr>
          <a:lstStyle>
            <a:lvl1pPr marL="269875" indent="-269875" algn="r">
              <a:spcBef>
                <a:spcPts val="0"/>
              </a:spcBef>
              <a:buNone/>
              <a:defRPr lang="en-US" sz="2400" dirty="0" smtClean="0"/>
            </a:lvl1pPr>
          </a:lstStyle>
          <a:p>
            <a:pPr marL="0" marR="0" lvl="0" indent="0" fontAlgn="auto">
              <a:lnSpc>
                <a:spcPct val="100000"/>
              </a:lnSpc>
              <a:buSzTx/>
            </a:pPr>
            <a:r>
              <a:rPr lang="de-DE" noProof="0"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mall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4295767" y="1558440"/>
            <a:ext cx="7344956"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arge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8040255"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 large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Bild"/>
          <p:cNvSpPr>
            <a:spLocks noGrp="1" noChangeAspect="1"/>
          </p:cNvSpPr>
          <p:nvPr>
            <p:ph type="pic" sz="quarter" idx="12" hasCustomPrompt="1"/>
          </p:nvPr>
        </p:nvSpPr>
        <p:spPr bwMode="gray">
          <a:xfrm>
            <a:off x="4295359"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11" name="Bild"/>
          <p:cNvSpPr>
            <a:spLocks noGrp="1" noChangeAspect="1"/>
          </p:cNvSpPr>
          <p:nvPr>
            <p:ph type="pic" sz="quarter" idx="12" hasCustomPrompt="1"/>
          </p:nvPr>
        </p:nvSpPr>
        <p:spPr bwMode="gray">
          <a:xfrm>
            <a:off x="6200717" y="1558440"/>
            <a:ext cx="5439600"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 text">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Inhalt"/>
          <p:cNvSpPr>
            <a:spLocks noGrp="1"/>
          </p:cNvSpPr>
          <p:nvPr>
            <p:ph idx="19" hasCustomPrompt="1"/>
          </p:nvPr>
        </p:nvSpPr>
        <p:spPr bwMode="gray">
          <a:xfrm>
            <a:off x="6201089"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20"/>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21"/>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able and diagramm only">
    <p:spTree>
      <p:nvGrpSpPr>
        <p:cNvPr id="1" name=""/>
        <p:cNvGrpSpPr/>
        <p:nvPr/>
      </p:nvGrpSpPr>
      <p:grpSpPr>
        <a:xfrm>
          <a:off x="0" y="0"/>
          <a:ext cx="0" cy="0"/>
          <a:chOff x="0" y="0"/>
          <a:chExt cx="0" cy="0"/>
        </a:xfrm>
      </p:grpSpPr>
      <p:sp>
        <p:nvSpPr>
          <p:cNvPr id="7" name="Inhalt"/>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err="1"/>
              <a:t>Diagram</a:t>
            </a:r>
            <a:r>
              <a:rPr lang="de-DE" noProof="0" dirty="0"/>
              <a:t>, </a:t>
            </a:r>
            <a:r>
              <a:rPr lang="de-DE" noProof="0" dirty="0" err="1"/>
              <a:t>smartart</a:t>
            </a:r>
            <a:r>
              <a:rPr lang="de-DE" noProof="0" dirty="0"/>
              <a:t> </a:t>
            </a:r>
            <a:r>
              <a:rPr lang="de-DE" noProof="0" dirty="0" err="1"/>
              <a:t>or</a:t>
            </a:r>
            <a:r>
              <a:rPr lang="de-DE" noProof="0" dirty="0"/>
              <a:t> </a:t>
            </a:r>
            <a:r>
              <a:rPr lang="de-DE" noProof="0" dirty="0" err="1"/>
              <a:t>table</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8"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nke">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12"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nke optional 1">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pic>
        <p:nvPicPr>
          <p:cNvPr id="12"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14"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nke optional 2">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8"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pic>
        <p:nvPicPr>
          <p:cNvPr id="2"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1" Type="http://schemas.openxmlformats.org/officeDocument/2006/relationships/theme" Target="../theme/theme1.xml"/><Relationship Id="rId50" Type="http://schemas.openxmlformats.org/officeDocument/2006/relationships/image" Target="../media/image9.png"/><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slideLayout" Target="../slideLayouts/slideLayout57.xml"/><Relationship Id="rId7" Type="http://schemas.openxmlformats.org/officeDocument/2006/relationships/slideLayout" Target="../slideLayouts/slideLayout56.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 Id="rId31" Type="http://schemas.openxmlformats.org/officeDocument/2006/relationships/theme" Target="../theme/theme2.xml"/><Relationship Id="rId30" Type="http://schemas.openxmlformats.org/officeDocument/2006/relationships/slideLayout" Target="../slideLayouts/slideLayout79.xml"/><Relationship Id="rId3" Type="http://schemas.openxmlformats.org/officeDocument/2006/relationships/slideLayout" Target="../slideLayouts/slideLayout52.xml"/><Relationship Id="rId29" Type="http://schemas.openxmlformats.org/officeDocument/2006/relationships/slideLayout" Target="../slideLayouts/slideLayout78.xml"/><Relationship Id="rId28" Type="http://schemas.openxmlformats.org/officeDocument/2006/relationships/slideLayout" Target="../slideLayouts/slideLayout77.xml"/><Relationship Id="rId27" Type="http://schemas.openxmlformats.org/officeDocument/2006/relationships/slideLayout" Target="../slideLayouts/slideLayout76.xml"/><Relationship Id="rId26" Type="http://schemas.openxmlformats.org/officeDocument/2006/relationships/slideLayout" Target="../slideLayouts/slideLayout75.xml"/><Relationship Id="rId25" Type="http://schemas.openxmlformats.org/officeDocument/2006/relationships/slideLayout" Target="../slideLayouts/slideLayout74.xml"/><Relationship Id="rId24" Type="http://schemas.openxmlformats.org/officeDocument/2006/relationships/slideLayout" Target="../slideLayouts/slideLayout73.xml"/><Relationship Id="rId23" Type="http://schemas.openxmlformats.org/officeDocument/2006/relationships/slideLayout" Target="../slideLayouts/slideLayout72.xml"/><Relationship Id="rId22" Type="http://schemas.openxmlformats.org/officeDocument/2006/relationships/slideLayout" Target="../slideLayouts/slideLayout71.xml"/><Relationship Id="rId21" Type="http://schemas.openxmlformats.org/officeDocument/2006/relationships/slideLayout" Target="../slideLayouts/slideLayout70.xml"/><Relationship Id="rId20" Type="http://schemas.openxmlformats.org/officeDocument/2006/relationships/slideLayout" Target="../slideLayouts/slideLayout69.xml"/><Relationship Id="rId2" Type="http://schemas.openxmlformats.org/officeDocument/2006/relationships/slideLayout" Target="../slideLayouts/slideLayout51.xml"/><Relationship Id="rId19" Type="http://schemas.openxmlformats.org/officeDocument/2006/relationships/slideLayout" Target="../slideLayouts/slideLayout68.xml"/><Relationship Id="rId18" Type="http://schemas.openxmlformats.org/officeDocument/2006/relationships/slideLayout" Target="../slideLayouts/slideLayout67.xml"/><Relationship Id="rId17" Type="http://schemas.openxmlformats.org/officeDocument/2006/relationships/slideLayout" Target="../slideLayouts/slideLayout66.xml"/><Relationship Id="rId16" Type="http://schemas.openxmlformats.org/officeDocument/2006/relationships/slideLayout" Target="../slideLayouts/slideLayout65.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Logo"/>
          <p:cNvPicPr>
            <a:picLocks noChangeAspect="1"/>
          </p:cNvPicPr>
          <p:nvPr/>
        </p:nvPicPr>
        <p:blipFill>
          <a:blip r:embed="rId50">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grpSp>
        <p:nvGrpSpPr>
          <p:cNvPr id="47" name="Vermaßung"/>
          <p:cNvGrpSpPr/>
          <p:nvPr/>
        </p:nvGrpSpPr>
        <p:grpSpPr bwMode="gray">
          <a:xfrm>
            <a:off x="-346041" y="-294848"/>
            <a:ext cx="12340534" cy="7452206"/>
            <a:chOff x="-345996" y="-294916"/>
            <a:chExt cx="12338928" cy="7453932"/>
          </a:xfrm>
        </p:grpSpPr>
        <p:cxnSp>
          <p:nvCxnSpPr>
            <p:cNvPr id="41" name="Gerade Verbindung 40"/>
            <p:cNvCxnSpPr/>
            <p:nvPr/>
          </p:nvCxnSpPr>
          <p:spPr bwMode="gray">
            <a:xfrm flipV="1">
              <a:off x="428918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2" name="Gerade Verbindung 41"/>
            <p:cNvCxnSpPr/>
            <p:nvPr/>
          </p:nvCxnSpPr>
          <p:spPr bwMode="gray">
            <a:xfrm flipV="1">
              <a:off x="616370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3" name="Gerade Verbindung 42"/>
            <p:cNvCxnSpPr/>
            <p:nvPr/>
          </p:nvCxnSpPr>
          <p:spPr bwMode="gray">
            <a:xfrm flipV="1">
              <a:off x="8034409" y="686734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44" name="Textfeld 39"/>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5,00</a:t>
              </a:r>
              <a:endParaRPr lang="de-DE" sz="800" b="0" i="0" kern="0" baseline="0" dirty="0">
                <a:solidFill>
                  <a:schemeClr val="tx2"/>
                </a:solidFill>
                <a:latin typeface="微软雅黑" panose="020B0503020204020204" pitchFamily="34" charset="-122"/>
              </a:endParaRPr>
            </a:p>
          </p:txBody>
        </p:sp>
        <p:sp>
          <p:nvSpPr>
            <p:cNvPr id="45" name="Textfeld 39"/>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0,20</a:t>
              </a:r>
              <a:endParaRPr lang="de-DE" sz="800" b="0" i="0" kern="0" baseline="0" dirty="0">
                <a:solidFill>
                  <a:schemeClr val="tx2"/>
                </a:solidFill>
                <a:latin typeface="微软雅黑" panose="020B0503020204020204" pitchFamily="34" charset="-122"/>
              </a:endParaRPr>
            </a:p>
          </p:txBody>
        </p:sp>
        <p:sp>
          <p:nvSpPr>
            <p:cNvPr id="46" name="Textfeld 45"/>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5,4</a:t>
              </a:r>
              <a:endParaRPr lang="de-DE" sz="800" b="0" i="0" kern="0" baseline="0" dirty="0">
                <a:solidFill>
                  <a:schemeClr val="tx2"/>
                </a:solidFill>
                <a:latin typeface="微软雅黑" panose="020B0503020204020204" pitchFamily="34" charset="-122"/>
              </a:endParaRPr>
            </a:p>
          </p:txBody>
        </p:sp>
        <p:cxnSp>
          <p:nvCxnSpPr>
            <p:cNvPr id="26" name="Gerade Verbindung 25"/>
            <p:cNvCxnSpPr/>
            <p:nvPr/>
          </p:nvCxnSpPr>
          <p:spPr bwMode="gray">
            <a:xfrm flipV="1">
              <a:off x="549275"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Gerade Verbindung 26"/>
            <p:cNvCxnSpPr/>
            <p:nvPr/>
          </p:nvCxnSpPr>
          <p:spPr bwMode="gray">
            <a:xfrm flipV="1">
              <a:off x="11639822"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Gerade Verbindung 30"/>
            <p:cNvCxnSpPr/>
            <p:nvPr/>
          </p:nvCxnSpPr>
          <p:spPr bwMode="gray">
            <a:xfrm flipV="1">
              <a:off x="4149023"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Gerade Verbindung 36"/>
            <p:cNvCxnSpPr/>
            <p:nvPr/>
          </p:nvCxnSpPr>
          <p:spPr bwMode="gray">
            <a:xfrm flipV="1">
              <a:off x="6021638"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9" name="Gerade Verbindung 38"/>
            <p:cNvCxnSpPr/>
            <p:nvPr/>
          </p:nvCxnSpPr>
          <p:spPr bwMode="gray">
            <a:xfrm flipV="1">
              <a:off x="7894252" y="-294916"/>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4" name="Textfeld 39"/>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15,40</a:t>
              </a:r>
              <a:endParaRPr lang="de-DE" sz="800" b="0" i="0" kern="0" baseline="0" dirty="0">
                <a:solidFill>
                  <a:schemeClr val="tx2"/>
                </a:solidFill>
                <a:latin typeface="微软雅黑" panose="020B0503020204020204" pitchFamily="34" charset="-122"/>
              </a:endParaRPr>
            </a:p>
          </p:txBody>
        </p:sp>
        <p:sp>
          <p:nvSpPr>
            <p:cNvPr id="25" name="Textfeld 39"/>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15,40</a:t>
              </a:r>
              <a:endParaRPr lang="de-DE" sz="800" b="0" i="0" kern="0" baseline="0" dirty="0">
                <a:solidFill>
                  <a:schemeClr val="tx2"/>
                </a:solidFill>
                <a:latin typeface="微软雅黑" panose="020B0503020204020204" pitchFamily="34" charset="-122"/>
              </a:endParaRPr>
            </a:p>
          </p:txBody>
        </p:sp>
        <p:sp>
          <p:nvSpPr>
            <p:cNvPr id="32" name="Textfeld 39"/>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5,40</a:t>
              </a:r>
              <a:endParaRPr lang="de-DE" sz="800" b="0" i="0" kern="0" baseline="0" dirty="0">
                <a:solidFill>
                  <a:schemeClr val="tx2"/>
                </a:solidFill>
                <a:latin typeface="微软雅黑" panose="020B0503020204020204" pitchFamily="34" charset="-122"/>
              </a:endParaRPr>
            </a:p>
          </p:txBody>
        </p:sp>
        <p:sp>
          <p:nvSpPr>
            <p:cNvPr id="38" name="Textfeld 39"/>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0,20</a:t>
              </a:r>
              <a:endParaRPr lang="de-DE" sz="800" b="0" i="0" kern="0" baseline="0" dirty="0">
                <a:solidFill>
                  <a:schemeClr val="tx2"/>
                </a:solidFill>
                <a:latin typeface="微软雅黑" panose="020B0503020204020204" pitchFamily="34" charset="-122"/>
              </a:endParaRPr>
            </a:p>
          </p:txBody>
        </p:sp>
        <p:sp>
          <p:nvSpPr>
            <p:cNvPr id="40" name="Textfeld 39"/>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5,0</a:t>
              </a:r>
              <a:endParaRPr lang="de-DE" sz="800" b="0" i="0" kern="0" baseline="0" dirty="0">
                <a:solidFill>
                  <a:schemeClr val="tx2"/>
                </a:solidFill>
                <a:latin typeface="微软雅黑" panose="020B0503020204020204" pitchFamily="34" charset="-122"/>
              </a:endParaRPr>
            </a:p>
          </p:txBody>
        </p:sp>
        <p:sp>
          <p:nvSpPr>
            <p:cNvPr id="11" name="Textfeld 39"/>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8,20</a:t>
              </a:r>
              <a:endParaRPr lang="de-DE" sz="800" b="0" i="0" kern="0" baseline="0" dirty="0">
                <a:solidFill>
                  <a:schemeClr val="tx2"/>
                </a:solidFill>
                <a:latin typeface="微软雅黑" panose="020B0503020204020204" pitchFamily="34" charset="-122"/>
              </a:endParaRPr>
            </a:p>
          </p:txBody>
        </p:sp>
        <p:cxnSp>
          <p:nvCxnSpPr>
            <p:cNvPr id="12" name="Gerade Verbindung 11"/>
            <p:cNvCxnSpPr/>
            <p:nvPr/>
          </p:nvCxnSpPr>
          <p:spPr bwMode="gray">
            <a:xfrm rot="5400000" flipV="1">
              <a:off x="-180000" y="3322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3" name="Textfeld 39"/>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7,00</a:t>
              </a:r>
              <a:endParaRPr lang="de-DE" sz="800" b="0" i="0" kern="0" baseline="0" dirty="0">
                <a:solidFill>
                  <a:schemeClr val="tx2"/>
                </a:solidFill>
                <a:latin typeface="微软雅黑" panose="020B0503020204020204" pitchFamily="34" charset="-122"/>
              </a:endParaRPr>
            </a:p>
          </p:txBody>
        </p:sp>
        <p:cxnSp>
          <p:nvCxnSpPr>
            <p:cNvPr id="14" name="Gerade Verbindung 13"/>
            <p:cNvCxnSpPr/>
            <p:nvPr/>
          </p:nvCxnSpPr>
          <p:spPr bwMode="gray">
            <a:xfrm rot="5400000" flipV="1">
              <a:off x="-180000" y="7640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5" name="Textfeld 39"/>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5,20</a:t>
              </a:r>
              <a:endParaRPr lang="de-DE" sz="800" b="0" i="0" kern="0" baseline="0" dirty="0">
                <a:solidFill>
                  <a:schemeClr val="tx2"/>
                </a:solidFill>
                <a:latin typeface="微软雅黑" panose="020B0503020204020204" pitchFamily="34" charset="-122"/>
              </a:endParaRPr>
            </a:p>
          </p:txBody>
        </p:sp>
        <p:cxnSp>
          <p:nvCxnSpPr>
            <p:cNvPr id="16" name="Gerade Verbindung 15"/>
            <p:cNvCxnSpPr/>
            <p:nvPr/>
          </p:nvCxnSpPr>
          <p:spPr bwMode="gray">
            <a:xfrm rot="5400000" flipV="1">
              <a:off x="-180000" y="1413794"/>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7" name="Textfeld 39"/>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6,60</a:t>
              </a:r>
              <a:endParaRPr lang="de-DE" sz="800" b="0" i="0" kern="0" baseline="0" dirty="0">
                <a:solidFill>
                  <a:schemeClr val="tx2"/>
                </a:solidFill>
                <a:latin typeface="微软雅黑" panose="020B0503020204020204" pitchFamily="34" charset="-122"/>
              </a:endParaRPr>
            </a:p>
          </p:txBody>
        </p:sp>
        <p:cxnSp>
          <p:nvCxnSpPr>
            <p:cNvPr id="18" name="Gerade Verbindung 17"/>
            <p:cNvCxnSpPr/>
            <p:nvPr/>
          </p:nvCxnSpPr>
          <p:spPr bwMode="gray">
            <a:xfrm rot="5400000" flipV="1">
              <a:off x="-165996" y="5659273"/>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9" name="Textfeld 39"/>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7,40</a:t>
              </a:r>
              <a:endParaRPr lang="de-DE" sz="800" b="0" i="0" kern="0" baseline="0" dirty="0">
                <a:solidFill>
                  <a:schemeClr val="tx2"/>
                </a:solidFill>
                <a:latin typeface="微软雅黑" panose="020B0503020204020204" pitchFamily="34" charset="-122"/>
              </a:endParaRPr>
            </a:p>
          </p:txBody>
        </p:sp>
        <p:cxnSp>
          <p:nvCxnSpPr>
            <p:cNvPr id="20" name="Gerade Verbindung 19"/>
            <p:cNvCxnSpPr/>
            <p:nvPr/>
          </p:nvCxnSpPr>
          <p:spPr bwMode="gray">
            <a:xfrm rot="5400000" flipV="1">
              <a:off x="-180000" y="5948825"/>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1" name="Textfeld 39"/>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8,40</a:t>
              </a:r>
              <a:endParaRPr lang="de-DE" sz="800" b="0" i="0" kern="0" baseline="0" dirty="0">
                <a:solidFill>
                  <a:schemeClr val="tx2"/>
                </a:solidFill>
                <a:latin typeface="微软雅黑" panose="020B0503020204020204" pitchFamily="34" charset="-122"/>
              </a:endParaRPr>
            </a:p>
          </p:txBody>
        </p:sp>
        <p:cxnSp>
          <p:nvCxnSpPr>
            <p:cNvPr id="22" name="Gerade Verbindung 21"/>
            <p:cNvCxnSpPr/>
            <p:nvPr/>
          </p:nvCxnSpPr>
          <p:spPr bwMode="gray">
            <a:xfrm rot="5400000" flipV="1">
              <a:off x="-180000" y="6309188"/>
              <a:ext cx="0" cy="288000"/>
            </a:xfrm>
            <a:prstGeom prst="line">
              <a:avLst/>
            </a:prstGeom>
          </p:spPr>
          <p:style>
            <a:lnRef idx="1">
              <a:schemeClr val="accent6"/>
            </a:lnRef>
            <a:fillRef idx="0">
              <a:schemeClr val="accent6"/>
            </a:fillRef>
            <a:effectRef idx="0">
              <a:schemeClr val="accent6"/>
            </a:effectRef>
            <a:fontRef idx="minor">
              <a:schemeClr val="tx1"/>
            </a:fontRef>
          </p:style>
        </p:cxnSp>
      </p:grpSp>
      <p:sp>
        <p:nvSpPr>
          <p:cNvPr id="28" name="PPT Version"/>
          <p:cNvSpPr txBox="1">
            <a:spLocks noChangeArrowheads="1"/>
          </p:cNvSpPr>
          <p:nvPr/>
        </p:nvSpPr>
        <p:spPr bwMode="gray">
          <a:xfrm>
            <a:off x="12223448" y="6131217"/>
            <a:ext cx="720094" cy="2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5992" tIns="0" rIns="35992" bIns="0">
            <a:noAutofit/>
          </a:bodyPr>
          <a:lstStyle/>
          <a:p>
            <a:r>
              <a:rPr lang="de-DE" sz="1300" b="0" i="0" dirty="0">
                <a:solidFill>
                  <a:schemeClr val="tx1"/>
                </a:solidFill>
                <a:latin typeface="微软雅黑" panose="020B0503020204020204" pitchFamily="34" charset="-122"/>
              </a:rPr>
              <a:t>P16a -</a:t>
            </a:r>
            <a:r>
              <a:rPr lang="en-US" altLang="zh-CN" sz="1300" b="0" i="0" dirty="0">
                <a:solidFill>
                  <a:schemeClr val="tx1"/>
                </a:solidFill>
                <a:latin typeface="微软雅黑" panose="020B0503020204020204" pitchFamily="34" charset="-122"/>
              </a:rPr>
              <a:t>c</a:t>
            </a:r>
            <a:r>
              <a:rPr lang="de-DE" sz="1300" b="0" i="0" dirty="0" err="1">
                <a:solidFill>
                  <a:schemeClr val="tx1"/>
                </a:solidFill>
                <a:latin typeface="微软雅黑" panose="020B0503020204020204" pitchFamily="34" charset="-122"/>
              </a:rPr>
              <a:t>n</a:t>
            </a:r>
            <a:endParaRPr lang="de-DE" sz="1300" b="0" i="0" dirty="0">
              <a:solidFill>
                <a:schemeClr val="tx1"/>
              </a:solidFill>
              <a:latin typeface="微软雅黑" panose="020B0503020204020204" pitchFamily="34" charset="-122"/>
            </a:endParaRPr>
          </a:p>
        </p:txBody>
      </p:sp>
      <p:sp>
        <p:nvSpPr>
          <p:cNvPr id="2" name="Titel"/>
          <p:cNvSpPr>
            <a:spLocks noGrp="1"/>
          </p:cNvSpPr>
          <p:nvPr>
            <p:ph type="title"/>
          </p:nvPr>
        </p:nvSpPr>
        <p:spPr bwMode="gray">
          <a:xfrm>
            <a:off x="549347" y="906990"/>
            <a:ext cx="11089442" cy="647850"/>
          </a:xfrm>
          <a:prstGeom prst="rect">
            <a:avLst/>
          </a:prstGeom>
        </p:spPr>
        <p:txBody>
          <a:bodyPr vert="horz" lIns="0" tIns="0" rIns="0" bIns="0" rtlCol="0" anchor="t">
            <a:noAutofit/>
          </a:bodyPr>
          <a:lstStyle/>
          <a:p>
            <a:r>
              <a:rPr lang="en-US" noProof="0" dirty="0"/>
              <a:t>Please insert the topic of the slide</a:t>
            </a:r>
            <a:endParaRPr lang="en-US" noProof="0" dirty="0"/>
          </a:p>
        </p:txBody>
      </p:sp>
      <p:sp>
        <p:nvSpPr>
          <p:cNvPr id="3" name="Textbox"/>
          <p:cNvSpPr>
            <a:spLocks noGrp="1"/>
          </p:cNvSpPr>
          <p:nvPr>
            <p:ph type="body" idx="1"/>
          </p:nvPr>
        </p:nvSpPr>
        <p:spPr bwMode="gray">
          <a:xfrm>
            <a:off x="551279" y="1557433"/>
            <a:ext cx="11089443" cy="4247017"/>
          </a:xfrm>
          <a:prstGeom prst="rect">
            <a:avLst/>
          </a:prstGeom>
        </p:spPr>
        <p:txBody>
          <a:bodyPr vert="horz" lIns="0" tIns="72000" rIns="0" bIns="72000" rtlCol="0">
            <a:noAutofit/>
          </a:bodyPr>
          <a:lstStyle/>
          <a:p>
            <a:pPr marL="269875" lvl="0" indent="-269875" defTabSz="914400">
              <a:spcAft>
                <a:spcPts val="0"/>
              </a:spcAft>
              <a:buClr>
                <a:schemeClr val="accent2"/>
              </a:buClr>
              <a:buFont typeface="Wingdings" panose="05000000000000000000" pitchFamily="2" charset="2"/>
            </a:pPr>
            <a:r>
              <a:rPr lang="en-US" dirty="0"/>
              <a:t>Click to insert text.</a:t>
            </a:r>
            <a:endParaRPr lang="en-US" noProof="0" dirty="0"/>
          </a:p>
          <a:p>
            <a:pPr marL="720090" lvl="1" indent="-269875" defTabSz="914400">
              <a:spcAft>
                <a:spcPts val="0"/>
              </a:spcAft>
              <a:buClr>
                <a:schemeClr val="accent2"/>
              </a:buClr>
              <a:buFont typeface="Wingdings" panose="05000000000000000000" pitchFamily="2" charset="2"/>
            </a:pPr>
            <a:r>
              <a:rPr lang="en-US" noProof="0" dirty="0"/>
              <a:t>Second level</a:t>
            </a:r>
            <a:endParaRPr lang="en-US" noProof="0" dirty="0"/>
          </a:p>
          <a:p>
            <a:pPr marL="1079500" lvl="2" indent="-269875" defTabSz="914400">
              <a:spcAft>
                <a:spcPts val="0"/>
              </a:spcAft>
              <a:buClr>
                <a:schemeClr val="accent2"/>
              </a:buClr>
              <a:buFont typeface="Wingdings" panose="05000000000000000000" pitchFamily="2" charset="2"/>
            </a:pPr>
            <a:r>
              <a:rPr lang="en-US" noProof="0" dirty="0"/>
              <a:t>Third level</a:t>
            </a:r>
            <a:endParaRPr lang="en-US" noProof="0" dirty="0"/>
          </a:p>
          <a:p>
            <a:pPr marL="1439545" lvl="3" indent="-269875" defTabSz="914400">
              <a:spcAft>
                <a:spcPts val="0"/>
              </a:spcAft>
              <a:buClr>
                <a:schemeClr val="accent2"/>
              </a:buClr>
              <a:buFont typeface="Wingdings" panose="05000000000000000000" pitchFamily="2" charset="2"/>
            </a:pPr>
            <a:r>
              <a:rPr lang="en-US" noProof="0" dirty="0"/>
              <a:t>Fourth level</a:t>
            </a:r>
            <a:endParaRPr lang="en-US" noProof="0" dirty="0"/>
          </a:p>
          <a:p>
            <a:pPr marL="1799590" lvl="4" indent="-269875" defTabSz="914400">
              <a:spcAft>
                <a:spcPts val="0"/>
              </a:spcAft>
              <a:buClr>
                <a:schemeClr val="accent2"/>
              </a:buClr>
              <a:buFont typeface="Wingdings" panose="05000000000000000000" pitchFamily="2" charset="2"/>
            </a:pPr>
            <a:r>
              <a:rPr lang="en-US" noProof="0" dirty="0"/>
              <a:t>Fifth level</a:t>
            </a:r>
            <a:endParaRPr lang="en-US" noProof="0" dirty="0"/>
          </a:p>
          <a:p>
            <a:pPr marL="2159635" lvl="5" indent="-269875" defTabSz="914400">
              <a:lnSpc>
                <a:spcPct val="100000"/>
              </a:lnSpc>
              <a:spcAft>
                <a:spcPts val="0"/>
              </a:spcAft>
              <a:buClr>
                <a:schemeClr val="accent2"/>
              </a:buClr>
              <a:buFont typeface="Wingdings" panose="05000000000000000000" pitchFamily="2" charset="2"/>
            </a:pPr>
            <a:r>
              <a:rPr lang="en-US" noProof="0" dirty="0"/>
              <a:t>Sixth level</a:t>
            </a:r>
            <a:endParaRPr lang="en-US" noProof="0" dirty="0"/>
          </a:p>
          <a:p>
            <a:pPr marL="2519680" lvl="6" indent="-269875" defTabSz="914400">
              <a:lnSpc>
                <a:spcPct val="100000"/>
              </a:lnSpc>
              <a:spcAft>
                <a:spcPts val="0"/>
              </a:spcAft>
              <a:buClr>
                <a:schemeClr val="accent2"/>
              </a:buClr>
              <a:buFont typeface="Wingdings" panose="05000000000000000000" pitchFamily="2" charset="2"/>
            </a:pPr>
            <a:r>
              <a:rPr lang="en-US" noProof="0" dirty="0"/>
              <a:t>Seventh level</a:t>
            </a:r>
            <a:endParaRPr lang="en-US" noProof="0" dirty="0"/>
          </a:p>
        </p:txBody>
      </p:sp>
      <p:sp>
        <p:nvSpPr>
          <p:cNvPr id="5" name="Fußzeile"/>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b="0" i="0">
                <a:solidFill>
                  <a:schemeClr val="tx1"/>
                </a:solidFill>
                <a:latin typeface="微软雅黑" panose="020B0503020204020204" pitchFamily="34" charset="-122"/>
              </a:defRPr>
            </a:lvl1pPr>
          </a:lstStyle>
          <a:p>
            <a:r>
              <a:rPr lang="en-US" dirty="0"/>
              <a:t>Name of the Speaker / Title of the presentation / Date</a:t>
            </a:r>
            <a:endParaRPr lang="en-US" dirty="0"/>
          </a:p>
        </p:txBody>
      </p:sp>
      <p:sp>
        <p:nvSpPr>
          <p:cNvPr id="6" name="Foliennumm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b="0" i="0">
                <a:solidFill>
                  <a:schemeClr val="tx1"/>
                </a:solidFill>
                <a:latin typeface="微软雅黑" panose="020B0503020204020204" pitchFamily="34" charset="-122"/>
              </a:defRPr>
            </a:lvl1pPr>
          </a:lstStyle>
          <a:p>
            <a:fld id="{B227C86F-CC2D-492F-A88C-C748186E73FB}" type="slidenum">
              <a:rPr lang="de-DE" smtClean="0"/>
            </a:fld>
            <a:endParaRPr lang="de-DE"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spcBef>
          <a:spcPct val="0"/>
        </a:spcBef>
        <a:buNone/>
        <a:defRPr sz="2800" b="0" i="0" kern="1200">
          <a:solidFill>
            <a:schemeClr val="tx1"/>
          </a:solidFill>
          <a:latin typeface="微软雅黑" panose="020B0503020204020204" pitchFamily="34" charset="-122"/>
          <a:ea typeface="+mj-ea"/>
          <a:cs typeface="+mj-cs"/>
        </a:defRPr>
      </a:lvl1pPr>
    </p:titleStyle>
    <p:bodyStyle>
      <a:lvl1pPr marL="269875" indent="-269875" algn="l" defTabSz="914400"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1pPr>
      <a:lvl2pPr marL="720090" indent="-269875" algn="l" defTabSz="914400"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2pPr>
      <a:lvl3pPr marL="1079500" indent="-269875" algn="l" defTabSz="914400"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3pPr>
      <a:lvl4pPr marL="1439545" indent="-269875" algn="l" defTabSz="914400"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4pPr>
      <a:lvl5pPr marL="1799590" indent="-269875" algn="l" defTabSz="914400"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5pPr>
      <a:lvl6pPr marL="2159635"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6pPr>
      <a:lvl7pPr marL="2519680"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Vermaßung"/>
          <p:cNvGrpSpPr/>
          <p:nvPr/>
        </p:nvGrpSpPr>
        <p:grpSpPr bwMode="gray">
          <a:xfrm>
            <a:off x="-346040" y="-294847"/>
            <a:ext cx="12340534" cy="7452206"/>
            <a:chOff x="-345996" y="-294916"/>
            <a:chExt cx="12338928" cy="7453932"/>
          </a:xfrm>
        </p:grpSpPr>
        <p:cxnSp>
          <p:nvCxnSpPr>
            <p:cNvPr id="41" name="Vermaßung"/>
            <p:cNvCxnSpPr/>
            <p:nvPr/>
          </p:nvCxnSpPr>
          <p:spPr bwMode="gray">
            <a:xfrm flipV="1">
              <a:off x="428918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2" name="Vermaßung"/>
            <p:cNvCxnSpPr/>
            <p:nvPr/>
          </p:nvCxnSpPr>
          <p:spPr bwMode="gray">
            <a:xfrm flipV="1">
              <a:off x="616370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3" name="Vermaßung"/>
            <p:cNvCxnSpPr/>
            <p:nvPr/>
          </p:nvCxnSpPr>
          <p:spPr bwMode="gray">
            <a:xfrm flipV="1">
              <a:off x="8034409" y="686734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44" name="Vermaßung"/>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5,00</a:t>
              </a:r>
              <a:endParaRPr lang="de-DE" sz="800" kern="0" baseline="0" dirty="0">
                <a:solidFill>
                  <a:schemeClr val="tx2"/>
                </a:solidFill>
                <a:latin typeface="IBM Plex Sans" panose="020B0503050203000203" pitchFamily="34" charset="0"/>
              </a:endParaRPr>
            </a:p>
          </p:txBody>
        </p:sp>
        <p:sp>
          <p:nvSpPr>
            <p:cNvPr id="45" name="Vermaßung"/>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0,20</a:t>
              </a:r>
              <a:endParaRPr lang="de-DE" sz="800" kern="0" baseline="0" dirty="0">
                <a:solidFill>
                  <a:schemeClr val="tx2"/>
                </a:solidFill>
                <a:latin typeface="IBM Plex Sans" panose="020B0503050203000203" pitchFamily="34" charset="0"/>
              </a:endParaRPr>
            </a:p>
          </p:txBody>
        </p:sp>
        <p:sp>
          <p:nvSpPr>
            <p:cNvPr id="46" name="Vermaßung"/>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5,4</a:t>
              </a:r>
              <a:endParaRPr lang="de-DE" sz="800" kern="0" baseline="0" dirty="0">
                <a:solidFill>
                  <a:schemeClr val="tx2"/>
                </a:solidFill>
                <a:latin typeface="IBM Plex Sans" panose="020B0503050203000203" pitchFamily="34" charset="0"/>
              </a:endParaRPr>
            </a:p>
          </p:txBody>
        </p:sp>
        <p:cxnSp>
          <p:nvCxnSpPr>
            <p:cNvPr id="26" name="Vermaßung"/>
            <p:cNvCxnSpPr/>
            <p:nvPr/>
          </p:nvCxnSpPr>
          <p:spPr bwMode="gray">
            <a:xfrm flipV="1">
              <a:off x="549275"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Vermaßung"/>
            <p:cNvCxnSpPr/>
            <p:nvPr/>
          </p:nvCxnSpPr>
          <p:spPr bwMode="gray">
            <a:xfrm flipV="1">
              <a:off x="11639822"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Vermaßung"/>
            <p:cNvCxnSpPr/>
            <p:nvPr/>
          </p:nvCxnSpPr>
          <p:spPr bwMode="gray">
            <a:xfrm flipV="1">
              <a:off x="4149023"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Vermaßung"/>
            <p:cNvCxnSpPr/>
            <p:nvPr/>
          </p:nvCxnSpPr>
          <p:spPr bwMode="gray">
            <a:xfrm flipV="1">
              <a:off x="6021638"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9" name="Vermaßung"/>
            <p:cNvCxnSpPr/>
            <p:nvPr/>
          </p:nvCxnSpPr>
          <p:spPr bwMode="gray">
            <a:xfrm flipV="1">
              <a:off x="7894252" y="-294916"/>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4" name="Vermaßung"/>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15,40</a:t>
              </a:r>
              <a:endParaRPr lang="de-DE" sz="800" kern="0" baseline="0" dirty="0">
                <a:solidFill>
                  <a:schemeClr val="tx2"/>
                </a:solidFill>
                <a:latin typeface="IBM Plex Sans" panose="020B0503050203000203" pitchFamily="34" charset="0"/>
              </a:endParaRPr>
            </a:p>
          </p:txBody>
        </p:sp>
        <p:sp>
          <p:nvSpPr>
            <p:cNvPr id="25" name="Vermaßung"/>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15,40</a:t>
              </a:r>
              <a:endParaRPr lang="de-DE" sz="800" kern="0" baseline="0" dirty="0">
                <a:solidFill>
                  <a:schemeClr val="tx2"/>
                </a:solidFill>
                <a:latin typeface="IBM Plex Sans" panose="020B0503050203000203" pitchFamily="34" charset="0"/>
              </a:endParaRPr>
            </a:p>
          </p:txBody>
        </p:sp>
        <p:sp>
          <p:nvSpPr>
            <p:cNvPr id="32" name="Vermaßung"/>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5,40</a:t>
              </a:r>
              <a:endParaRPr lang="de-DE" sz="800" kern="0" baseline="0" dirty="0">
                <a:solidFill>
                  <a:schemeClr val="tx2"/>
                </a:solidFill>
                <a:latin typeface="IBM Plex Sans" panose="020B0503050203000203" pitchFamily="34" charset="0"/>
              </a:endParaRPr>
            </a:p>
          </p:txBody>
        </p:sp>
        <p:sp>
          <p:nvSpPr>
            <p:cNvPr id="38" name="Vermaßung"/>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0,20</a:t>
              </a:r>
              <a:endParaRPr lang="de-DE" sz="800" kern="0" baseline="0" dirty="0">
                <a:solidFill>
                  <a:schemeClr val="tx2"/>
                </a:solidFill>
                <a:latin typeface="IBM Plex Sans" panose="020B0503050203000203" pitchFamily="34" charset="0"/>
              </a:endParaRPr>
            </a:p>
          </p:txBody>
        </p:sp>
        <p:sp>
          <p:nvSpPr>
            <p:cNvPr id="40" name="Vermaßung"/>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IBM Plex Sans" panose="020B0503050203000203" pitchFamily="34" charset="0"/>
                </a:rPr>
                <a:t>5,0</a:t>
              </a:r>
              <a:endParaRPr lang="de-DE" sz="800" kern="0" baseline="0" dirty="0">
                <a:solidFill>
                  <a:schemeClr val="tx2"/>
                </a:solidFill>
                <a:latin typeface="IBM Plex Sans" panose="020B0503050203000203" pitchFamily="34" charset="0"/>
              </a:endParaRPr>
            </a:p>
          </p:txBody>
        </p:sp>
        <p:sp>
          <p:nvSpPr>
            <p:cNvPr id="11" name="Vermaßung"/>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8,20</a:t>
              </a:r>
              <a:endParaRPr lang="de-DE" sz="800" kern="0" baseline="0" dirty="0">
                <a:solidFill>
                  <a:schemeClr val="tx2"/>
                </a:solidFill>
                <a:latin typeface="IBM Plex Sans" panose="020B0503050203000203" pitchFamily="34" charset="0"/>
              </a:endParaRPr>
            </a:p>
          </p:txBody>
        </p:sp>
        <p:cxnSp>
          <p:nvCxnSpPr>
            <p:cNvPr id="12" name="Vermaßung"/>
            <p:cNvCxnSpPr/>
            <p:nvPr/>
          </p:nvCxnSpPr>
          <p:spPr bwMode="gray">
            <a:xfrm rot="5400000" flipV="1">
              <a:off x="-180000" y="3322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3" name="Vermaßung"/>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7,00</a:t>
              </a:r>
              <a:endParaRPr lang="de-DE" sz="800" kern="0" baseline="0" dirty="0">
                <a:solidFill>
                  <a:schemeClr val="tx2"/>
                </a:solidFill>
                <a:latin typeface="IBM Plex Sans" panose="020B0503050203000203" pitchFamily="34" charset="0"/>
              </a:endParaRPr>
            </a:p>
          </p:txBody>
        </p:sp>
        <p:cxnSp>
          <p:nvCxnSpPr>
            <p:cNvPr id="14" name="Vermaßung"/>
            <p:cNvCxnSpPr/>
            <p:nvPr/>
          </p:nvCxnSpPr>
          <p:spPr bwMode="gray">
            <a:xfrm rot="5400000" flipV="1">
              <a:off x="-180000" y="7640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5" name="Vermaßung"/>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5,20</a:t>
              </a:r>
              <a:endParaRPr lang="de-DE" sz="800" kern="0" baseline="0" dirty="0">
                <a:solidFill>
                  <a:schemeClr val="tx2"/>
                </a:solidFill>
                <a:latin typeface="IBM Plex Sans" panose="020B0503050203000203" pitchFamily="34" charset="0"/>
              </a:endParaRPr>
            </a:p>
          </p:txBody>
        </p:sp>
        <p:cxnSp>
          <p:nvCxnSpPr>
            <p:cNvPr id="16" name="Vermaßung"/>
            <p:cNvCxnSpPr/>
            <p:nvPr/>
          </p:nvCxnSpPr>
          <p:spPr bwMode="gray">
            <a:xfrm rot="5400000" flipV="1">
              <a:off x="-180000" y="1413794"/>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7" name="Vermaßung"/>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6,60</a:t>
              </a:r>
              <a:endParaRPr lang="de-DE" sz="800" kern="0" baseline="0" dirty="0">
                <a:solidFill>
                  <a:schemeClr val="tx2"/>
                </a:solidFill>
                <a:latin typeface="IBM Plex Sans" panose="020B0503050203000203" pitchFamily="34" charset="0"/>
              </a:endParaRPr>
            </a:p>
          </p:txBody>
        </p:sp>
        <p:cxnSp>
          <p:nvCxnSpPr>
            <p:cNvPr id="18" name="Vermaßung"/>
            <p:cNvCxnSpPr/>
            <p:nvPr/>
          </p:nvCxnSpPr>
          <p:spPr bwMode="gray">
            <a:xfrm rot="5400000" flipV="1">
              <a:off x="-165996" y="5659273"/>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9" name="Vermaßung"/>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7,40</a:t>
              </a:r>
              <a:endParaRPr lang="de-DE" sz="800" kern="0" baseline="0" dirty="0">
                <a:solidFill>
                  <a:schemeClr val="tx2"/>
                </a:solidFill>
                <a:latin typeface="IBM Plex Sans" panose="020B0503050203000203" pitchFamily="34" charset="0"/>
              </a:endParaRPr>
            </a:p>
          </p:txBody>
        </p:sp>
        <p:cxnSp>
          <p:nvCxnSpPr>
            <p:cNvPr id="20" name="Vermaßung"/>
            <p:cNvCxnSpPr/>
            <p:nvPr/>
          </p:nvCxnSpPr>
          <p:spPr bwMode="gray">
            <a:xfrm rot="5400000" flipV="1">
              <a:off x="-180000" y="5948825"/>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1" name="Vermaßung"/>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IBM Plex Sans" panose="020B0503050203000203" pitchFamily="34" charset="0"/>
                </a:rPr>
                <a:t>8,40</a:t>
              </a:r>
              <a:endParaRPr lang="de-DE" sz="800" kern="0" baseline="0" dirty="0">
                <a:solidFill>
                  <a:schemeClr val="tx2"/>
                </a:solidFill>
                <a:latin typeface="IBM Plex Sans" panose="020B0503050203000203" pitchFamily="34" charset="0"/>
              </a:endParaRPr>
            </a:p>
          </p:txBody>
        </p:sp>
        <p:cxnSp>
          <p:nvCxnSpPr>
            <p:cNvPr id="22" name="Vermaßung"/>
            <p:cNvCxnSpPr/>
            <p:nvPr/>
          </p:nvCxnSpPr>
          <p:spPr bwMode="gray">
            <a:xfrm rot="5400000" flipV="1">
              <a:off x="-180000" y="6309188"/>
              <a:ext cx="0" cy="288000"/>
            </a:xfrm>
            <a:prstGeom prst="line">
              <a:avLst/>
            </a:prstGeom>
          </p:spPr>
          <p:style>
            <a:lnRef idx="1">
              <a:schemeClr val="accent6"/>
            </a:lnRef>
            <a:fillRef idx="0">
              <a:schemeClr val="accent6"/>
            </a:fillRef>
            <a:effectRef idx="0">
              <a:schemeClr val="accent6"/>
            </a:effectRef>
            <a:fontRef idx="minor">
              <a:schemeClr val="tx1"/>
            </a:fontRef>
          </p:style>
        </p:cxnSp>
      </p:grpSp>
      <p:sp>
        <p:nvSpPr>
          <p:cNvPr id="2" name="Titel"/>
          <p:cNvSpPr>
            <a:spLocks noGrp="1"/>
          </p:cNvSpPr>
          <p:nvPr>
            <p:ph type="title"/>
          </p:nvPr>
        </p:nvSpPr>
        <p:spPr bwMode="gray">
          <a:xfrm>
            <a:off x="549347" y="906992"/>
            <a:ext cx="11089442" cy="647849"/>
          </a:xfrm>
          <a:prstGeom prst="rect">
            <a:avLst/>
          </a:prstGeom>
        </p:spPr>
        <p:txBody>
          <a:bodyPr vert="horz" lIns="0" tIns="0" rIns="0" bIns="0" rtlCol="0" anchor="t">
            <a:noAutofit/>
          </a:body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 name="Textbox"/>
          <p:cNvSpPr>
            <a:spLocks noGrp="1"/>
          </p:cNvSpPr>
          <p:nvPr>
            <p:ph type="body" idx="1"/>
          </p:nvPr>
        </p:nvSpPr>
        <p:spPr bwMode="gray">
          <a:xfrm>
            <a:off x="551280" y="1557434"/>
            <a:ext cx="11089444" cy="4247016"/>
          </a:xfrm>
          <a:prstGeom prst="rect">
            <a:avLst/>
          </a:prstGeom>
        </p:spPr>
        <p:txBody>
          <a:bodyPr vert="horz" lIns="0" tIns="72000" rIns="0" bIns="72000" rtlCol="0">
            <a:noAutofit/>
          </a:bodyPr>
          <a:lstStyle/>
          <a:p>
            <a:pPr marL="269875" lvl="0" indent="-269875" defTabSz="914400">
              <a:spcAft>
                <a:spcPts val="0"/>
              </a:spcAft>
              <a:buClr>
                <a:schemeClr val="accent2"/>
              </a:buClr>
              <a:buFont typeface="Wingdings" panose="05000000000000000000" pitchFamily="2" charset="2"/>
            </a:pPr>
            <a:r>
              <a:rPr lang="de-DE" dirty="0"/>
              <a:t>First </a:t>
            </a:r>
            <a:r>
              <a:rPr lang="de-DE" dirty="0" err="1"/>
              <a:t>level</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5" name="Fußzeile"/>
          <p:cNvSpPr>
            <a:spLocks noGrp="1"/>
          </p:cNvSpPr>
          <p:nvPr>
            <p:ph type="ftr" sz="quarter" idx="3"/>
          </p:nvPr>
        </p:nvSpPr>
        <p:spPr bwMode="gray">
          <a:xfrm>
            <a:off x="864115" y="6091416"/>
            <a:ext cx="5233473" cy="359916"/>
          </a:xfrm>
          <a:prstGeom prst="rect">
            <a:avLst/>
          </a:prstGeom>
        </p:spPr>
        <p:txBody>
          <a:bodyPr vert="horz" lIns="0" tIns="0" rIns="0" bIns="0" rtlCol="0" anchor="ctr"/>
          <a:lstStyle>
            <a:lvl1pPr algn="l">
              <a:defRPr sz="1000">
                <a:solidFill>
                  <a:schemeClr val="tx1"/>
                </a:solidFill>
              </a:defRPr>
            </a:lvl1pPr>
          </a:lstStyle>
          <a:p>
            <a:r>
              <a:rPr lang="en-US"/>
              <a:t>Name of the speaker / title of the presentation / date / confidentiality class</a:t>
            </a:r>
            <a:endParaRPr lang="de-DE" dirty="0"/>
          </a:p>
        </p:txBody>
      </p:sp>
      <p:sp>
        <p:nvSpPr>
          <p:cNvPr id="36" name="Foliennumme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smtClean="0"/>
            </a:fld>
            <a:endParaRPr lang="de-DE" dirty="0"/>
          </a:p>
        </p:txBody>
      </p:sp>
      <p:sp>
        <p:nvSpPr>
          <p:cNvPr id="48" name="PPT Version"/>
          <p:cNvSpPr txBox="1">
            <a:spLocks noChangeArrowheads="1"/>
          </p:cNvSpPr>
          <p:nvPr userDrawn="1"/>
        </p:nvSpPr>
        <p:spPr bwMode="gray">
          <a:xfrm>
            <a:off x="12442523" y="6178843"/>
            <a:ext cx="720094" cy="215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5" tIns="0" rIns="36005" bIns="0">
            <a:noAutofit/>
          </a:bodyPr>
          <a:lstStyle/>
          <a:p>
            <a:r>
              <a:rPr lang="de-DE" sz="1300" dirty="0">
                <a:solidFill>
                  <a:schemeClr val="tx1"/>
                </a:solidFill>
                <a:latin typeface="IBM Plex Sans" panose="020B0503050203000203" pitchFamily="34" charset="0"/>
              </a:rPr>
              <a:t>2024-1 de</a:t>
            </a:r>
            <a:endParaRPr lang="de-DE" sz="1300" dirty="0">
              <a:solidFill>
                <a:schemeClr val="tx1"/>
              </a:solidFill>
              <a:latin typeface="IBM Plex Sans" panose="020B0503050203000203" pitchFamily="34" charset="0"/>
            </a:endParaRPr>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205105" indent="-20510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1pPr>
      <a:lvl2pPr marL="72009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2pPr>
      <a:lvl3pPr marL="108013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3pPr>
      <a:lvl4pPr marL="144018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4pPr>
      <a:lvl5pPr marL="180022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5pPr>
      <a:lvl6pPr marL="2160270"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6pPr>
      <a:lvl7pPr marL="2520315"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3" Type="http://schemas.openxmlformats.org/officeDocument/2006/relationships/notesSlide" Target="../notesSlides/notesSlide5.xml"/><Relationship Id="rId22" Type="http://schemas.openxmlformats.org/officeDocument/2006/relationships/slideLayout" Target="../slideLayouts/slideLayout45.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5.xml"/><Relationship Id="rId2" Type="http://schemas.openxmlformats.org/officeDocument/2006/relationships/image" Target="../media/image21.pn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5.xml"/><Relationship Id="rId2" Type="http://schemas.openxmlformats.org/officeDocument/2006/relationships/image" Target="../media/image23.png"/><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5.xml"/><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5689600" y="3293758"/>
            <a:ext cx="6197600" cy="2501570"/>
          </a:xfrm>
        </p:spPr>
        <p:txBody>
          <a:bodyPr/>
          <a:lstStyle/>
          <a:p>
            <a:r>
              <a:rPr lang="en-US" altLang="zh-CN" dirty="0"/>
              <a:t>AI CCD</a:t>
            </a:r>
            <a:r>
              <a:rPr lang="zh-CN" altLang="en-US" dirty="0"/>
              <a:t>平台操作</a:t>
            </a:r>
            <a:r>
              <a:rPr lang="zh-CN" altLang="en-US" dirty="0"/>
              <a:t>培训</a:t>
            </a:r>
            <a:endParaRPr lang="zh-CN" altLang="en-US" b="0" dirty="0"/>
          </a:p>
        </p:txBody>
      </p:sp>
      <p:sp>
        <p:nvSpPr>
          <p:cNvPr id="8" name="文本占位符 7"/>
          <p:cNvSpPr>
            <a:spLocks noGrp="1"/>
          </p:cNvSpPr>
          <p:nvPr>
            <p:ph type="body" sz="quarter" idx="13"/>
          </p:nvPr>
        </p:nvSpPr>
        <p:spPr/>
        <p:txBody>
          <a:bodyPr/>
          <a:lstStyle/>
          <a:p>
            <a:endParaRPr lang="zh-CN" altLang="en-US"/>
          </a:p>
        </p:txBody>
      </p:sp>
      <p:sp>
        <p:nvSpPr>
          <p:cNvPr id="2" name="文本框 1"/>
          <p:cNvSpPr txBox="1"/>
          <p:nvPr/>
        </p:nvSpPr>
        <p:spPr>
          <a:xfrm>
            <a:off x="4331368" y="866274"/>
            <a:ext cx="0" cy="0"/>
          </a:xfrm>
          <a:prstGeom prst="rect">
            <a:avLst/>
          </a:prstGeom>
          <a:noFill/>
          <a:ln>
            <a:noFill/>
          </a:ln>
        </p:spPr>
        <p:txBody>
          <a:bodyPr wrap="none" lIns="0" tIns="0" rIns="0" bIns="0" rtlCol="0">
            <a:noAutofit/>
          </a:bodyPr>
          <a:lstStyle/>
          <a:p>
            <a:pPr algn="l"/>
            <a:endParaRPr kumimoji="1" lang="zh-CN" alt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6"/>
          </p:nvPr>
        </p:nvSpPr>
        <p:spPr/>
        <p:txBody>
          <a:bodyPr/>
          <a:lstStyle/>
          <a:p>
            <a:r>
              <a:rPr lang="en-US" altLang="zh-CN" dirty="0">
                <a:latin typeface="微软雅黑" panose="020B0503020204020204" pitchFamily="34" charset="-122"/>
                <a:ea typeface="微软雅黑" panose="020B0503020204020204" pitchFamily="34" charset="-122"/>
              </a:rPr>
              <a:t>AI</a:t>
            </a:r>
            <a:r>
              <a:rPr lang="zh-CN" altLang="en-US" dirty="0">
                <a:latin typeface="微软雅黑" panose="020B0503020204020204" pitchFamily="34" charset="-122"/>
                <a:ea typeface="微软雅黑" panose="020B0503020204020204" pitchFamily="34" charset="-122"/>
              </a:rPr>
              <a:t>视觉检测</a:t>
            </a:r>
            <a:r>
              <a:rPr lang="en-US" altLang="zh-CN" dirty="0">
                <a:latin typeface="微软雅黑" panose="020B0503020204020204" pitchFamily="34" charset="-122"/>
                <a:ea typeface="微软雅黑" panose="020B0503020204020204" pitchFamily="34" charset="-122"/>
              </a:rPr>
              <a:t>2026</a:t>
            </a:r>
            <a:endParaRPr lang="zh-CN" altLang="en-US" dirty="0">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quarter" idx="19"/>
          </p:nvPr>
        </p:nvSpPr>
        <p:spPr>
          <a:xfrm>
            <a:off x="553413" y="1562469"/>
            <a:ext cx="6945312" cy="2328108"/>
          </a:xfrm>
        </p:spPr>
        <p:txBody>
          <a:bodyPr/>
          <a:lstStyle/>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基本</a:t>
            </a:r>
            <a:r>
              <a:rPr lang="zh-CN" altLang="en-US" dirty="0">
                <a:latin typeface="微软雅黑" panose="020B0503020204020204" pitchFamily="34" charset="-122"/>
                <a:ea typeface="微软雅黑" panose="020B0503020204020204" pitchFamily="34" charset="-122"/>
              </a:rPr>
              <a:t>原理</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平台操作演示</a:t>
            </a: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基本</a:t>
            </a:r>
            <a:r>
              <a:rPr lang="zh-CN" altLang="en-US" dirty="0">
                <a:latin typeface="IBM Plex Sans SC" panose="020B0503050203000203" pitchFamily="34" charset="-122"/>
                <a:ea typeface="IBM Plex Sans SC" panose="020B0503050203000203" pitchFamily="34" charset="-122"/>
              </a:rPr>
              <a:t>原理</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自学习</a:t>
            </a:r>
            <a:r>
              <a:rPr lang="zh-CN" altLang="en-US" dirty="0">
                <a:latin typeface="IBM Plex Sans SC" panose="020B0503050203000203" pitchFamily="34" charset="-122"/>
                <a:ea typeface="IBM Plex Sans SC" panose="020B0503050203000203" pitchFamily="34" charset="-122"/>
              </a:rPr>
              <a:t>原理</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28" name="Text 0"/>
          <p:cNvSpPr/>
          <p:nvPr/>
        </p:nvSpPr>
        <p:spPr>
          <a:xfrm>
            <a:off x="393065" y="712851"/>
            <a:ext cx="11338560" cy="502920"/>
          </a:xfrm>
          <a:prstGeom prst="rect">
            <a:avLst/>
          </a:prstGeom>
          <a:noFill/>
        </p:spPr>
        <p:txBody>
          <a:bodyPr wrap="square" lIns="635" tIns="635" rIns="635" bIns="635" rtlCol="0" anchor="ctr">
            <a:normAutofit/>
          </a:bodyPr>
          <a:lstStyle/>
          <a:p>
            <a:pPr marL="0" indent="0" algn="ctr">
              <a:buNone/>
            </a:pPr>
            <a:r>
              <a:rPr lang="en-US" sz="3000" b="1" dirty="0">
                <a:solidFill>
                  <a:srgbClr val="123A7A"/>
                </a:solidFill>
                <a:latin typeface="微软雅黑" panose="020B0503020204020204" pitchFamily="34" charset="-122"/>
                <a:ea typeface="微软雅黑" panose="020B0503020204020204" pitchFamily="34" charset="-122"/>
                <a:cs typeface="微软雅黑" panose="020B0503020204020204" pitchFamily="34" charset="-120"/>
              </a:rPr>
              <a:t>机器怎样学会分辨  OK / NG</a:t>
            </a:r>
            <a:endParaRPr lang="en-US" sz="3000" dirty="0"/>
          </a:p>
        </p:txBody>
      </p:sp>
      <p:sp>
        <p:nvSpPr>
          <p:cNvPr id="29" name="Text 1"/>
          <p:cNvSpPr/>
          <p:nvPr/>
        </p:nvSpPr>
        <p:spPr>
          <a:xfrm>
            <a:off x="1078865" y="1252347"/>
            <a:ext cx="9966960" cy="329184"/>
          </a:xfrm>
          <a:prstGeom prst="rect">
            <a:avLst/>
          </a:prstGeom>
          <a:noFill/>
        </p:spPr>
        <p:txBody>
          <a:bodyPr wrap="square" lIns="635" tIns="635" rIns="635" bIns="635" rtlCol="0" anchor="ctr">
            <a:normAutofit/>
          </a:bodyPr>
          <a:lstStyle/>
          <a:p>
            <a:pPr marL="0" indent="0" algn="ctr">
              <a:buNone/>
            </a:pPr>
            <a:r>
              <a:rPr lang="en-US" sz="1500"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像教小朋友认东西：先看例子，再记住“像不像”，最后判断新图片</a:t>
            </a:r>
            <a:endParaRPr lang="en-US" sz="1500" dirty="0"/>
          </a:p>
        </p:txBody>
      </p:sp>
      <p:sp>
        <p:nvSpPr>
          <p:cNvPr id="11" name="Shape 2"/>
          <p:cNvSpPr/>
          <p:nvPr/>
        </p:nvSpPr>
        <p:spPr>
          <a:xfrm>
            <a:off x="374650" y="1737360"/>
            <a:ext cx="2670175" cy="4195445"/>
          </a:xfrm>
          <a:prstGeom prst="roundRect">
            <a:avLst>
              <a:gd name="adj" fmla="val 4795"/>
            </a:avLst>
          </a:prstGeom>
          <a:solidFill>
            <a:srgbClr val="FFFFFF"/>
          </a:solidFill>
          <a:ln w="15240">
            <a:solidFill>
              <a:srgbClr val="C9D8F0"/>
            </a:solidFill>
            <a:prstDash val="solid"/>
          </a:ln>
        </p:spPr>
      </p:sp>
      <p:sp>
        <p:nvSpPr>
          <p:cNvPr id="14" name="Shape 3"/>
          <p:cNvSpPr/>
          <p:nvPr/>
        </p:nvSpPr>
        <p:spPr>
          <a:xfrm>
            <a:off x="420497" y="1846707"/>
            <a:ext cx="2487168" cy="438912"/>
          </a:xfrm>
          <a:prstGeom prst="roundRect">
            <a:avLst>
              <a:gd name="adj" fmla="val 22917"/>
            </a:avLst>
          </a:prstGeom>
          <a:solidFill>
            <a:schemeClr val="accent1"/>
          </a:solidFill>
          <a:ln w="12700">
            <a:noFill/>
            <a:prstDash val="solid"/>
          </a:ln>
        </p:spPr>
      </p:sp>
      <p:sp>
        <p:nvSpPr>
          <p:cNvPr id="18" name="Text 4"/>
          <p:cNvSpPr/>
          <p:nvPr/>
        </p:nvSpPr>
        <p:spPr>
          <a:xfrm>
            <a:off x="466217" y="1901571"/>
            <a:ext cx="2395728" cy="310896"/>
          </a:xfrm>
          <a:prstGeom prst="rect">
            <a:avLst/>
          </a:prstGeom>
          <a:noFill/>
        </p:spPr>
        <p:txBody>
          <a:bodyPr wrap="square" lIns="635" tIns="635" rIns="635" bIns="635" rtlCol="0" anchor="ctr">
            <a:normAutofit/>
          </a:bodyPr>
          <a:lstStyle/>
          <a:p>
            <a:pPr marL="0" indent="0" algn="ctr">
              <a:buNone/>
            </a:pPr>
            <a:r>
              <a:rPr 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  先给机器看例子</a:t>
            </a:r>
            <a:r>
              <a:rPr lang="zh-CN" alt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标注）</a:t>
            </a:r>
            <a:endParaRPr lang="zh-CN" alt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5"/>
          <p:cNvSpPr/>
          <p:nvPr/>
        </p:nvSpPr>
        <p:spPr>
          <a:xfrm>
            <a:off x="3255010" y="1736725"/>
            <a:ext cx="2670175" cy="4195445"/>
          </a:xfrm>
          <a:prstGeom prst="roundRect">
            <a:avLst>
              <a:gd name="adj" fmla="val 4795"/>
            </a:avLst>
          </a:prstGeom>
          <a:solidFill>
            <a:srgbClr val="FFFFFF"/>
          </a:solidFill>
          <a:ln w="15240">
            <a:solidFill>
              <a:srgbClr val="C9D8F0"/>
            </a:solidFill>
            <a:prstDash val="solid"/>
          </a:ln>
        </p:spPr>
      </p:sp>
      <p:sp>
        <p:nvSpPr>
          <p:cNvPr id="22" name="Shape 6"/>
          <p:cNvSpPr/>
          <p:nvPr/>
        </p:nvSpPr>
        <p:spPr>
          <a:xfrm>
            <a:off x="3346577" y="1846707"/>
            <a:ext cx="2487168" cy="438912"/>
          </a:xfrm>
          <a:prstGeom prst="roundRect">
            <a:avLst>
              <a:gd name="adj" fmla="val 22917"/>
            </a:avLst>
          </a:prstGeom>
          <a:solidFill>
            <a:schemeClr val="accent2"/>
          </a:solidFill>
          <a:ln w="12700">
            <a:noFill/>
            <a:prstDash val="solid"/>
          </a:ln>
        </p:spPr>
      </p:sp>
      <p:sp>
        <p:nvSpPr>
          <p:cNvPr id="24" name="Text 7"/>
          <p:cNvSpPr/>
          <p:nvPr/>
        </p:nvSpPr>
        <p:spPr>
          <a:xfrm>
            <a:off x="3392297" y="1901571"/>
            <a:ext cx="2395728" cy="310896"/>
          </a:xfrm>
          <a:prstGeom prst="rect">
            <a:avLst/>
          </a:prstGeom>
          <a:noFill/>
        </p:spPr>
        <p:txBody>
          <a:bodyPr wrap="square" lIns="635" tIns="635" rIns="635" bIns="635" rtlCol="0" anchor="ctr">
            <a:normAutofit/>
          </a:bodyPr>
          <a:lstStyle/>
          <a:p>
            <a:pPr marL="0" indent="0" algn="ctr">
              <a:buNone/>
            </a:pPr>
            <a:r>
              <a:rPr 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  机器自己找规律</a:t>
            </a:r>
            <a:endParaRPr lang="zh-CN" alt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8"/>
          <p:cNvSpPr/>
          <p:nvPr/>
        </p:nvSpPr>
        <p:spPr>
          <a:xfrm>
            <a:off x="6181090" y="1736725"/>
            <a:ext cx="2670175" cy="4196080"/>
          </a:xfrm>
          <a:prstGeom prst="roundRect">
            <a:avLst>
              <a:gd name="adj" fmla="val 4795"/>
            </a:avLst>
          </a:prstGeom>
          <a:solidFill>
            <a:srgbClr val="FFFFFF"/>
          </a:solidFill>
          <a:ln w="15240">
            <a:solidFill>
              <a:srgbClr val="C9D8F0"/>
            </a:solidFill>
            <a:prstDash val="solid"/>
          </a:ln>
        </p:spPr>
      </p:sp>
      <p:sp>
        <p:nvSpPr>
          <p:cNvPr id="40" name="Shape 9"/>
          <p:cNvSpPr/>
          <p:nvPr/>
        </p:nvSpPr>
        <p:spPr>
          <a:xfrm>
            <a:off x="6272657" y="1846707"/>
            <a:ext cx="2487168" cy="438912"/>
          </a:xfrm>
          <a:prstGeom prst="roundRect">
            <a:avLst>
              <a:gd name="adj" fmla="val 22917"/>
            </a:avLst>
          </a:prstGeom>
          <a:solidFill>
            <a:schemeClr val="accent3"/>
          </a:solidFill>
          <a:ln w="12700">
            <a:noFill/>
            <a:prstDash val="solid"/>
          </a:ln>
        </p:spPr>
      </p:sp>
      <p:sp>
        <p:nvSpPr>
          <p:cNvPr id="43" name="Text 10"/>
          <p:cNvSpPr/>
          <p:nvPr/>
        </p:nvSpPr>
        <p:spPr>
          <a:xfrm>
            <a:off x="6318377" y="1901571"/>
            <a:ext cx="2395728" cy="310896"/>
          </a:xfrm>
          <a:prstGeom prst="rect">
            <a:avLst/>
          </a:prstGeom>
          <a:noFill/>
        </p:spPr>
        <p:txBody>
          <a:bodyPr wrap="square" lIns="635" tIns="635" rIns="635" bIns="635" rtlCol="0" anchor="ctr">
            <a:normAutofit/>
          </a:bodyPr>
          <a:lstStyle/>
          <a:p>
            <a:pPr marL="0" indent="0" algn="ctr">
              <a:buNone/>
            </a:pPr>
            <a:r>
              <a:rPr 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  像的图片靠在一起</a:t>
            </a:r>
            <a:endParaRPr lang="en-US" sz="1500" dirty="0"/>
          </a:p>
        </p:txBody>
      </p:sp>
      <p:sp>
        <p:nvSpPr>
          <p:cNvPr id="44" name="Shape 11"/>
          <p:cNvSpPr/>
          <p:nvPr/>
        </p:nvSpPr>
        <p:spPr>
          <a:xfrm>
            <a:off x="9107170" y="1736725"/>
            <a:ext cx="2670175" cy="4196080"/>
          </a:xfrm>
          <a:prstGeom prst="roundRect">
            <a:avLst>
              <a:gd name="adj" fmla="val 4795"/>
            </a:avLst>
          </a:prstGeom>
          <a:solidFill>
            <a:srgbClr val="FFFFFF"/>
          </a:solidFill>
          <a:ln w="15240">
            <a:solidFill>
              <a:srgbClr val="C9D8F0"/>
            </a:solidFill>
            <a:prstDash val="solid"/>
          </a:ln>
        </p:spPr>
      </p:sp>
      <p:sp>
        <p:nvSpPr>
          <p:cNvPr id="45" name="Shape 12"/>
          <p:cNvSpPr/>
          <p:nvPr/>
        </p:nvSpPr>
        <p:spPr>
          <a:xfrm>
            <a:off x="9198737" y="1846707"/>
            <a:ext cx="2487168" cy="438912"/>
          </a:xfrm>
          <a:prstGeom prst="roundRect">
            <a:avLst>
              <a:gd name="adj" fmla="val 22917"/>
            </a:avLst>
          </a:prstGeom>
          <a:solidFill>
            <a:schemeClr val="accent5"/>
          </a:solidFill>
          <a:ln w="12700">
            <a:noFill/>
            <a:prstDash val="solid"/>
          </a:ln>
        </p:spPr>
      </p:sp>
      <p:sp>
        <p:nvSpPr>
          <p:cNvPr id="46" name="Text 13"/>
          <p:cNvSpPr/>
          <p:nvPr/>
        </p:nvSpPr>
        <p:spPr>
          <a:xfrm>
            <a:off x="9244457" y="1901571"/>
            <a:ext cx="2395728" cy="310896"/>
          </a:xfrm>
          <a:prstGeom prst="rect">
            <a:avLst/>
          </a:prstGeom>
          <a:noFill/>
        </p:spPr>
        <p:txBody>
          <a:bodyPr wrap="square" lIns="635" tIns="635" rIns="635" bIns="635" rtlCol="0" anchor="ctr">
            <a:normAutofit/>
          </a:bodyPr>
          <a:lstStyle/>
          <a:p>
            <a:pPr marL="0" indent="0" algn="ctr">
              <a:buNone/>
            </a:pPr>
            <a:r>
              <a:rPr lang="en-US" sz="1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  新图片自动归类</a:t>
            </a:r>
            <a:endParaRPr lang="en-US" sz="1500" dirty="0"/>
          </a:p>
        </p:txBody>
      </p:sp>
      <p:sp>
        <p:nvSpPr>
          <p:cNvPr id="47" name="Text 14"/>
          <p:cNvSpPr/>
          <p:nvPr/>
        </p:nvSpPr>
        <p:spPr>
          <a:xfrm>
            <a:off x="530225" y="2541651"/>
            <a:ext cx="1097280" cy="219456"/>
          </a:xfrm>
          <a:prstGeom prst="rect">
            <a:avLst/>
          </a:prstGeom>
          <a:noFill/>
        </p:spPr>
        <p:txBody>
          <a:bodyPr wrap="square" lIns="635" tIns="635" rIns="635" bIns="635" rtlCol="0" anchor="ctr">
            <a:normAutofit fontScale="90000"/>
          </a:bodyPr>
          <a:lstStyle/>
          <a:p>
            <a:pPr marL="0" indent="0">
              <a:buNone/>
            </a:pPr>
            <a:r>
              <a:rPr lang="en-US" sz="1400" b="1" dirty="0">
                <a:solidFill>
                  <a:srgbClr val="14923D"/>
                </a:solidFill>
                <a:latin typeface="微软雅黑" panose="020B0503020204020204" pitchFamily="34" charset="-122"/>
                <a:ea typeface="微软雅黑" panose="020B0503020204020204" pitchFamily="34" charset="-122"/>
                <a:cs typeface="微软雅黑" panose="020B0503020204020204" pitchFamily="34" charset="-120"/>
              </a:rPr>
              <a:t>这些是好的</a:t>
            </a:r>
            <a:endParaRPr lang="en-US" sz="1400" dirty="0"/>
          </a:p>
        </p:txBody>
      </p:sp>
      <p:sp>
        <p:nvSpPr>
          <p:cNvPr id="48" name="Text 15"/>
          <p:cNvSpPr/>
          <p:nvPr/>
        </p:nvSpPr>
        <p:spPr>
          <a:xfrm>
            <a:off x="1874520" y="2541651"/>
            <a:ext cx="1170432" cy="219456"/>
          </a:xfrm>
          <a:prstGeom prst="rect">
            <a:avLst/>
          </a:prstGeom>
          <a:noFill/>
        </p:spPr>
        <p:txBody>
          <a:bodyPr wrap="square" lIns="635" tIns="635" rIns="635" bIns="635" rtlCol="0" anchor="ctr">
            <a:normAutofit fontScale="90000"/>
          </a:bodyPr>
          <a:lstStyle/>
          <a:p>
            <a:pPr marL="0" indent="0">
              <a:buNone/>
            </a:pPr>
            <a:r>
              <a:rPr lang="en-US" sz="1400" b="1" dirty="0">
                <a:solidFill>
                  <a:srgbClr val="D92D20"/>
                </a:solidFill>
                <a:latin typeface="微软雅黑" panose="020B0503020204020204" pitchFamily="34" charset="-122"/>
                <a:ea typeface="微软雅黑" panose="020B0503020204020204" pitchFamily="34" charset="-122"/>
                <a:cs typeface="微软雅黑" panose="020B0503020204020204" pitchFamily="34" charset="-120"/>
              </a:rPr>
              <a:t>这些是不好的</a:t>
            </a:r>
            <a:endParaRPr lang="en-US" sz="1400" dirty="0"/>
          </a:p>
        </p:txBody>
      </p:sp>
      <p:sp>
        <p:nvSpPr>
          <p:cNvPr id="49" name="Shape 16"/>
          <p:cNvSpPr/>
          <p:nvPr/>
        </p:nvSpPr>
        <p:spPr>
          <a:xfrm>
            <a:off x="539369" y="2861691"/>
            <a:ext cx="530352" cy="530352"/>
          </a:xfrm>
          <a:prstGeom prst="roundRect">
            <a:avLst>
              <a:gd name="adj" fmla="val 15517"/>
            </a:avLst>
          </a:prstGeom>
          <a:solidFill>
            <a:srgbClr val="EAF8EF"/>
          </a:solidFill>
          <a:ln w="15240">
            <a:solidFill>
              <a:srgbClr val="14923D"/>
            </a:solidFill>
            <a:prstDash val="solid"/>
          </a:ln>
        </p:spPr>
      </p:sp>
      <p:sp>
        <p:nvSpPr>
          <p:cNvPr id="50" name="Shape 17"/>
          <p:cNvSpPr/>
          <p:nvPr/>
        </p:nvSpPr>
        <p:spPr>
          <a:xfrm>
            <a:off x="640136" y="2962458"/>
            <a:ext cx="328818" cy="328818"/>
          </a:xfrm>
          <a:prstGeom prst="ellipse">
            <a:avLst/>
          </a:prstGeom>
          <a:solidFill>
            <a:srgbClr val="D9DEE6"/>
          </a:solidFill>
          <a:ln w="12700">
            <a:solidFill>
              <a:srgbClr val="737B86"/>
            </a:solidFill>
            <a:prstDash val="solid"/>
          </a:ln>
        </p:spPr>
      </p:sp>
      <p:sp>
        <p:nvSpPr>
          <p:cNvPr id="51" name="Shape 18"/>
          <p:cNvSpPr/>
          <p:nvPr/>
        </p:nvSpPr>
        <p:spPr>
          <a:xfrm>
            <a:off x="709082" y="3031404"/>
            <a:ext cx="190927" cy="190927"/>
          </a:xfrm>
          <a:prstGeom prst="ellipse">
            <a:avLst/>
          </a:prstGeom>
          <a:solidFill>
            <a:srgbClr val="F9FAFB"/>
          </a:solidFill>
          <a:ln w="12700">
            <a:solidFill>
              <a:srgbClr val="737B86"/>
            </a:solidFill>
            <a:prstDash val="solid"/>
          </a:ln>
        </p:spPr>
      </p:sp>
      <p:sp>
        <p:nvSpPr>
          <p:cNvPr id="52" name="Shape 19"/>
          <p:cNvSpPr/>
          <p:nvPr/>
        </p:nvSpPr>
        <p:spPr>
          <a:xfrm>
            <a:off x="762117" y="3084439"/>
            <a:ext cx="84856" cy="84856"/>
          </a:xfrm>
          <a:prstGeom prst="ellipse">
            <a:avLst/>
          </a:prstGeom>
          <a:solidFill>
            <a:srgbClr val="9CA3AF"/>
          </a:solidFill>
          <a:ln w="10160">
            <a:solidFill>
              <a:srgbClr val="737B86"/>
            </a:solidFill>
            <a:prstDash val="solid"/>
          </a:ln>
        </p:spPr>
      </p:sp>
      <p:sp>
        <p:nvSpPr>
          <p:cNvPr id="53" name="Shape 20"/>
          <p:cNvSpPr/>
          <p:nvPr/>
        </p:nvSpPr>
        <p:spPr>
          <a:xfrm>
            <a:off x="1188593" y="2861691"/>
            <a:ext cx="530352" cy="530352"/>
          </a:xfrm>
          <a:prstGeom prst="roundRect">
            <a:avLst>
              <a:gd name="adj" fmla="val 15517"/>
            </a:avLst>
          </a:prstGeom>
          <a:solidFill>
            <a:srgbClr val="EAF8EF"/>
          </a:solidFill>
          <a:ln w="15240">
            <a:solidFill>
              <a:srgbClr val="14923D"/>
            </a:solidFill>
            <a:prstDash val="solid"/>
          </a:ln>
        </p:spPr>
      </p:sp>
      <p:sp>
        <p:nvSpPr>
          <p:cNvPr id="54" name="Shape 21"/>
          <p:cNvSpPr/>
          <p:nvPr/>
        </p:nvSpPr>
        <p:spPr>
          <a:xfrm>
            <a:off x="1289360" y="2962458"/>
            <a:ext cx="328818" cy="328818"/>
          </a:xfrm>
          <a:prstGeom prst="ellipse">
            <a:avLst/>
          </a:prstGeom>
          <a:solidFill>
            <a:srgbClr val="D9DEE6"/>
          </a:solidFill>
          <a:ln w="12700">
            <a:solidFill>
              <a:srgbClr val="737B86"/>
            </a:solidFill>
            <a:prstDash val="solid"/>
          </a:ln>
        </p:spPr>
      </p:sp>
      <p:sp>
        <p:nvSpPr>
          <p:cNvPr id="55" name="Shape 22"/>
          <p:cNvSpPr/>
          <p:nvPr/>
        </p:nvSpPr>
        <p:spPr>
          <a:xfrm>
            <a:off x="1358306" y="3031404"/>
            <a:ext cx="190927" cy="190927"/>
          </a:xfrm>
          <a:prstGeom prst="ellipse">
            <a:avLst/>
          </a:prstGeom>
          <a:solidFill>
            <a:srgbClr val="F9FAFB"/>
          </a:solidFill>
          <a:ln w="12700">
            <a:solidFill>
              <a:srgbClr val="737B86"/>
            </a:solidFill>
            <a:prstDash val="solid"/>
          </a:ln>
        </p:spPr>
      </p:sp>
      <p:sp>
        <p:nvSpPr>
          <p:cNvPr id="56" name="Shape 23"/>
          <p:cNvSpPr/>
          <p:nvPr/>
        </p:nvSpPr>
        <p:spPr>
          <a:xfrm>
            <a:off x="1411341" y="3084439"/>
            <a:ext cx="84856" cy="84856"/>
          </a:xfrm>
          <a:prstGeom prst="ellipse">
            <a:avLst/>
          </a:prstGeom>
          <a:solidFill>
            <a:srgbClr val="9CA3AF"/>
          </a:solidFill>
          <a:ln w="10160">
            <a:solidFill>
              <a:srgbClr val="737B86"/>
            </a:solidFill>
            <a:prstDash val="solid"/>
          </a:ln>
        </p:spPr>
      </p:sp>
      <p:sp>
        <p:nvSpPr>
          <p:cNvPr id="57" name="Shape 24"/>
          <p:cNvSpPr/>
          <p:nvPr/>
        </p:nvSpPr>
        <p:spPr>
          <a:xfrm>
            <a:off x="539369" y="3620643"/>
            <a:ext cx="530352" cy="530352"/>
          </a:xfrm>
          <a:prstGeom prst="roundRect">
            <a:avLst>
              <a:gd name="adj" fmla="val 15517"/>
            </a:avLst>
          </a:prstGeom>
          <a:solidFill>
            <a:srgbClr val="EAF8EF"/>
          </a:solidFill>
          <a:ln w="15240">
            <a:solidFill>
              <a:srgbClr val="14923D"/>
            </a:solidFill>
            <a:prstDash val="solid"/>
          </a:ln>
        </p:spPr>
      </p:sp>
      <p:sp>
        <p:nvSpPr>
          <p:cNvPr id="58" name="Shape 25"/>
          <p:cNvSpPr/>
          <p:nvPr/>
        </p:nvSpPr>
        <p:spPr>
          <a:xfrm>
            <a:off x="640136" y="3721410"/>
            <a:ext cx="328818" cy="328818"/>
          </a:xfrm>
          <a:prstGeom prst="ellipse">
            <a:avLst/>
          </a:prstGeom>
          <a:solidFill>
            <a:srgbClr val="D9DEE6"/>
          </a:solidFill>
          <a:ln w="12700">
            <a:solidFill>
              <a:srgbClr val="737B86"/>
            </a:solidFill>
            <a:prstDash val="solid"/>
          </a:ln>
        </p:spPr>
      </p:sp>
      <p:sp>
        <p:nvSpPr>
          <p:cNvPr id="59" name="Shape 26"/>
          <p:cNvSpPr/>
          <p:nvPr/>
        </p:nvSpPr>
        <p:spPr>
          <a:xfrm>
            <a:off x="709082" y="3790356"/>
            <a:ext cx="190927" cy="190927"/>
          </a:xfrm>
          <a:prstGeom prst="ellipse">
            <a:avLst/>
          </a:prstGeom>
          <a:solidFill>
            <a:srgbClr val="F9FAFB"/>
          </a:solidFill>
          <a:ln w="12700">
            <a:solidFill>
              <a:srgbClr val="737B86"/>
            </a:solidFill>
            <a:prstDash val="solid"/>
          </a:ln>
        </p:spPr>
      </p:sp>
      <p:sp>
        <p:nvSpPr>
          <p:cNvPr id="60" name="Shape 27"/>
          <p:cNvSpPr/>
          <p:nvPr/>
        </p:nvSpPr>
        <p:spPr>
          <a:xfrm>
            <a:off x="762117" y="3843391"/>
            <a:ext cx="84856" cy="84856"/>
          </a:xfrm>
          <a:prstGeom prst="ellipse">
            <a:avLst/>
          </a:prstGeom>
          <a:solidFill>
            <a:srgbClr val="9CA3AF"/>
          </a:solidFill>
          <a:ln w="10160">
            <a:solidFill>
              <a:srgbClr val="737B86"/>
            </a:solidFill>
            <a:prstDash val="solid"/>
          </a:ln>
        </p:spPr>
      </p:sp>
      <p:sp>
        <p:nvSpPr>
          <p:cNvPr id="61" name="Shape 28"/>
          <p:cNvSpPr/>
          <p:nvPr/>
        </p:nvSpPr>
        <p:spPr>
          <a:xfrm>
            <a:off x="1188593" y="3620643"/>
            <a:ext cx="530352" cy="530352"/>
          </a:xfrm>
          <a:prstGeom prst="roundRect">
            <a:avLst>
              <a:gd name="adj" fmla="val 15517"/>
            </a:avLst>
          </a:prstGeom>
          <a:solidFill>
            <a:srgbClr val="EAF8EF"/>
          </a:solidFill>
          <a:ln w="15240">
            <a:solidFill>
              <a:srgbClr val="14923D"/>
            </a:solidFill>
            <a:prstDash val="solid"/>
          </a:ln>
        </p:spPr>
      </p:sp>
      <p:sp>
        <p:nvSpPr>
          <p:cNvPr id="62" name="Shape 29"/>
          <p:cNvSpPr/>
          <p:nvPr/>
        </p:nvSpPr>
        <p:spPr>
          <a:xfrm>
            <a:off x="1289360" y="3721410"/>
            <a:ext cx="328818" cy="328818"/>
          </a:xfrm>
          <a:prstGeom prst="ellipse">
            <a:avLst/>
          </a:prstGeom>
          <a:solidFill>
            <a:srgbClr val="D9DEE6"/>
          </a:solidFill>
          <a:ln w="12700">
            <a:solidFill>
              <a:srgbClr val="737B86"/>
            </a:solidFill>
            <a:prstDash val="solid"/>
          </a:ln>
        </p:spPr>
      </p:sp>
      <p:sp>
        <p:nvSpPr>
          <p:cNvPr id="63" name="Shape 30"/>
          <p:cNvSpPr/>
          <p:nvPr/>
        </p:nvSpPr>
        <p:spPr>
          <a:xfrm>
            <a:off x="1358306" y="3790356"/>
            <a:ext cx="190927" cy="190927"/>
          </a:xfrm>
          <a:prstGeom prst="ellipse">
            <a:avLst/>
          </a:prstGeom>
          <a:solidFill>
            <a:srgbClr val="F9FAFB"/>
          </a:solidFill>
          <a:ln w="12700">
            <a:solidFill>
              <a:srgbClr val="737B86"/>
            </a:solidFill>
            <a:prstDash val="solid"/>
          </a:ln>
        </p:spPr>
      </p:sp>
      <p:sp>
        <p:nvSpPr>
          <p:cNvPr id="64" name="Shape 31"/>
          <p:cNvSpPr/>
          <p:nvPr/>
        </p:nvSpPr>
        <p:spPr>
          <a:xfrm>
            <a:off x="1411341" y="3843391"/>
            <a:ext cx="84856" cy="84856"/>
          </a:xfrm>
          <a:prstGeom prst="ellipse">
            <a:avLst/>
          </a:prstGeom>
          <a:solidFill>
            <a:srgbClr val="9CA3AF"/>
          </a:solidFill>
          <a:ln w="10160">
            <a:solidFill>
              <a:srgbClr val="737B86"/>
            </a:solidFill>
            <a:prstDash val="solid"/>
          </a:ln>
        </p:spPr>
      </p:sp>
      <p:sp>
        <p:nvSpPr>
          <p:cNvPr id="65" name="Shape 32"/>
          <p:cNvSpPr/>
          <p:nvPr/>
        </p:nvSpPr>
        <p:spPr>
          <a:xfrm>
            <a:off x="1846961" y="2861691"/>
            <a:ext cx="530352" cy="530352"/>
          </a:xfrm>
          <a:prstGeom prst="roundRect">
            <a:avLst>
              <a:gd name="adj" fmla="val 15517"/>
            </a:avLst>
          </a:prstGeom>
          <a:solidFill>
            <a:srgbClr val="FFF0EF"/>
          </a:solidFill>
          <a:ln w="15240">
            <a:solidFill>
              <a:srgbClr val="D92D20"/>
            </a:solidFill>
            <a:prstDash val="solid"/>
          </a:ln>
        </p:spPr>
      </p:sp>
      <p:sp>
        <p:nvSpPr>
          <p:cNvPr id="66" name="Shape 33"/>
          <p:cNvSpPr/>
          <p:nvPr/>
        </p:nvSpPr>
        <p:spPr>
          <a:xfrm>
            <a:off x="1947728" y="2962458"/>
            <a:ext cx="328818" cy="328818"/>
          </a:xfrm>
          <a:prstGeom prst="ellipse">
            <a:avLst/>
          </a:prstGeom>
          <a:solidFill>
            <a:srgbClr val="D9DEE6"/>
          </a:solidFill>
          <a:ln w="12700">
            <a:solidFill>
              <a:srgbClr val="737B86"/>
            </a:solidFill>
            <a:prstDash val="solid"/>
          </a:ln>
        </p:spPr>
      </p:sp>
      <p:sp>
        <p:nvSpPr>
          <p:cNvPr id="67" name="Shape 34"/>
          <p:cNvSpPr/>
          <p:nvPr/>
        </p:nvSpPr>
        <p:spPr>
          <a:xfrm>
            <a:off x="2016674" y="3031404"/>
            <a:ext cx="190927" cy="190927"/>
          </a:xfrm>
          <a:prstGeom prst="ellipse">
            <a:avLst/>
          </a:prstGeom>
          <a:solidFill>
            <a:srgbClr val="F9FAFB"/>
          </a:solidFill>
          <a:ln w="12700">
            <a:solidFill>
              <a:srgbClr val="737B86"/>
            </a:solidFill>
            <a:prstDash val="solid"/>
          </a:ln>
        </p:spPr>
      </p:sp>
      <p:sp>
        <p:nvSpPr>
          <p:cNvPr id="68" name="Shape 35"/>
          <p:cNvSpPr/>
          <p:nvPr/>
        </p:nvSpPr>
        <p:spPr>
          <a:xfrm>
            <a:off x="2069709" y="3084439"/>
            <a:ext cx="84856" cy="84856"/>
          </a:xfrm>
          <a:prstGeom prst="ellipse">
            <a:avLst/>
          </a:prstGeom>
          <a:solidFill>
            <a:srgbClr val="9CA3AF"/>
          </a:solidFill>
          <a:ln w="10160">
            <a:solidFill>
              <a:srgbClr val="737B86"/>
            </a:solidFill>
            <a:prstDash val="solid"/>
          </a:ln>
        </p:spPr>
      </p:sp>
      <p:sp>
        <p:nvSpPr>
          <p:cNvPr id="69" name="Shape 36"/>
          <p:cNvSpPr/>
          <p:nvPr/>
        </p:nvSpPr>
        <p:spPr>
          <a:xfrm>
            <a:off x="1984853" y="2983672"/>
            <a:ext cx="254569" cy="222748"/>
          </a:xfrm>
          <a:prstGeom prst="line">
            <a:avLst/>
          </a:prstGeom>
          <a:noFill/>
          <a:ln w="25400">
            <a:solidFill>
              <a:srgbClr val="D92D20"/>
            </a:solidFill>
            <a:prstDash val="solid"/>
            <a:headEnd type="none"/>
            <a:tailEnd type="none"/>
          </a:ln>
        </p:spPr>
      </p:sp>
      <p:sp>
        <p:nvSpPr>
          <p:cNvPr id="70" name="Shape 37"/>
          <p:cNvSpPr/>
          <p:nvPr/>
        </p:nvSpPr>
        <p:spPr>
          <a:xfrm>
            <a:off x="2468753" y="2861691"/>
            <a:ext cx="530352" cy="530352"/>
          </a:xfrm>
          <a:prstGeom prst="roundRect">
            <a:avLst>
              <a:gd name="adj" fmla="val 15517"/>
            </a:avLst>
          </a:prstGeom>
          <a:solidFill>
            <a:srgbClr val="FFF0EF"/>
          </a:solidFill>
          <a:ln w="15240">
            <a:solidFill>
              <a:srgbClr val="D92D20"/>
            </a:solidFill>
            <a:prstDash val="solid"/>
          </a:ln>
        </p:spPr>
      </p:sp>
      <p:sp>
        <p:nvSpPr>
          <p:cNvPr id="71" name="Shape 38"/>
          <p:cNvSpPr/>
          <p:nvPr/>
        </p:nvSpPr>
        <p:spPr>
          <a:xfrm>
            <a:off x="2569520" y="2962458"/>
            <a:ext cx="328818" cy="328818"/>
          </a:xfrm>
          <a:prstGeom prst="ellipse">
            <a:avLst/>
          </a:prstGeom>
          <a:solidFill>
            <a:srgbClr val="D9DEE6"/>
          </a:solidFill>
          <a:ln w="12700">
            <a:solidFill>
              <a:srgbClr val="737B86"/>
            </a:solidFill>
            <a:prstDash val="solid"/>
          </a:ln>
        </p:spPr>
      </p:sp>
      <p:sp>
        <p:nvSpPr>
          <p:cNvPr id="72" name="Shape 39"/>
          <p:cNvSpPr/>
          <p:nvPr/>
        </p:nvSpPr>
        <p:spPr>
          <a:xfrm>
            <a:off x="2638466" y="3031404"/>
            <a:ext cx="190927" cy="190927"/>
          </a:xfrm>
          <a:prstGeom prst="ellipse">
            <a:avLst/>
          </a:prstGeom>
          <a:solidFill>
            <a:srgbClr val="F9FAFB"/>
          </a:solidFill>
          <a:ln w="12700">
            <a:solidFill>
              <a:srgbClr val="737B86"/>
            </a:solidFill>
            <a:prstDash val="solid"/>
          </a:ln>
        </p:spPr>
      </p:sp>
      <p:sp>
        <p:nvSpPr>
          <p:cNvPr id="73" name="Shape 40"/>
          <p:cNvSpPr/>
          <p:nvPr/>
        </p:nvSpPr>
        <p:spPr>
          <a:xfrm>
            <a:off x="2691501" y="3084439"/>
            <a:ext cx="84856" cy="84856"/>
          </a:xfrm>
          <a:prstGeom prst="ellipse">
            <a:avLst/>
          </a:prstGeom>
          <a:solidFill>
            <a:srgbClr val="9CA3AF"/>
          </a:solidFill>
          <a:ln w="10160">
            <a:solidFill>
              <a:srgbClr val="737B86"/>
            </a:solidFill>
            <a:prstDash val="solid"/>
          </a:ln>
        </p:spPr>
      </p:sp>
      <p:sp>
        <p:nvSpPr>
          <p:cNvPr id="74" name="Shape 41"/>
          <p:cNvSpPr/>
          <p:nvPr/>
        </p:nvSpPr>
        <p:spPr>
          <a:xfrm>
            <a:off x="2702108" y="3010190"/>
            <a:ext cx="132588" cy="132588"/>
          </a:xfrm>
          <a:prstGeom prst="ellipse">
            <a:avLst/>
          </a:prstGeom>
          <a:solidFill>
            <a:srgbClr val="111827"/>
          </a:solidFill>
          <a:ln w="12700">
            <a:solidFill>
              <a:srgbClr val="111827"/>
            </a:solidFill>
            <a:prstDash val="solid"/>
          </a:ln>
        </p:spPr>
      </p:sp>
      <p:sp>
        <p:nvSpPr>
          <p:cNvPr id="75" name="Shape 42"/>
          <p:cNvSpPr/>
          <p:nvPr/>
        </p:nvSpPr>
        <p:spPr>
          <a:xfrm>
            <a:off x="1846961" y="3620643"/>
            <a:ext cx="530352" cy="530352"/>
          </a:xfrm>
          <a:prstGeom prst="roundRect">
            <a:avLst>
              <a:gd name="adj" fmla="val 15517"/>
            </a:avLst>
          </a:prstGeom>
          <a:solidFill>
            <a:srgbClr val="FFF0EF"/>
          </a:solidFill>
          <a:ln w="15240">
            <a:solidFill>
              <a:srgbClr val="D92D20"/>
            </a:solidFill>
            <a:prstDash val="solid"/>
          </a:ln>
        </p:spPr>
      </p:sp>
      <p:sp>
        <p:nvSpPr>
          <p:cNvPr id="76" name="Shape 43"/>
          <p:cNvSpPr/>
          <p:nvPr/>
        </p:nvSpPr>
        <p:spPr>
          <a:xfrm>
            <a:off x="1947728" y="3721410"/>
            <a:ext cx="328818" cy="328818"/>
          </a:xfrm>
          <a:prstGeom prst="ellipse">
            <a:avLst/>
          </a:prstGeom>
          <a:solidFill>
            <a:srgbClr val="D9DEE6"/>
          </a:solidFill>
          <a:ln w="12700">
            <a:solidFill>
              <a:srgbClr val="737B86"/>
            </a:solidFill>
            <a:prstDash val="solid"/>
          </a:ln>
        </p:spPr>
      </p:sp>
      <p:sp>
        <p:nvSpPr>
          <p:cNvPr id="77" name="Shape 44"/>
          <p:cNvSpPr/>
          <p:nvPr/>
        </p:nvSpPr>
        <p:spPr>
          <a:xfrm>
            <a:off x="2016674" y="3790356"/>
            <a:ext cx="190927" cy="190927"/>
          </a:xfrm>
          <a:prstGeom prst="ellipse">
            <a:avLst/>
          </a:prstGeom>
          <a:solidFill>
            <a:srgbClr val="F9FAFB"/>
          </a:solidFill>
          <a:ln w="12700">
            <a:solidFill>
              <a:srgbClr val="737B86"/>
            </a:solidFill>
            <a:prstDash val="solid"/>
          </a:ln>
        </p:spPr>
      </p:sp>
      <p:sp>
        <p:nvSpPr>
          <p:cNvPr id="78" name="Shape 45"/>
          <p:cNvSpPr/>
          <p:nvPr/>
        </p:nvSpPr>
        <p:spPr>
          <a:xfrm>
            <a:off x="2069709" y="3843391"/>
            <a:ext cx="84856" cy="84856"/>
          </a:xfrm>
          <a:prstGeom prst="ellipse">
            <a:avLst/>
          </a:prstGeom>
          <a:solidFill>
            <a:srgbClr val="9CA3AF"/>
          </a:solidFill>
          <a:ln w="10160">
            <a:solidFill>
              <a:srgbClr val="737B86"/>
            </a:solidFill>
            <a:prstDash val="solid"/>
          </a:ln>
        </p:spPr>
      </p:sp>
      <p:sp>
        <p:nvSpPr>
          <p:cNvPr id="79" name="Shape 46"/>
          <p:cNvSpPr/>
          <p:nvPr/>
        </p:nvSpPr>
        <p:spPr>
          <a:xfrm>
            <a:off x="2138655" y="3896426"/>
            <a:ext cx="148499" cy="116677"/>
          </a:xfrm>
          <a:prstGeom prst="arc">
            <a:avLst/>
          </a:prstGeom>
          <a:noFill/>
          <a:ln w="25400">
            <a:solidFill>
              <a:srgbClr val="D92D20"/>
            </a:solidFill>
            <a:prstDash val="solid"/>
          </a:ln>
        </p:spPr>
      </p:sp>
      <p:sp>
        <p:nvSpPr>
          <p:cNvPr id="80" name="Shape 47"/>
          <p:cNvSpPr/>
          <p:nvPr/>
        </p:nvSpPr>
        <p:spPr>
          <a:xfrm>
            <a:off x="2468753" y="3620643"/>
            <a:ext cx="530352" cy="530352"/>
          </a:xfrm>
          <a:prstGeom prst="roundRect">
            <a:avLst>
              <a:gd name="adj" fmla="val 15517"/>
            </a:avLst>
          </a:prstGeom>
          <a:solidFill>
            <a:srgbClr val="FFF0EF"/>
          </a:solidFill>
          <a:ln w="15240">
            <a:solidFill>
              <a:srgbClr val="D92D20"/>
            </a:solidFill>
            <a:prstDash val="solid"/>
          </a:ln>
        </p:spPr>
      </p:sp>
      <p:sp>
        <p:nvSpPr>
          <p:cNvPr id="81" name="Shape 48"/>
          <p:cNvSpPr/>
          <p:nvPr/>
        </p:nvSpPr>
        <p:spPr>
          <a:xfrm>
            <a:off x="2569520" y="3721410"/>
            <a:ext cx="328818" cy="328818"/>
          </a:xfrm>
          <a:prstGeom prst="ellipse">
            <a:avLst/>
          </a:prstGeom>
          <a:solidFill>
            <a:srgbClr val="D9DEE6"/>
          </a:solidFill>
          <a:ln w="12700">
            <a:solidFill>
              <a:srgbClr val="737B86"/>
            </a:solidFill>
            <a:prstDash val="solid"/>
          </a:ln>
        </p:spPr>
      </p:sp>
      <p:sp>
        <p:nvSpPr>
          <p:cNvPr id="82" name="Shape 49"/>
          <p:cNvSpPr/>
          <p:nvPr/>
        </p:nvSpPr>
        <p:spPr>
          <a:xfrm>
            <a:off x="2638466" y="3790356"/>
            <a:ext cx="190927" cy="190927"/>
          </a:xfrm>
          <a:prstGeom prst="ellipse">
            <a:avLst/>
          </a:prstGeom>
          <a:solidFill>
            <a:srgbClr val="F9FAFB"/>
          </a:solidFill>
          <a:ln w="12700">
            <a:solidFill>
              <a:srgbClr val="737B86"/>
            </a:solidFill>
            <a:prstDash val="solid"/>
          </a:ln>
        </p:spPr>
      </p:sp>
      <p:sp>
        <p:nvSpPr>
          <p:cNvPr id="83" name="Shape 50"/>
          <p:cNvSpPr/>
          <p:nvPr/>
        </p:nvSpPr>
        <p:spPr>
          <a:xfrm>
            <a:off x="2691501" y="3843391"/>
            <a:ext cx="84856" cy="84856"/>
          </a:xfrm>
          <a:prstGeom prst="ellipse">
            <a:avLst/>
          </a:prstGeom>
          <a:solidFill>
            <a:srgbClr val="9CA3AF"/>
          </a:solidFill>
          <a:ln w="10160">
            <a:solidFill>
              <a:srgbClr val="737B86"/>
            </a:solidFill>
            <a:prstDash val="solid"/>
          </a:ln>
        </p:spPr>
      </p:sp>
      <p:sp>
        <p:nvSpPr>
          <p:cNvPr id="84" name="Shape 51"/>
          <p:cNvSpPr/>
          <p:nvPr/>
        </p:nvSpPr>
        <p:spPr>
          <a:xfrm>
            <a:off x="2606645" y="3742624"/>
            <a:ext cx="254569" cy="222748"/>
          </a:xfrm>
          <a:prstGeom prst="line">
            <a:avLst/>
          </a:prstGeom>
          <a:noFill/>
          <a:ln w="25400">
            <a:solidFill>
              <a:srgbClr val="D92D20"/>
            </a:solidFill>
            <a:prstDash val="solid"/>
            <a:headEnd type="none"/>
            <a:tailEnd type="none"/>
          </a:ln>
        </p:spPr>
      </p:sp>
      <p:sp>
        <p:nvSpPr>
          <p:cNvPr id="85" name="Shape 52"/>
          <p:cNvSpPr/>
          <p:nvPr/>
        </p:nvSpPr>
        <p:spPr>
          <a:xfrm>
            <a:off x="1785747" y="2723769"/>
            <a:ext cx="0" cy="1691640"/>
          </a:xfrm>
          <a:prstGeom prst="line">
            <a:avLst/>
          </a:prstGeom>
          <a:noFill/>
          <a:ln w="12700">
            <a:solidFill>
              <a:srgbClr val="C9D8F0"/>
            </a:solidFill>
            <a:prstDash val="solid"/>
          </a:ln>
        </p:spPr>
      </p:sp>
      <p:sp>
        <p:nvSpPr>
          <p:cNvPr id="86" name="Text 53"/>
          <p:cNvSpPr/>
          <p:nvPr/>
        </p:nvSpPr>
        <p:spPr>
          <a:xfrm>
            <a:off x="603377" y="4708779"/>
            <a:ext cx="2084832" cy="640080"/>
          </a:xfrm>
          <a:prstGeom prst="rect">
            <a:avLst/>
          </a:prstGeom>
          <a:noFill/>
        </p:spPr>
        <p:txBody>
          <a:bodyPr wrap="square" lIns="635" tIns="635" rIns="635" bIns="635" rtlCol="0" anchor="ctr">
            <a:normAutofit/>
          </a:bodyPr>
          <a:lstStyle/>
          <a:p>
            <a:pPr marL="0" indent="0" algn="ctr">
              <a:buNone/>
            </a:pPr>
            <a:r>
              <a:rPr lang="en-US" sz="130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人先告诉机器：</a:t>
            </a:r>
            <a:endParaRPr lang="en-US" sz="1300" dirty="0"/>
          </a:p>
          <a:p>
            <a:pPr marL="0" indent="0" algn="ctr">
              <a:buNone/>
            </a:pPr>
            <a:r>
              <a:rPr lang="en-US" sz="130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哪张是 OK，哪张是 NG</a:t>
            </a:r>
            <a:endParaRPr lang="en-US" sz="1300" dirty="0"/>
          </a:p>
        </p:txBody>
      </p:sp>
      <p:sp>
        <p:nvSpPr>
          <p:cNvPr id="87" name="Shape 54"/>
          <p:cNvSpPr/>
          <p:nvPr/>
        </p:nvSpPr>
        <p:spPr>
          <a:xfrm>
            <a:off x="3044825" y="3556635"/>
            <a:ext cx="201168" cy="384048"/>
          </a:xfrm>
          <a:prstGeom prst="rightArrow">
            <a:avLst/>
          </a:prstGeom>
          <a:solidFill>
            <a:srgbClr val="2D72D9"/>
          </a:solidFill>
          <a:ln w="12700">
            <a:solidFill>
              <a:srgbClr val="2D72D9"/>
            </a:solidFill>
            <a:prstDash val="solid"/>
          </a:ln>
        </p:spPr>
      </p:sp>
      <p:sp>
        <p:nvSpPr>
          <p:cNvPr id="88" name="Shape 55"/>
          <p:cNvSpPr/>
          <p:nvPr/>
        </p:nvSpPr>
        <p:spPr>
          <a:xfrm>
            <a:off x="5970905" y="3556635"/>
            <a:ext cx="201168" cy="384048"/>
          </a:xfrm>
          <a:prstGeom prst="rightArrow">
            <a:avLst/>
          </a:prstGeom>
          <a:solidFill>
            <a:srgbClr val="2D72D9"/>
          </a:solidFill>
          <a:ln w="12700">
            <a:solidFill>
              <a:srgbClr val="2D72D9"/>
            </a:solidFill>
            <a:prstDash val="solid"/>
          </a:ln>
        </p:spPr>
      </p:sp>
      <p:sp>
        <p:nvSpPr>
          <p:cNvPr id="89" name="Shape 56"/>
          <p:cNvSpPr/>
          <p:nvPr/>
        </p:nvSpPr>
        <p:spPr>
          <a:xfrm>
            <a:off x="8896985" y="3556635"/>
            <a:ext cx="201168" cy="384048"/>
          </a:xfrm>
          <a:prstGeom prst="rightArrow">
            <a:avLst/>
          </a:prstGeom>
          <a:solidFill>
            <a:srgbClr val="2D72D9"/>
          </a:solidFill>
          <a:ln w="12700">
            <a:solidFill>
              <a:srgbClr val="2D72D9"/>
            </a:solidFill>
            <a:prstDash val="solid"/>
          </a:ln>
        </p:spPr>
      </p:sp>
      <p:sp>
        <p:nvSpPr>
          <p:cNvPr id="90" name="Text 57"/>
          <p:cNvSpPr/>
          <p:nvPr/>
        </p:nvSpPr>
        <p:spPr>
          <a:xfrm>
            <a:off x="3547745" y="2651379"/>
            <a:ext cx="685800" cy="201168"/>
          </a:xfrm>
          <a:prstGeom prst="rect">
            <a:avLst/>
          </a:prstGeom>
          <a:noFill/>
        </p:spPr>
        <p:txBody>
          <a:bodyPr wrap="square" lIns="635" tIns="635" rIns="635" bIns="635" rtlCol="0" anchor="ctr">
            <a:normAutofit lnSpcReduction="20000"/>
          </a:bodyPr>
          <a:lstStyle/>
          <a:p>
            <a:pPr marL="0" indent="0" algn="ctr">
              <a:buNone/>
            </a:pPr>
            <a:r>
              <a:rPr lang="en-US" sz="1250" b="1" dirty="0">
                <a:solidFill>
                  <a:srgbClr val="14923D"/>
                </a:solidFill>
                <a:latin typeface="微软雅黑" panose="020B0503020204020204" pitchFamily="34" charset="-122"/>
                <a:ea typeface="微软雅黑" panose="020B0503020204020204" pitchFamily="34" charset="-122"/>
                <a:cs typeface="微软雅黑" panose="020B0503020204020204" pitchFamily="34" charset="-120"/>
              </a:rPr>
              <a:t>OK 例子</a:t>
            </a:r>
            <a:endParaRPr lang="en-US" sz="1250" dirty="0"/>
          </a:p>
        </p:txBody>
      </p:sp>
      <p:sp>
        <p:nvSpPr>
          <p:cNvPr id="91" name="Text 58"/>
          <p:cNvSpPr/>
          <p:nvPr/>
        </p:nvSpPr>
        <p:spPr>
          <a:xfrm>
            <a:off x="3547745" y="3748532"/>
            <a:ext cx="685800" cy="201168"/>
          </a:xfrm>
          <a:prstGeom prst="rect">
            <a:avLst/>
          </a:prstGeom>
          <a:noFill/>
        </p:spPr>
        <p:txBody>
          <a:bodyPr wrap="square" lIns="635" tIns="635" rIns="635" bIns="635" rtlCol="0" anchor="ctr">
            <a:normAutofit lnSpcReduction="20000"/>
          </a:bodyPr>
          <a:lstStyle/>
          <a:p>
            <a:pPr marL="0" indent="0" algn="ctr">
              <a:buNone/>
            </a:pPr>
            <a:r>
              <a:rPr lang="en-US" sz="1250" b="1" dirty="0">
                <a:solidFill>
                  <a:srgbClr val="D92D20"/>
                </a:solidFill>
                <a:latin typeface="微软雅黑" panose="020B0503020204020204" pitchFamily="34" charset="-122"/>
                <a:ea typeface="微软雅黑" panose="020B0503020204020204" pitchFamily="34" charset="-122"/>
                <a:cs typeface="微软雅黑" panose="020B0503020204020204" pitchFamily="34" charset="-120"/>
              </a:rPr>
              <a:t>NG 例子</a:t>
            </a:r>
            <a:endParaRPr lang="en-US" sz="1250" dirty="0"/>
          </a:p>
        </p:txBody>
      </p:sp>
      <p:sp>
        <p:nvSpPr>
          <p:cNvPr id="92" name="Shape 59"/>
          <p:cNvSpPr/>
          <p:nvPr/>
        </p:nvSpPr>
        <p:spPr>
          <a:xfrm>
            <a:off x="3602609" y="2907411"/>
            <a:ext cx="420624" cy="420624"/>
          </a:xfrm>
          <a:prstGeom prst="roundRect">
            <a:avLst>
              <a:gd name="adj" fmla="val 19565"/>
            </a:avLst>
          </a:prstGeom>
          <a:solidFill>
            <a:srgbClr val="EAF8EF"/>
          </a:solidFill>
          <a:ln w="15240">
            <a:solidFill>
              <a:srgbClr val="14923D"/>
            </a:solidFill>
            <a:prstDash val="solid"/>
          </a:ln>
        </p:spPr>
      </p:sp>
      <p:sp>
        <p:nvSpPr>
          <p:cNvPr id="93" name="Shape 60"/>
          <p:cNvSpPr/>
          <p:nvPr/>
        </p:nvSpPr>
        <p:spPr>
          <a:xfrm>
            <a:off x="3682528" y="2987330"/>
            <a:ext cx="260787" cy="260787"/>
          </a:xfrm>
          <a:prstGeom prst="ellipse">
            <a:avLst/>
          </a:prstGeom>
          <a:solidFill>
            <a:srgbClr val="D9DEE6"/>
          </a:solidFill>
          <a:ln w="12700">
            <a:solidFill>
              <a:srgbClr val="737B86"/>
            </a:solidFill>
            <a:prstDash val="solid"/>
          </a:ln>
        </p:spPr>
      </p:sp>
      <p:sp>
        <p:nvSpPr>
          <p:cNvPr id="94" name="Shape 61"/>
          <p:cNvSpPr/>
          <p:nvPr/>
        </p:nvSpPr>
        <p:spPr>
          <a:xfrm>
            <a:off x="3737209" y="3042011"/>
            <a:ext cx="151425" cy="151425"/>
          </a:xfrm>
          <a:prstGeom prst="ellipse">
            <a:avLst/>
          </a:prstGeom>
          <a:solidFill>
            <a:srgbClr val="F9FAFB"/>
          </a:solidFill>
          <a:ln w="12700">
            <a:solidFill>
              <a:srgbClr val="737B86"/>
            </a:solidFill>
            <a:prstDash val="solid"/>
          </a:ln>
        </p:spPr>
      </p:sp>
      <p:sp>
        <p:nvSpPr>
          <p:cNvPr id="95" name="Shape 62"/>
          <p:cNvSpPr/>
          <p:nvPr/>
        </p:nvSpPr>
        <p:spPr>
          <a:xfrm>
            <a:off x="3779271" y="3084073"/>
            <a:ext cx="67300" cy="67300"/>
          </a:xfrm>
          <a:prstGeom prst="ellipse">
            <a:avLst/>
          </a:prstGeom>
          <a:solidFill>
            <a:srgbClr val="9CA3AF"/>
          </a:solidFill>
          <a:ln w="10160">
            <a:solidFill>
              <a:srgbClr val="737B86"/>
            </a:solidFill>
            <a:prstDash val="solid"/>
          </a:ln>
        </p:spPr>
      </p:sp>
      <p:sp>
        <p:nvSpPr>
          <p:cNvPr id="96" name="Shape 63"/>
          <p:cNvSpPr/>
          <p:nvPr/>
        </p:nvSpPr>
        <p:spPr>
          <a:xfrm>
            <a:off x="3602609" y="3309747"/>
            <a:ext cx="420624" cy="420624"/>
          </a:xfrm>
          <a:prstGeom prst="roundRect">
            <a:avLst>
              <a:gd name="adj" fmla="val 19565"/>
            </a:avLst>
          </a:prstGeom>
          <a:solidFill>
            <a:srgbClr val="EAF8EF"/>
          </a:solidFill>
          <a:ln w="15240">
            <a:solidFill>
              <a:srgbClr val="14923D"/>
            </a:solidFill>
            <a:prstDash val="solid"/>
          </a:ln>
        </p:spPr>
      </p:sp>
      <p:sp>
        <p:nvSpPr>
          <p:cNvPr id="97" name="Shape 64"/>
          <p:cNvSpPr/>
          <p:nvPr/>
        </p:nvSpPr>
        <p:spPr>
          <a:xfrm>
            <a:off x="3682528" y="3389666"/>
            <a:ext cx="260787" cy="260787"/>
          </a:xfrm>
          <a:prstGeom prst="ellipse">
            <a:avLst/>
          </a:prstGeom>
          <a:solidFill>
            <a:srgbClr val="D9DEE6"/>
          </a:solidFill>
          <a:ln w="12700">
            <a:solidFill>
              <a:srgbClr val="737B86"/>
            </a:solidFill>
            <a:prstDash val="solid"/>
          </a:ln>
        </p:spPr>
      </p:sp>
      <p:sp>
        <p:nvSpPr>
          <p:cNvPr id="98" name="Shape 65"/>
          <p:cNvSpPr/>
          <p:nvPr/>
        </p:nvSpPr>
        <p:spPr>
          <a:xfrm>
            <a:off x="3737209" y="3444347"/>
            <a:ext cx="151425" cy="151425"/>
          </a:xfrm>
          <a:prstGeom prst="ellipse">
            <a:avLst/>
          </a:prstGeom>
          <a:solidFill>
            <a:srgbClr val="F9FAFB"/>
          </a:solidFill>
          <a:ln w="12700">
            <a:solidFill>
              <a:srgbClr val="737B86"/>
            </a:solidFill>
            <a:prstDash val="solid"/>
          </a:ln>
        </p:spPr>
      </p:sp>
      <p:sp>
        <p:nvSpPr>
          <p:cNvPr id="99" name="Shape 66"/>
          <p:cNvSpPr/>
          <p:nvPr/>
        </p:nvSpPr>
        <p:spPr>
          <a:xfrm>
            <a:off x="3779271" y="3486409"/>
            <a:ext cx="67300" cy="67300"/>
          </a:xfrm>
          <a:prstGeom prst="ellipse">
            <a:avLst/>
          </a:prstGeom>
          <a:solidFill>
            <a:srgbClr val="9CA3AF"/>
          </a:solidFill>
          <a:ln w="10160">
            <a:solidFill>
              <a:srgbClr val="737B86"/>
            </a:solidFill>
            <a:prstDash val="solid"/>
          </a:ln>
        </p:spPr>
      </p:sp>
      <p:sp>
        <p:nvSpPr>
          <p:cNvPr id="100" name="Shape 67"/>
          <p:cNvSpPr/>
          <p:nvPr/>
        </p:nvSpPr>
        <p:spPr>
          <a:xfrm>
            <a:off x="3602609" y="3958971"/>
            <a:ext cx="420624" cy="420624"/>
          </a:xfrm>
          <a:prstGeom prst="roundRect">
            <a:avLst>
              <a:gd name="adj" fmla="val 19565"/>
            </a:avLst>
          </a:prstGeom>
          <a:solidFill>
            <a:srgbClr val="FFF0EF"/>
          </a:solidFill>
          <a:ln w="15240">
            <a:solidFill>
              <a:srgbClr val="D92D20"/>
            </a:solidFill>
            <a:prstDash val="solid"/>
          </a:ln>
        </p:spPr>
      </p:sp>
      <p:sp>
        <p:nvSpPr>
          <p:cNvPr id="101" name="Shape 68"/>
          <p:cNvSpPr/>
          <p:nvPr/>
        </p:nvSpPr>
        <p:spPr>
          <a:xfrm>
            <a:off x="3682528" y="4038890"/>
            <a:ext cx="260787" cy="260787"/>
          </a:xfrm>
          <a:prstGeom prst="ellipse">
            <a:avLst/>
          </a:prstGeom>
          <a:solidFill>
            <a:srgbClr val="D9DEE6"/>
          </a:solidFill>
          <a:ln w="12700">
            <a:solidFill>
              <a:srgbClr val="737B86"/>
            </a:solidFill>
            <a:prstDash val="solid"/>
          </a:ln>
        </p:spPr>
      </p:sp>
      <p:sp>
        <p:nvSpPr>
          <p:cNvPr id="102" name="Shape 69"/>
          <p:cNvSpPr/>
          <p:nvPr/>
        </p:nvSpPr>
        <p:spPr>
          <a:xfrm>
            <a:off x="3737209" y="4093571"/>
            <a:ext cx="151425" cy="151425"/>
          </a:xfrm>
          <a:prstGeom prst="ellipse">
            <a:avLst/>
          </a:prstGeom>
          <a:solidFill>
            <a:srgbClr val="F9FAFB"/>
          </a:solidFill>
          <a:ln w="12700">
            <a:solidFill>
              <a:srgbClr val="737B86"/>
            </a:solidFill>
            <a:prstDash val="solid"/>
          </a:ln>
        </p:spPr>
      </p:sp>
      <p:sp>
        <p:nvSpPr>
          <p:cNvPr id="103" name="Shape 70"/>
          <p:cNvSpPr/>
          <p:nvPr/>
        </p:nvSpPr>
        <p:spPr>
          <a:xfrm>
            <a:off x="3779271" y="4135633"/>
            <a:ext cx="67300" cy="67300"/>
          </a:xfrm>
          <a:prstGeom prst="ellipse">
            <a:avLst/>
          </a:prstGeom>
          <a:solidFill>
            <a:srgbClr val="9CA3AF"/>
          </a:solidFill>
          <a:ln w="10160">
            <a:solidFill>
              <a:srgbClr val="737B86"/>
            </a:solidFill>
            <a:prstDash val="solid"/>
          </a:ln>
        </p:spPr>
      </p:sp>
      <p:sp>
        <p:nvSpPr>
          <p:cNvPr id="104" name="Shape 71"/>
          <p:cNvSpPr/>
          <p:nvPr/>
        </p:nvSpPr>
        <p:spPr>
          <a:xfrm>
            <a:off x="3711971" y="4055715"/>
            <a:ext cx="201900" cy="176662"/>
          </a:xfrm>
          <a:prstGeom prst="line">
            <a:avLst/>
          </a:prstGeom>
          <a:noFill/>
          <a:ln w="25400">
            <a:solidFill>
              <a:srgbClr val="D92D20"/>
            </a:solidFill>
            <a:prstDash val="solid"/>
            <a:headEnd type="none"/>
            <a:tailEnd type="none"/>
          </a:ln>
        </p:spPr>
      </p:sp>
      <p:sp>
        <p:nvSpPr>
          <p:cNvPr id="105" name="Shape 72"/>
          <p:cNvSpPr/>
          <p:nvPr/>
        </p:nvSpPr>
        <p:spPr>
          <a:xfrm>
            <a:off x="3602609" y="4361307"/>
            <a:ext cx="420624" cy="420624"/>
          </a:xfrm>
          <a:prstGeom prst="roundRect">
            <a:avLst>
              <a:gd name="adj" fmla="val 19565"/>
            </a:avLst>
          </a:prstGeom>
          <a:solidFill>
            <a:srgbClr val="FFF0EF"/>
          </a:solidFill>
          <a:ln w="15240">
            <a:solidFill>
              <a:srgbClr val="D92D20"/>
            </a:solidFill>
            <a:prstDash val="solid"/>
          </a:ln>
        </p:spPr>
      </p:sp>
      <p:sp>
        <p:nvSpPr>
          <p:cNvPr id="106" name="Shape 73"/>
          <p:cNvSpPr/>
          <p:nvPr/>
        </p:nvSpPr>
        <p:spPr>
          <a:xfrm>
            <a:off x="3682528" y="4441226"/>
            <a:ext cx="260787" cy="260787"/>
          </a:xfrm>
          <a:prstGeom prst="ellipse">
            <a:avLst/>
          </a:prstGeom>
          <a:solidFill>
            <a:srgbClr val="D9DEE6"/>
          </a:solidFill>
          <a:ln w="12700">
            <a:solidFill>
              <a:srgbClr val="737B86"/>
            </a:solidFill>
            <a:prstDash val="solid"/>
          </a:ln>
        </p:spPr>
      </p:sp>
      <p:sp>
        <p:nvSpPr>
          <p:cNvPr id="107" name="Shape 74"/>
          <p:cNvSpPr/>
          <p:nvPr/>
        </p:nvSpPr>
        <p:spPr>
          <a:xfrm>
            <a:off x="3737209" y="4495907"/>
            <a:ext cx="151425" cy="151425"/>
          </a:xfrm>
          <a:prstGeom prst="ellipse">
            <a:avLst/>
          </a:prstGeom>
          <a:solidFill>
            <a:srgbClr val="F9FAFB"/>
          </a:solidFill>
          <a:ln w="12700">
            <a:solidFill>
              <a:srgbClr val="737B86"/>
            </a:solidFill>
            <a:prstDash val="solid"/>
          </a:ln>
        </p:spPr>
      </p:sp>
      <p:sp>
        <p:nvSpPr>
          <p:cNvPr id="108" name="Shape 75"/>
          <p:cNvSpPr/>
          <p:nvPr/>
        </p:nvSpPr>
        <p:spPr>
          <a:xfrm>
            <a:off x="3779271" y="4537969"/>
            <a:ext cx="67300" cy="67300"/>
          </a:xfrm>
          <a:prstGeom prst="ellipse">
            <a:avLst/>
          </a:prstGeom>
          <a:solidFill>
            <a:srgbClr val="9CA3AF"/>
          </a:solidFill>
          <a:ln w="10160">
            <a:solidFill>
              <a:srgbClr val="737B86"/>
            </a:solidFill>
            <a:prstDash val="solid"/>
          </a:ln>
        </p:spPr>
      </p:sp>
      <p:sp>
        <p:nvSpPr>
          <p:cNvPr id="109" name="Shape 76"/>
          <p:cNvSpPr/>
          <p:nvPr/>
        </p:nvSpPr>
        <p:spPr>
          <a:xfrm>
            <a:off x="3787684" y="4479082"/>
            <a:ext cx="105156" cy="105156"/>
          </a:xfrm>
          <a:prstGeom prst="ellipse">
            <a:avLst/>
          </a:prstGeom>
          <a:solidFill>
            <a:srgbClr val="111827"/>
          </a:solidFill>
          <a:ln w="12700">
            <a:solidFill>
              <a:srgbClr val="111827"/>
            </a:solidFill>
            <a:prstDash val="solid"/>
          </a:ln>
        </p:spPr>
      </p:sp>
      <p:sp>
        <p:nvSpPr>
          <p:cNvPr id="110" name="Shape 77"/>
          <p:cNvSpPr/>
          <p:nvPr/>
        </p:nvSpPr>
        <p:spPr>
          <a:xfrm>
            <a:off x="4215257" y="3584067"/>
            <a:ext cx="347472" cy="201168"/>
          </a:xfrm>
          <a:prstGeom prst="rightArrow">
            <a:avLst/>
          </a:prstGeom>
          <a:solidFill>
            <a:srgbClr val="2D72D9"/>
          </a:solidFill>
          <a:ln w="12700">
            <a:solidFill>
              <a:srgbClr val="2D72D9"/>
            </a:solidFill>
            <a:prstDash val="solid"/>
          </a:ln>
        </p:spPr>
      </p:sp>
      <p:sp>
        <p:nvSpPr>
          <p:cNvPr id="111" name="Shape 78"/>
          <p:cNvSpPr/>
          <p:nvPr/>
        </p:nvSpPr>
        <p:spPr>
          <a:xfrm>
            <a:off x="4553585" y="3090291"/>
            <a:ext cx="960120" cy="1051560"/>
          </a:xfrm>
          <a:prstGeom prst="cloud">
            <a:avLst/>
          </a:prstGeom>
          <a:solidFill>
            <a:srgbClr val="EAF3FF"/>
          </a:solidFill>
          <a:ln w="15240">
            <a:solidFill>
              <a:srgbClr val="2D72D9"/>
            </a:solidFill>
            <a:prstDash val="solid"/>
          </a:ln>
        </p:spPr>
      </p:sp>
      <p:sp>
        <p:nvSpPr>
          <p:cNvPr id="112" name="Text 79"/>
          <p:cNvSpPr/>
          <p:nvPr/>
        </p:nvSpPr>
        <p:spPr>
          <a:xfrm>
            <a:off x="4681601" y="3410331"/>
            <a:ext cx="685800" cy="329184"/>
          </a:xfrm>
          <a:prstGeom prst="rect">
            <a:avLst/>
          </a:prstGeom>
          <a:noFill/>
        </p:spPr>
        <p:txBody>
          <a:bodyPr wrap="square" lIns="635" tIns="635" rIns="635" bIns="635" rtlCol="0" anchor="ctr">
            <a:normAutofit fontScale="60000"/>
          </a:bodyPr>
          <a:lstStyle/>
          <a:p>
            <a:pPr marL="0" indent="0" algn="ctr">
              <a:buNone/>
            </a:pPr>
            <a:r>
              <a:rPr lang="en-US" sz="1500" b="1" dirty="0">
                <a:solidFill>
                  <a:srgbClr val="123A7A"/>
                </a:solidFill>
                <a:latin typeface="微软雅黑" panose="020B0503020204020204" pitchFamily="34" charset="-122"/>
                <a:ea typeface="微软雅黑" panose="020B0503020204020204" pitchFamily="34" charset="-122"/>
                <a:cs typeface="微软雅黑" panose="020B0503020204020204" pitchFamily="34" charset="-120"/>
              </a:rPr>
              <a:t>机器</a:t>
            </a:r>
            <a:endParaRPr lang="en-US" sz="1500" dirty="0"/>
          </a:p>
          <a:p>
            <a:pPr marL="0" indent="0" algn="ctr">
              <a:buNone/>
            </a:pPr>
            <a:r>
              <a:rPr lang="en-US" sz="1500" b="1" dirty="0">
                <a:solidFill>
                  <a:srgbClr val="123A7A"/>
                </a:solidFill>
                <a:latin typeface="微软雅黑" panose="020B0503020204020204" pitchFamily="34" charset="-122"/>
                <a:ea typeface="微软雅黑" panose="020B0503020204020204" pitchFamily="34" charset="-122"/>
                <a:cs typeface="微软雅黑" panose="020B0503020204020204" pitchFamily="34" charset="-120"/>
              </a:rPr>
              <a:t>大脑</a:t>
            </a:r>
            <a:endParaRPr lang="en-US" sz="1500" dirty="0"/>
          </a:p>
        </p:txBody>
      </p:sp>
      <p:sp>
        <p:nvSpPr>
          <p:cNvPr id="113" name="Shape 80"/>
          <p:cNvSpPr/>
          <p:nvPr/>
        </p:nvSpPr>
        <p:spPr>
          <a:xfrm>
            <a:off x="5449697" y="3584067"/>
            <a:ext cx="347472" cy="201168"/>
          </a:xfrm>
          <a:prstGeom prst="rightArrow">
            <a:avLst/>
          </a:prstGeom>
          <a:solidFill>
            <a:srgbClr val="2D72D9"/>
          </a:solidFill>
          <a:ln w="12700">
            <a:solidFill>
              <a:srgbClr val="2D72D9"/>
            </a:solidFill>
            <a:prstDash val="solid"/>
          </a:ln>
        </p:spPr>
      </p:sp>
      <p:sp>
        <p:nvSpPr>
          <p:cNvPr id="114" name="Shape 81"/>
          <p:cNvSpPr/>
          <p:nvPr/>
        </p:nvSpPr>
        <p:spPr>
          <a:xfrm>
            <a:off x="3584321" y="4891659"/>
            <a:ext cx="2002536" cy="621792"/>
          </a:xfrm>
          <a:prstGeom prst="roundRect">
            <a:avLst>
              <a:gd name="adj" fmla="val 19118"/>
            </a:avLst>
          </a:prstGeom>
          <a:solidFill>
            <a:srgbClr val="EAF3FF"/>
          </a:solidFill>
          <a:ln w="15240">
            <a:solidFill>
              <a:srgbClr val="2D72D9"/>
            </a:solidFill>
            <a:prstDash val="solid"/>
          </a:ln>
        </p:spPr>
      </p:sp>
      <p:sp>
        <p:nvSpPr>
          <p:cNvPr id="115" name="Text 82"/>
          <p:cNvSpPr/>
          <p:nvPr/>
        </p:nvSpPr>
        <p:spPr>
          <a:xfrm>
            <a:off x="3758057" y="4992243"/>
            <a:ext cx="1664208" cy="384048"/>
          </a:xfrm>
          <a:prstGeom prst="rect">
            <a:avLst/>
          </a:prstGeom>
          <a:noFill/>
        </p:spPr>
        <p:txBody>
          <a:bodyPr wrap="square" lIns="635" tIns="635" rIns="635" bIns="635" rtlCol="0" anchor="ctr">
            <a:normAutofit fontScale="60000"/>
          </a:bodyPr>
          <a:lstStyle/>
          <a:p>
            <a:pPr marL="0" indent="0" algn="ctr">
              <a:buNone/>
            </a:pPr>
            <a:r>
              <a:rPr lang="en-US" sz="200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学会：</a:t>
            </a:r>
            <a:endParaRPr lang="en-US" sz="1220" dirty="0"/>
          </a:p>
          <a:p>
            <a:pPr marL="0" indent="0" algn="ctr">
              <a:buNone/>
            </a:pPr>
            <a:r>
              <a:rPr lang="en-US" sz="122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好图通常长什么样，坏图通常哪里不同</a:t>
            </a:r>
            <a:endParaRPr lang="en-US" sz="1220" dirty="0"/>
          </a:p>
        </p:txBody>
      </p:sp>
      <p:sp>
        <p:nvSpPr>
          <p:cNvPr id="116" name="Shape 83"/>
          <p:cNvSpPr/>
          <p:nvPr/>
        </p:nvSpPr>
        <p:spPr>
          <a:xfrm>
            <a:off x="6528689" y="2614803"/>
            <a:ext cx="1984248" cy="2377440"/>
          </a:xfrm>
          <a:prstGeom prst="roundRect">
            <a:avLst>
              <a:gd name="adj" fmla="val 5530"/>
            </a:avLst>
          </a:prstGeom>
          <a:solidFill>
            <a:srgbClr val="FBFDFF"/>
          </a:solidFill>
          <a:ln w="15240">
            <a:solidFill>
              <a:srgbClr val="D8E4F5"/>
            </a:solidFill>
            <a:prstDash val="solid"/>
          </a:ln>
        </p:spPr>
      </p:sp>
      <p:sp>
        <p:nvSpPr>
          <p:cNvPr id="117" name="Text 84"/>
          <p:cNvSpPr/>
          <p:nvPr/>
        </p:nvSpPr>
        <p:spPr>
          <a:xfrm>
            <a:off x="7589393" y="2815971"/>
            <a:ext cx="731520" cy="201168"/>
          </a:xfrm>
          <a:prstGeom prst="rect">
            <a:avLst/>
          </a:prstGeom>
          <a:noFill/>
        </p:spPr>
        <p:txBody>
          <a:bodyPr wrap="square" lIns="635" tIns="635" rIns="635" bIns="635" rtlCol="0" anchor="ctr">
            <a:normAutofit lnSpcReduction="20000"/>
          </a:bodyPr>
          <a:lstStyle/>
          <a:p>
            <a:pPr marL="0" indent="0" algn="ctr">
              <a:buNone/>
            </a:pPr>
            <a:r>
              <a:rPr lang="en-US" sz="1250" b="1" dirty="0">
                <a:solidFill>
                  <a:srgbClr val="14923D"/>
                </a:solidFill>
                <a:latin typeface="微软雅黑" panose="020B0503020204020204" pitchFamily="34" charset="-122"/>
                <a:ea typeface="微软雅黑" panose="020B0503020204020204" pitchFamily="34" charset="-122"/>
                <a:cs typeface="微软雅黑" panose="020B0503020204020204" pitchFamily="34" charset="-120"/>
              </a:rPr>
              <a:t>好的图片</a:t>
            </a:r>
            <a:endParaRPr lang="en-US" sz="1250" dirty="0"/>
          </a:p>
        </p:txBody>
      </p:sp>
      <p:sp>
        <p:nvSpPr>
          <p:cNvPr id="118" name="Text 85"/>
          <p:cNvSpPr/>
          <p:nvPr/>
        </p:nvSpPr>
        <p:spPr>
          <a:xfrm>
            <a:off x="6601841" y="4644771"/>
            <a:ext cx="868680" cy="201168"/>
          </a:xfrm>
          <a:prstGeom prst="rect">
            <a:avLst/>
          </a:prstGeom>
          <a:noFill/>
        </p:spPr>
        <p:txBody>
          <a:bodyPr wrap="square" lIns="635" tIns="635" rIns="635" bIns="635" rtlCol="0" anchor="ctr">
            <a:normAutofit lnSpcReduction="20000"/>
          </a:bodyPr>
          <a:lstStyle/>
          <a:p>
            <a:pPr marL="0" indent="0" algn="ctr">
              <a:buNone/>
            </a:pPr>
            <a:r>
              <a:rPr lang="en-US" sz="1250" b="1" dirty="0">
                <a:solidFill>
                  <a:srgbClr val="D92D20"/>
                </a:solidFill>
                <a:latin typeface="微软雅黑" panose="020B0503020204020204" pitchFamily="34" charset="-122"/>
                <a:ea typeface="微软雅黑" panose="020B0503020204020204" pitchFamily="34" charset="-122"/>
                <a:cs typeface="微软雅黑" panose="020B0503020204020204" pitchFamily="34" charset="-120"/>
              </a:rPr>
              <a:t>不好的图片</a:t>
            </a:r>
            <a:endParaRPr lang="en-US" sz="1250" dirty="0"/>
          </a:p>
        </p:txBody>
      </p:sp>
      <p:sp>
        <p:nvSpPr>
          <p:cNvPr id="119" name="Shape 86"/>
          <p:cNvSpPr/>
          <p:nvPr/>
        </p:nvSpPr>
        <p:spPr>
          <a:xfrm>
            <a:off x="7479665" y="3035427"/>
            <a:ext cx="749808" cy="658368"/>
          </a:xfrm>
          <a:prstGeom prst="ellipse">
            <a:avLst/>
          </a:prstGeom>
          <a:solidFill>
            <a:srgbClr val="FFFFFF">
              <a:alpha val="0"/>
            </a:srgbClr>
          </a:solidFill>
          <a:ln w="15240">
            <a:solidFill>
              <a:srgbClr val="14923D"/>
            </a:solidFill>
            <a:prstDash val="solid"/>
          </a:ln>
        </p:spPr>
      </p:sp>
      <p:sp>
        <p:nvSpPr>
          <p:cNvPr id="120" name="Shape 87"/>
          <p:cNvSpPr/>
          <p:nvPr/>
        </p:nvSpPr>
        <p:spPr>
          <a:xfrm>
            <a:off x="6757289" y="3931539"/>
            <a:ext cx="749808" cy="658368"/>
          </a:xfrm>
          <a:prstGeom prst="ellipse">
            <a:avLst/>
          </a:prstGeom>
          <a:solidFill>
            <a:srgbClr val="FFFFFF">
              <a:alpha val="0"/>
            </a:srgbClr>
          </a:solidFill>
          <a:ln w="15240">
            <a:solidFill>
              <a:srgbClr val="D92D20"/>
            </a:solidFill>
            <a:prstDash val="solid"/>
          </a:ln>
        </p:spPr>
      </p:sp>
      <p:sp>
        <p:nvSpPr>
          <p:cNvPr id="121" name="Shape 88"/>
          <p:cNvSpPr/>
          <p:nvPr/>
        </p:nvSpPr>
        <p:spPr>
          <a:xfrm>
            <a:off x="7680833" y="3181731"/>
            <a:ext cx="82296" cy="82296"/>
          </a:xfrm>
          <a:prstGeom prst="ellipse">
            <a:avLst/>
          </a:prstGeom>
          <a:solidFill>
            <a:srgbClr val="14923D"/>
          </a:solidFill>
          <a:ln w="12700">
            <a:solidFill>
              <a:srgbClr val="14923D"/>
            </a:solidFill>
            <a:prstDash val="solid"/>
          </a:ln>
        </p:spPr>
      </p:sp>
      <p:sp>
        <p:nvSpPr>
          <p:cNvPr id="122" name="Shape 89"/>
          <p:cNvSpPr/>
          <p:nvPr/>
        </p:nvSpPr>
        <p:spPr>
          <a:xfrm>
            <a:off x="7918577" y="3236595"/>
            <a:ext cx="82296" cy="82296"/>
          </a:xfrm>
          <a:prstGeom prst="ellipse">
            <a:avLst/>
          </a:prstGeom>
          <a:solidFill>
            <a:srgbClr val="14923D"/>
          </a:solidFill>
          <a:ln w="12700">
            <a:solidFill>
              <a:srgbClr val="14923D"/>
            </a:solidFill>
            <a:prstDash val="solid"/>
          </a:ln>
        </p:spPr>
      </p:sp>
      <p:sp>
        <p:nvSpPr>
          <p:cNvPr id="123" name="Shape 90"/>
          <p:cNvSpPr/>
          <p:nvPr/>
        </p:nvSpPr>
        <p:spPr>
          <a:xfrm>
            <a:off x="7790561" y="3401187"/>
            <a:ext cx="82296" cy="82296"/>
          </a:xfrm>
          <a:prstGeom prst="ellipse">
            <a:avLst/>
          </a:prstGeom>
          <a:solidFill>
            <a:srgbClr val="14923D"/>
          </a:solidFill>
          <a:ln w="12700">
            <a:solidFill>
              <a:srgbClr val="14923D"/>
            </a:solidFill>
            <a:prstDash val="solid"/>
          </a:ln>
        </p:spPr>
      </p:sp>
      <p:sp>
        <p:nvSpPr>
          <p:cNvPr id="124" name="Shape 91"/>
          <p:cNvSpPr/>
          <p:nvPr/>
        </p:nvSpPr>
        <p:spPr>
          <a:xfrm>
            <a:off x="8055737" y="3456051"/>
            <a:ext cx="82296" cy="82296"/>
          </a:xfrm>
          <a:prstGeom prst="ellipse">
            <a:avLst/>
          </a:prstGeom>
          <a:solidFill>
            <a:srgbClr val="14923D"/>
          </a:solidFill>
          <a:ln w="12700">
            <a:solidFill>
              <a:srgbClr val="14923D"/>
            </a:solidFill>
            <a:prstDash val="solid"/>
          </a:ln>
        </p:spPr>
      </p:sp>
      <p:sp>
        <p:nvSpPr>
          <p:cNvPr id="125" name="Shape 92"/>
          <p:cNvSpPr/>
          <p:nvPr/>
        </p:nvSpPr>
        <p:spPr>
          <a:xfrm>
            <a:off x="7561961" y="3483483"/>
            <a:ext cx="82296" cy="82296"/>
          </a:xfrm>
          <a:prstGeom prst="ellipse">
            <a:avLst/>
          </a:prstGeom>
          <a:solidFill>
            <a:srgbClr val="14923D"/>
          </a:solidFill>
          <a:ln w="12700">
            <a:solidFill>
              <a:srgbClr val="14923D"/>
            </a:solidFill>
            <a:prstDash val="solid"/>
          </a:ln>
        </p:spPr>
      </p:sp>
      <p:sp>
        <p:nvSpPr>
          <p:cNvPr id="126" name="Shape 93"/>
          <p:cNvSpPr/>
          <p:nvPr/>
        </p:nvSpPr>
        <p:spPr>
          <a:xfrm>
            <a:off x="7854569" y="3584067"/>
            <a:ext cx="82296" cy="82296"/>
          </a:xfrm>
          <a:prstGeom prst="ellipse">
            <a:avLst/>
          </a:prstGeom>
          <a:solidFill>
            <a:srgbClr val="14923D"/>
          </a:solidFill>
          <a:ln w="12700">
            <a:solidFill>
              <a:srgbClr val="14923D"/>
            </a:solidFill>
            <a:prstDash val="solid"/>
          </a:ln>
        </p:spPr>
      </p:sp>
      <p:sp>
        <p:nvSpPr>
          <p:cNvPr id="127" name="Shape 94"/>
          <p:cNvSpPr/>
          <p:nvPr/>
        </p:nvSpPr>
        <p:spPr>
          <a:xfrm>
            <a:off x="8010017" y="3666363"/>
            <a:ext cx="82296" cy="82296"/>
          </a:xfrm>
          <a:prstGeom prst="ellipse">
            <a:avLst/>
          </a:prstGeom>
          <a:solidFill>
            <a:srgbClr val="14923D"/>
          </a:solidFill>
          <a:ln w="12700">
            <a:solidFill>
              <a:srgbClr val="14923D"/>
            </a:solidFill>
            <a:prstDash val="solid"/>
          </a:ln>
        </p:spPr>
      </p:sp>
      <p:sp>
        <p:nvSpPr>
          <p:cNvPr id="128" name="Shape 95"/>
          <p:cNvSpPr/>
          <p:nvPr/>
        </p:nvSpPr>
        <p:spPr>
          <a:xfrm>
            <a:off x="7671689" y="3657219"/>
            <a:ext cx="82296" cy="82296"/>
          </a:xfrm>
          <a:prstGeom prst="ellipse">
            <a:avLst/>
          </a:prstGeom>
          <a:solidFill>
            <a:srgbClr val="14923D"/>
          </a:solidFill>
          <a:ln w="12700">
            <a:solidFill>
              <a:srgbClr val="14923D"/>
            </a:solidFill>
            <a:prstDash val="solid"/>
          </a:ln>
        </p:spPr>
      </p:sp>
      <p:sp>
        <p:nvSpPr>
          <p:cNvPr id="129" name="Shape 96"/>
          <p:cNvSpPr/>
          <p:nvPr/>
        </p:nvSpPr>
        <p:spPr>
          <a:xfrm>
            <a:off x="6949313" y="4068699"/>
            <a:ext cx="82296" cy="82296"/>
          </a:xfrm>
          <a:prstGeom prst="ellipse">
            <a:avLst/>
          </a:prstGeom>
          <a:solidFill>
            <a:srgbClr val="D92D20"/>
          </a:solidFill>
          <a:ln w="12700">
            <a:solidFill>
              <a:srgbClr val="D92D20"/>
            </a:solidFill>
            <a:prstDash val="solid"/>
          </a:ln>
        </p:spPr>
      </p:sp>
      <p:sp>
        <p:nvSpPr>
          <p:cNvPr id="130" name="Shape 97"/>
          <p:cNvSpPr/>
          <p:nvPr/>
        </p:nvSpPr>
        <p:spPr>
          <a:xfrm>
            <a:off x="7141337" y="4150995"/>
            <a:ext cx="82296" cy="82296"/>
          </a:xfrm>
          <a:prstGeom prst="ellipse">
            <a:avLst/>
          </a:prstGeom>
          <a:solidFill>
            <a:srgbClr val="D92D20"/>
          </a:solidFill>
          <a:ln w="12700">
            <a:solidFill>
              <a:srgbClr val="D92D20"/>
            </a:solidFill>
            <a:prstDash val="solid"/>
          </a:ln>
        </p:spPr>
      </p:sp>
      <p:sp>
        <p:nvSpPr>
          <p:cNvPr id="131" name="Shape 98"/>
          <p:cNvSpPr/>
          <p:nvPr/>
        </p:nvSpPr>
        <p:spPr>
          <a:xfrm>
            <a:off x="7296785" y="4269867"/>
            <a:ext cx="82296" cy="82296"/>
          </a:xfrm>
          <a:prstGeom prst="ellipse">
            <a:avLst/>
          </a:prstGeom>
          <a:solidFill>
            <a:srgbClr val="D92D20"/>
          </a:solidFill>
          <a:ln w="12700">
            <a:solidFill>
              <a:srgbClr val="D92D20"/>
            </a:solidFill>
            <a:prstDash val="solid"/>
          </a:ln>
        </p:spPr>
      </p:sp>
      <p:sp>
        <p:nvSpPr>
          <p:cNvPr id="132" name="Shape 99"/>
          <p:cNvSpPr/>
          <p:nvPr/>
        </p:nvSpPr>
        <p:spPr>
          <a:xfrm>
            <a:off x="6876161" y="4306443"/>
            <a:ext cx="82296" cy="82296"/>
          </a:xfrm>
          <a:prstGeom prst="ellipse">
            <a:avLst/>
          </a:prstGeom>
          <a:solidFill>
            <a:srgbClr val="D92D20"/>
          </a:solidFill>
          <a:ln w="12700">
            <a:solidFill>
              <a:srgbClr val="D92D20"/>
            </a:solidFill>
            <a:prstDash val="solid"/>
          </a:ln>
        </p:spPr>
      </p:sp>
      <p:sp>
        <p:nvSpPr>
          <p:cNvPr id="133" name="Shape 100"/>
          <p:cNvSpPr/>
          <p:nvPr/>
        </p:nvSpPr>
        <p:spPr>
          <a:xfrm>
            <a:off x="7095617" y="4416171"/>
            <a:ext cx="82296" cy="82296"/>
          </a:xfrm>
          <a:prstGeom prst="ellipse">
            <a:avLst/>
          </a:prstGeom>
          <a:solidFill>
            <a:srgbClr val="D92D20"/>
          </a:solidFill>
          <a:ln w="12700">
            <a:solidFill>
              <a:srgbClr val="D92D20"/>
            </a:solidFill>
            <a:prstDash val="solid"/>
          </a:ln>
        </p:spPr>
      </p:sp>
      <p:sp>
        <p:nvSpPr>
          <p:cNvPr id="134" name="Shape 101"/>
          <p:cNvSpPr/>
          <p:nvPr/>
        </p:nvSpPr>
        <p:spPr>
          <a:xfrm>
            <a:off x="7379081" y="4452747"/>
            <a:ext cx="82296" cy="82296"/>
          </a:xfrm>
          <a:prstGeom prst="ellipse">
            <a:avLst/>
          </a:prstGeom>
          <a:solidFill>
            <a:srgbClr val="D92D20"/>
          </a:solidFill>
          <a:ln w="12700">
            <a:solidFill>
              <a:srgbClr val="D92D20"/>
            </a:solidFill>
            <a:prstDash val="solid"/>
          </a:ln>
        </p:spPr>
      </p:sp>
      <p:sp>
        <p:nvSpPr>
          <p:cNvPr id="135" name="Shape 102"/>
          <p:cNvSpPr/>
          <p:nvPr/>
        </p:nvSpPr>
        <p:spPr>
          <a:xfrm>
            <a:off x="7013321" y="4544187"/>
            <a:ext cx="82296" cy="82296"/>
          </a:xfrm>
          <a:prstGeom prst="ellipse">
            <a:avLst/>
          </a:prstGeom>
          <a:solidFill>
            <a:srgbClr val="D92D20"/>
          </a:solidFill>
          <a:ln w="12700">
            <a:solidFill>
              <a:srgbClr val="D92D20"/>
            </a:solidFill>
            <a:prstDash val="solid"/>
          </a:ln>
        </p:spPr>
      </p:sp>
      <p:sp>
        <p:nvSpPr>
          <p:cNvPr id="136" name="Shape 103"/>
          <p:cNvSpPr/>
          <p:nvPr/>
        </p:nvSpPr>
        <p:spPr>
          <a:xfrm>
            <a:off x="7232777" y="4617339"/>
            <a:ext cx="82296" cy="82296"/>
          </a:xfrm>
          <a:prstGeom prst="ellipse">
            <a:avLst/>
          </a:prstGeom>
          <a:solidFill>
            <a:srgbClr val="D92D20"/>
          </a:solidFill>
          <a:ln w="12700">
            <a:solidFill>
              <a:srgbClr val="D92D20"/>
            </a:solidFill>
            <a:prstDash val="solid"/>
          </a:ln>
        </p:spPr>
      </p:sp>
      <p:sp>
        <p:nvSpPr>
          <p:cNvPr id="137" name="Text 104"/>
          <p:cNvSpPr/>
          <p:nvPr/>
        </p:nvSpPr>
        <p:spPr>
          <a:xfrm>
            <a:off x="6501257" y="5266563"/>
            <a:ext cx="2039112" cy="493776"/>
          </a:xfrm>
          <a:prstGeom prst="rect">
            <a:avLst/>
          </a:prstGeom>
          <a:noFill/>
        </p:spPr>
        <p:txBody>
          <a:bodyPr wrap="square" lIns="635" tIns="635" rIns="635" bIns="635" rtlCol="0" anchor="ctr">
            <a:normAutofit/>
          </a:bodyPr>
          <a:lstStyle/>
          <a:p>
            <a:pPr marL="0" indent="0" algn="ctr">
              <a:buNone/>
            </a:pPr>
            <a:r>
              <a:rPr lang="en-US" sz="125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机器看到“相似”的图片，</a:t>
            </a:r>
            <a:endParaRPr lang="en-US" sz="1250" dirty="0"/>
          </a:p>
          <a:p>
            <a:pPr marL="0" indent="0" algn="ctr">
              <a:buNone/>
            </a:pPr>
            <a:r>
              <a:rPr lang="en-US" sz="125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会自然把它们放得更近</a:t>
            </a:r>
            <a:endParaRPr lang="en-US" sz="1250" dirty="0"/>
          </a:p>
        </p:txBody>
      </p:sp>
      <p:sp>
        <p:nvSpPr>
          <p:cNvPr id="138" name="Text 105"/>
          <p:cNvSpPr/>
          <p:nvPr/>
        </p:nvSpPr>
        <p:spPr>
          <a:xfrm>
            <a:off x="9427337" y="2623947"/>
            <a:ext cx="1097280" cy="237744"/>
          </a:xfrm>
          <a:prstGeom prst="rect">
            <a:avLst/>
          </a:prstGeom>
          <a:noFill/>
        </p:spPr>
        <p:txBody>
          <a:bodyPr wrap="square" lIns="635" tIns="635" rIns="635" bIns="635" rtlCol="0" anchor="ctr">
            <a:normAutofit fontScale="90000"/>
          </a:bodyPr>
          <a:lstStyle/>
          <a:p>
            <a:pPr marL="0" indent="0">
              <a:buNone/>
            </a:pPr>
            <a:r>
              <a:rPr lang="en-US" sz="130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来了一张新图片</a:t>
            </a:r>
            <a:endParaRPr lang="en-US" sz="1300" dirty="0"/>
          </a:p>
        </p:txBody>
      </p:sp>
      <p:sp>
        <p:nvSpPr>
          <p:cNvPr id="139" name="Shape 106"/>
          <p:cNvSpPr/>
          <p:nvPr/>
        </p:nvSpPr>
        <p:spPr>
          <a:xfrm>
            <a:off x="9491345" y="2971419"/>
            <a:ext cx="621792" cy="621792"/>
          </a:xfrm>
          <a:prstGeom prst="roundRect">
            <a:avLst>
              <a:gd name="adj" fmla="val 13235"/>
            </a:avLst>
          </a:prstGeom>
          <a:solidFill>
            <a:srgbClr val="EAF8EF"/>
          </a:solidFill>
          <a:ln w="15240">
            <a:solidFill>
              <a:srgbClr val="14923D"/>
            </a:solidFill>
            <a:prstDash val="solid"/>
          </a:ln>
        </p:spPr>
      </p:sp>
      <p:sp>
        <p:nvSpPr>
          <p:cNvPr id="140" name="Shape 107"/>
          <p:cNvSpPr/>
          <p:nvPr/>
        </p:nvSpPr>
        <p:spPr>
          <a:xfrm>
            <a:off x="9609485" y="3089559"/>
            <a:ext cx="385511" cy="385511"/>
          </a:xfrm>
          <a:prstGeom prst="ellipse">
            <a:avLst/>
          </a:prstGeom>
          <a:solidFill>
            <a:srgbClr val="D9DEE6"/>
          </a:solidFill>
          <a:ln w="12700">
            <a:solidFill>
              <a:srgbClr val="737B86"/>
            </a:solidFill>
            <a:prstDash val="solid"/>
          </a:ln>
        </p:spPr>
      </p:sp>
      <p:sp>
        <p:nvSpPr>
          <p:cNvPr id="141" name="Shape 108"/>
          <p:cNvSpPr/>
          <p:nvPr/>
        </p:nvSpPr>
        <p:spPr>
          <a:xfrm>
            <a:off x="9690318" y="3170392"/>
            <a:ext cx="223845" cy="223845"/>
          </a:xfrm>
          <a:prstGeom prst="ellipse">
            <a:avLst/>
          </a:prstGeom>
          <a:solidFill>
            <a:srgbClr val="F9FAFB"/>
          </a:solidFill>
          <a:ln w="12700">
            <a:solidFill>
              <a:srgbClr val="737B86"/>
            </a:solidFill>
            <a:prstDash val="solid"/>
          </a:ln>
        </p:spPr>
      </p:sp>
      <p:sp>
        <p:nvSpPr>
          <p:cNvPr id="142" name="Shape 109"/>
          <p:cNvSpPr/>
          <p:nvPr/>
        </p:nvSpPr>
        <p:spPr>
          <a:xfrm>
            <a:off x="9752498" y="3232572"/>
            <a:ext cx="99487" cy="99487"/>
          </a:xfrm>
          <a:prstGeom prst="ellipse">
            <a:avLst/>
          </a:prstGeom>
          <a:solidFill>
            <a:srgbClr val="9CA3AF"/>
          </a:solidFill>
          <a:ln w="10160">
            <a:solidFill>
              <a:srgbClr val="737B86"/>
            </a:solidFill>
            <a:prstDash val="solid"/>
          </a:ln>
        </p:spPr>
      </p:sp>
      <p:sp>
        <p:nvSpPr>
          <p:cNvPr id="143" name="Shape 110"/>
          <p:cNvSpPr/>
          <p:nvPr/>
        </p:nvSpPr>
        <p:spPr>
          <a:xfrm>
            <a:off x="10314305" y="3181731"/>
            <a:ext cx="365760" cy="219456"/>
          </a:xfrm>
          <a:prstGeom prst="rightArrow">
            <a:avLst/>
          </a:prstGeom>
          <a:solidFill>
            <a:srgbClr val="2D72D9"/>
          </a:solidFill>
          <a:ln w="12700">
            <a:solidFill>
              <a:srgbClr val="2D72D9"/>
            </a:solidFill>
            <a:prstDash val="solid"/>
          </a:ln>
        </p:spPr>
      </p:sp>
      <p:sp>
        <p:nvSpPr>
          <p:cNvPr id="144" name="Shape 111"/>
          <p:cNvSpPr/>
          <p:nvPr/>
        </p:nvSpPr>
        <p:spPr>
          <a:xfrm>
            <a:off x="10734929" y="2889123"/>
            <a:ext cx="694944" cy="768096"/>
          </a:xfrm>
          <a:prstGeom prst="roundRect">
            <a:avLst>
              <a:gd name="adj" fmla="val 15789"/>
            </a:avLst>
          </a:prstGeom>
          <a:solidFill>
            <a:srgbClr val="EAF3FF"/>
          </a:solidFill>
          <a:ln w="15240">
            <a:solidFill>
              <a:srgbClr val="2D72D9"/>
            </a:solidFill>
            <a:prstDash val="solid"/>
          </a:ln>
        </p:spPr>
      </p:sp>
      <p:sp>
        <p:nvSpPr>
          <p:cNvPr id="145" name="Text 112"/>
          <p:cNvSpPr/>
          <p:nvPr/>
        </p:nvSpPr>
        <p:spPr>
          <a:xfrm>
            <a:off x="10844657" y="3090291"/>
            <a:ext cx="457200" cy="347472"/>
          </a:xfrm>
          <a:prstGeom prst="rect">
            <a:avLst/>
          </a:prstGeom>
          <a:noFill/>
        </p:spPr>
        <p:txBody>
          <a:bodyPr wrap="square" lIns="635" tIns="635" rIns="635" bIns="635" rtlCol="0" anchor="ctr">
            <a:normAutofit fontScale="90000" lnSpcReduction="10000"/>
          </a:bodyPr>
          <a:lstStyle/>
          <a:p>
            <a:pPr marL="0" indent="0" algn="ctr">
              <a:buNone/>
            </a:pPr>
            <a:r>
              <a:rPr lang="en-US" sz="1200" b="1" dirty="0">
                <a:solidFill>
                  <a:srgbClr val="123A7A"/>
                </a:solidFill>
                <a:latin typeface="微软雅黑" panose="020B0503020204020204" pitchFamily="34" charset="-122"/>
                <a:ea typeface="微软雅黑" panose="020B0503020204020204" pitchFamily="34" charset="-122"/>
                <a:cs typeface="微软雅黑" panose="020B0503020204020204" pitchFamily="34" charset="-120"/>
              </a:rPr>
              <a:t>比一比</a:t>
            </a:r>
            <a:endParaRPr lang="en-US" sz="1200" dirty="0"/>
          </a:p>
          <a:p>
            <a:pPr marL="0" indent="0" algn="ctr">
              <a:buNone/>
            </a:pPr>
            <a:r>
              <a:rPr lang="en-US" sz="1200" b="1" dirty="0">
                <a:solidFill>
                  <a:srgbClr val="123A7A"/>
                </a:solidFill>
                <a:latin typeface="微软雅黑" panose="020B0503020204020204" pitchFamily="34" charset="-122"/>
                <a:ea typeface="微软雅黑" panose="020B0503020204020204" pitchFamily="34" charset="-122"/>
                <a:cs typeface="微软雅黑" panose="020B0503020204020204" pitchFamily="34" charset="-120"/>
              </a:rPr>
              <a:t>更像谁</a:t>
            </a:r>
            <a:endParaRPr lang="en-US" sz="1200" dirty="0"/>
          </a:p>
        </p:txBody>
      </p:sp>
      <p:sp>
        <p:nvSpPr>
          <p:cNvPr id="146" name="Shape 113"/>
          <p:cNvSpPr/>
          <p:nvPr/>
        </p:nvSpPr>
        <p:spPr>
          <a:xfrm>
            <a:off x="9454769" y="4068699"/>
            <a:ext cx="1975104" cy="1078992"/>
          </a:xfrm>
          <a:prstGeom prst="roundRect">
            <a:avLst>
              <a:gd name="adj" fmla="val 10169"/>
            </a:avLst>
          </a:prstGeom>
          <a:solidFill>
            <a:srgbClr val="FBFDFF"/>
          </a:solidFill>
          <a:ln w="15240">
            <a:solidFill>
              <a:srgbClr val="D8E4F5"/>
            </a:solidFill>
            <a:prstDash val="solid"/>
          </a:ln>
        </p:spPr>
      </p:sp>
      <p:sp>
        <p:nvSpPr>
          <p:cNvPr id="147" name="Shape 114"/>
          <p:cNvSpPr/>
          <p:nvPr/>
        </p:nvSpPr>
        <p:spPr>
          <a:xfrm>
            <a:off x="10451465" y="4205859"/>
            <a:ext cx="512064" cy="402336"/>
          </a:xfrm>
          <a:prstGeom prst="ellipse">
            <a:avLst/>
          </a:prstGeom>
          <a:solidFill>
            <a:srgbClr val="FFFFFF">
              <a:alpha val="0"/>
            </a:srgbClr>
          </a:solidFill>
          <a:ln w="12700">
            <a:solidFill>
              <a:srgbClr val="14923D"/>
            </a:solidFill>
            <a:prstDash val="solid"/>
          </a:ln>
        </p:spPr>
      </p:sp>
      <p:sp>
        <p:nvSpPr>
          <p:cNvPr id="148" name="Shape 115"/>
          <p:cNvSpPr/>
          <p:nvPr/>
        </p:nvSpPr>
        <p:spPr>
          <a:xfrm>
            <a:off x="9738233" y="4553331"/>
            <a:ext cx="512064" cy="402336"/>
          </a:xfrm>
          <a:prstGeom prst="ellipse">
            <a:avLst/>
          </a:prstGeom>
          <a:solidFill>
            <a:srgbClr val="FFFFFF">
              <a:alpha val="0"/>
            </a:srgbClr>
          </a:solidFill>
          <a:ln w="12700">
            <a:solidFill>
              <a:srgbClr val="D92D20"/>
            </a:solidFill>
            <a:prstDash val="solid"/>
          </a:ln>
        </p:spPr>
      </p:sp>
      <p:sp>
        <p:nvSpPr>
          <p:cNvPr id="149" name="Shape 116"/>
          <p:cNvSpPr/>
          <p:nvPr/>
        </p:nvSpPr>
        <p:spPr>
          <a:xfrm>
            <a:off x="10570337" y="4324731"/>
            <a:ext cx="64008" cy="64008"/>
          </a:xfrm>
          <a:prstGeom prst="ellipse">
            <a:avLst/>
          </a:prstGeom>
          <a:solidFill>
            <a:srgbClr val="14923D"/>
          </a:solidFill>
          <a:ln w="12700">
            <a:solidFill>
              <a:srgbClr val="14923D"/>
            </a:solidFill>
            <a:prstDash val="solid"/>
          </a:ln>
        </p:spPr>
      </p:sp>
      <p:sp>
        <p:nvSpPr>
          <p:cNvPr id="150" name="Shape 117"/>
          <p:cNvSpPr/>
          <p:nvPr/>
        </p:nvSpPr>
        <p:spPr>
          <a:xfrm>
            <a:off x="10716641" y="4297299"/>
            <a:ext cx="64008" cy="64008"/>
          </a:xfrm>
          <a:prstGeom prst="ellipse">
            <a:avLst/>
          </a:prstGeom>
          <a:solidFill>
            <a:srgbClr val="14923D"/>
          </a:solidFill>
          <a:ln w="12700">
            <a:solidFill>
              <a:srgbClr val="14923D"/>
            </a:solidFill>
            <a:prstDash val="solid"/>
          </a:ln>
        </p:spPr>
      </p:sp>
      <p:sp>
        <p:nvSpPr>
          <p:cNvPr id="151" name="Shape 118"/>
          <p:cNvSpPr/>
          <p:nvPr/>
        </p:nvSpPr>
        <p:spPr>
          <a:xfrm>
            <a:off x="10844657" y="4425315"/>
            <a:ext cx="64008" cy="64008"/>
          </a:xfrm>
          <a:prstGeom prst="ellipse">
            <a:avLst/>
          </a:prstGeom>
          <a:solidFill>
            <a:srgbClr val="14923D"/>
          </a:solidFill>
          <a:ln w="12700">
            <a:solidFill>
              <a:srgbClr val="14923D"/>
            </a:solidFill>
            <a:prstDash val="solid"/>
          </a:ln>
        </p:spPr>
      </p:sp>
      <p:sp>
        <p:nvSpPr>
          <p:cNvPr id="152" name="Shape 119"/>
          <p:cNvSpPr/>
          <p:nvPr/>
        </p:nvSpPr>
        <p:spPr>
          <a:xfrm>
            <a:off x="10661777" y="4498467"/>
            <a:ext cx="64008" cy="64008"/>
          </a:xfrm>
          <a:prstGeom prst="ellipse">
            <a:avLst/>
          </a:prstGeom>
          <a:solidFill>
            <a:srgbClr val="14923D"/>
          </a:solidFill>
          <a:ln w="12700">
            <a:solidFill>
              <a:srgbClr val="14923D"/>
            </a:solidFill>
            <a:prstDash val="solid"/>
          </a:ln>
        </p:spPr>
      </p:sp>
      <p:sp>
        <p:nvSpPr>
          <p:cNvPr id="153" name="Shape 120"/>
          <p:cNvSpPr/>
          <p:nvPr/>
        </p:nvSpPr>
        <p:spPr>
          <a:xfrm>
            <a:off x="9884537" y="4635627"/>
            <a:ext cx="64008" cy="64008"/>
          </a:xfrm>
          <a:prstGeom prst="ellipse">
            <a:avLst/>
          </a:prstGeom>
          <a:solidFill>
            <a:srgbClr val="D92D20"/>
          </a:solidFill>
          <a:ln w="12700">
            <a:solidFill>
              <a:srgbClr val="D92D20"/>
            </a:solidFill>
            <a:prstDash val="solid"/>
          </a:ln>
        </p:spPr>
      </p:sp>
      <p:sp>
        <p:nvSpPr>
          <p:cNvPr id="154" name="Shape 121"/>
          <p:cNvSpPr/>
          <p:nvPr/>
        </p:nvSpPr>
        <p:spPr>
          <a:xfrm>
            <a:off x="10039985" y="4708779"/>
            <a:ext cx="64008" cy="64008"/>
          </a:xfrm>
          <a:prstGeom prst="ellipse">
            <a:avLst/>
          </a:prstGeom>
          <a:solidFill>
            <a:srgbClr val="D92D20"/>
          </a:solidFill>
          <a:ln w="12700">
            <a:solidFill>
              <a:srgbClr val="D92D20"/>
            </a:solidFill>
            <a:prstDash val="solid"/>
          </a:ln>
        </p:spPr>
      </p:sp>
      <p:sp>
        <p:nvSpPr>
          <p:cNvPr id="155" name="Shape 122"/>
          <p:cNvSpPr/>
          <p:nvPr/>
        </p:nvSpPr>
        <p:spPr>
          <a:xfrm>
            <a:off x="10149713" y="4818507"/>
            <a:ext cx="64008" cy="64008"/>
          </a:xfrm>
          <a:prstGeom prst="ellipse">
            <a:avLst/>
          </a:prstGeom>
          <a:solidFill>
            <a:srgbClr val="D92D20"/>
          </a:solidFill>
          <a:ln w="12700">
            <a:solidFill>
              <a:srgbClr val="D92D20"/>
            </a:solidFill>
            <a:prstDash val="solid"/>
          </a:ln>
        </p:spPr>
      </p:sp>
      <p:sp>
        <p:nvSpPr>
          <p:cNvPr id="156" name="Shape 123"/>
          <p:cNvSpPr/>
          <p:nvPr/>
        </p:nvSpPr>
        <p:spPr>
          <a:xfrm>
            <a:off x="9939401" y="4845939"/>
            <a:ext cx="64008" cy="64008"/>
          </a:xfrm>
          <a:prstGeom prst="ellipse">
            <a:avLst/>
          </a:prstGeom>
          <a:solidFill>
            <a:srgbClr val="D92D20"/>
          </a:solidFill>
          <a:ln w="12700">
            <a:solidFill>
              <a:srgbClr val="D92D20"/>
            </a:solidFill>
            <a:prstDash val="solid"/>
          </a:ln>
        </p:spPr>
      </p:sp>
      <p:sp>
        <p:nvSpPr>
          <p:cNvPr id="157" name="Shape 124"/>
          <p:cNvSpPr/>
          <p:nvPr/>
        </p:nvSpPr>
        <p:spPr>
          <a:xfrm>
            <a:off x="10405745" y="4461891"/>
            <a:ext cx="128016" cy="128016"/>
          </a:xfrm>
          <a:prstGeom prst="star5">
            <a:avLst/>
          </a:prstGeom>
          <a:solidFill>
            <a:srgbClr val="2D72D9"/>
          </a:solidFill>
          <a:ln w="12700">
            <a:solidFill>
              <a:srgbClr val="2D72D9"/>
            </a:solidFill>
            <a:prstDash val="solid"/>
          </a:ln>
        </p:spPr>
      </p:sp>
      <p:sp>
        <p:nvSpPr>
          <p:cNvPr id="158" name="Shape 125"/>
          <p:cNvSpPr/>
          <p:nvPr/>
        </p:nvSpPr>
        <p:spPr>
          <a:xfrm>
            <a:off x="10469753" y="4379595"/>
            <a:ext cx="320040" cy="146304"/>
          </a:xfrm>
          <a:prstGeom prst="line">
            <a:avLst/>
          </a:prstGeom>
          <a:noFill/>
          <a:ln w="15240">
            <a:solidFill>
              <a:srgbClr val="14923D"/>
            </a:solidFill>
            <a:prstDash val="solid"/>
          </a:ln>
        </p:spPr>
      </p:sp>
      <p:sp>
        <p:nvSpPr>
          <p:cNvPr id="159" name="Shape 126"/>
          <p:cNvSpPr/>
          <p:nvPr/>
        </p:nvSpPr>
        <p:spPr>
          <a:xfrm>
            <a:off x="9500489" y="5412867"/>
            <a:ext cx="868680" cy="420624"/>
          </a:xfrm>
          <a:prstGeom prst="roundRect">
            <a:avLst>
              <a:gd name="adj" fmla="val 26087"/>
            </a:avLst>
          </a:prstGeom>
          <a:solidFill>
            <a:srgbClr val="EAF8EF"/>
          </a:solidFill>
          <a:ln w="15240">
            <a:solidFill>
              <a:srgbClr val="14923D"/>
            </a:solidFill>
            <a:prstDash val="solid"/>
          </a:ln>
        </p:spPr>
      </p:sp>
      <p:sp>
        <p:nvSpPr>
          <p:cNvPr id="160" name="Text 127"/>
          <p:cNvSpPr/>
          <p:nvPr/>
        </p:nvSpPr>
        <p:spPr>
          <a:xfrm>
            <a:off x="9591929" y="5513451"/>
            <a:ext cx="685800" cy="192024"/>
          </a:xfrm>
          <a:prstGeom prst="rect">
            <a:avLst/>
          </a:prstGeom>
          <a:noFill/>
        </p:spPr>
        <p:txBody>
          <a:bodyPr wrap="square" lIns="635" tIns="635" rIns="635" bIns="635" rtlCol="0" anchor="ctr">
            <a:normAutofit fontScale="80000"/>
          </a:bodyPr>
          <a:lstStyle/>
          <a:p>
            <a:pPr marL="0" indent="0" algn="ctr">
              <a:buNone/>
            </a:pPr>
            <a:r>
              <a:rPr lang="en-US" sz="1400" b="1" dirty="0">
                <a:solidFill>
                  <a:srgbClr val="14923D"/>
                </a:solidFill>
                <a:latin typeface="微软雅黑" panose="020B0503020204020204" pitchFamily="34" charset="-122"/>
                <a:ea typeface="微软雅黑" panose="020B0503020204020204" pitchFamily="34" charset="-122"/>
                <a:cs typeface="微软雅黑" panose="020B0503020204020204" pitchFamily="34" charset="-120"/>
              </a:rPr>
              <a:t>结果：OK</a:t>
            </a:r>
            <a:endParaRPr lang="en-US" sz="1400" dirty="0"/>
          </a:p>
        </p:txBody>
      </p:sp>
      <p:sp>
        <p:nvSpPr>
          <p:cNvPr id="161" name="Text 128"/>
          <p:cNvSpPr/>
          <p:nvPr/>
        </p:nvSpPr>
        <p:spPr>
          <a:xfrm>
            <a:off x="10524617" y="5394579"/>
            <a:ext cx="932688" cy="466344"/>
          </a:xfrm>
          <a:prstGeom prst="rect">
            <a:avLst/>
          </a:prstGeom>
          <a:noFill/>
        </p:spPr>
        <p:txBody>
          <a:bodyPr wrap="square" lIns="635" tIns="635" rIns="635" bIns="635" rtlCol="0" anchor="ctr">
            <a:normAutofit/>
          </a:bodyPr>
          <a:lstStyle/>
          <a:p>
            <a:pPr marL="0" indent="0" algn="ctr">
              <a:buNone/>
            </a:pPr>
            <a:r>
              <a:rPr lang="en-US" sz="123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因为它更像</a:t>
            </a:r>
            <a:endParaRPr lang="en-US" sz="1230" dirty="0"/>
          </a:p>
          <a:p>
            <a:pPr marL="0" indent="0" algn="ctr">
              <a:buNone/>
            </a:pPr>
            <a:r>
              <a:rPr lang="en-US" sz="123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“好的那一堆”</a:t>
            </a:r>
            <a:endParaRPr lang="en-US" sz="1230" dirty="0"/>
          </a:p>
        </p:txBody>
      </p:sp>
      <p:sp>
        <p:nvSpPr>
          <p:cNvPr id="162" name="Shape 129"/>
          <p:cNvSpPr/>
          <p:nvPr/>
        </p:nvSpPr>
        <p:spPr>
          <a:xfrm>
            <a:off x="283845" y="6061710"/>
            <a:ext cx="8869680" cy="640080"/>
          </a:xfrm>
          <a:prstGeom prst="roundRect">
            <a:avLst>
              <a:gd name="adj" fmla="val 17143"/>
            </a:avLst>
          </a:prstGeom>
          <a:solidFill>
            <a:srgbClr val="FFF7E6"/>
          </a:solidFill>
          <a:ln w="15240">
            <a:solidFill>
              <a:srgbClr val="F59E0B"/>
            </a:solidFill>
            <a:prstDash val="solid"/>
          </a:ln>
        </p:spPr>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165" name="Text 132"/>
          <p:cNvSpPr/>
          <p:nvPr/>
        </p:nvSpPr>
        <p:spPr>
          <a:xfrm>
            <a:off x="420370" y="6190234"/>
            <a:ext cx="8732520" cy="384048"/>
          </a:xfrm>
          <a:prstGeom prst="rect">
            <a:avLst/>
          </a:prstGeom>
          <a:noFill/>
        </p:spPr>
        <p:txBody>
          <a:bodyPr wrap="square" lIns="635" tIns="635" rIns="635" bIns="635" rtlCol="0" anchor="ctr">
            <a:normAutofit/>
          </a:bodyPr>
          <a:lstStyle/>
          <a:p>
            <a:pPr marL="0" indent="0" algn="l">
              <a:buNone/>
            </a:pPr>
            <a:r>
              <a:rPr lang="en-US" sz="1700" b="1" dirty="0">
                <a:solidFill>
                  <a:srgbClr val="4B5563"/>
                </a:solidFill>
                <a:latin typeface="微软雅黑" panose="020B0503020204020204" pitchFamily="34" charset="-122"/>
                <a:ea typeface="微软雅黑" panose="020B0503020204020204" pitchFamily="34" charset="-122"/>
                <a:cs typeface="微软雅黑" panose="020B0503020204020204" pitchFamily="34" charset="-120"/>
              </a:rPr>
              <a:t>给机器看过足够多的 OK / NG 例子后，它会学会“像不像”，新图片来了就找最像的一类</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基本</a:t>
            </a:r>
            <a:r>
              <a:rPr lang="zh-CN" altLang="en-US" dirty="0">
                <a:latin typeface="IBM Plex Sans SC" panose="020B0503050203000203" pitchFamily="34" charset="-122"/>
                <a:ea typeface="IBM Plex Sans SC" panose="020B0503050203000203" pitchFamily="34" charset="-122"/>
              </a:rPr>
              <a:t>原理</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位置</a:t>
            </a:r>
            <a:r>
              <a:rPr lang="zh-CN" altLang="en-US" dirty="0">
                <a:latin typeface="IBM Plex Sans SC" panose="020B0503050203000203" pitchFamily="34" charset="-122"/>
                <a:ea typeface="IBM Plex Sans SC" panose="020B0503050203000203" pitchFamily="34" charset="-122"/>
              </a:rPr>
              <a:t>修正</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11" name="Shape 5"/>
          <p:cNvSpPr/>
          <p:nvPr/>
        </p:nvSpPr>
        <p:spPr>
          <a:xfrm>
            <a:off x="484505" y="1398905"/>
            <a:ext cx="3127375" cy="4622800"/>
          </a:xfrm>
          <a:prstGeom prst="roundRect">
            <a:avLst>
              <a:gd name="adj" fmla="val 4678"/>
            </a:avLst>
          </a:prstGeom>
          <a:solidFill>
            <a:srgbClr val="FFFFFF"/>
          </a:solidFill>
          <a:ln w="12700">
            <a:solidFill>
              <a:srgbClr val="B8CBE2"/>
            </a:solidFill>
            <a:prstDash val="solid"/>
          </a:ln>
          <a:effectLst>
            <a:outerShdw blurRad="12700" dist="50800" dir="2700000" algn="bl" rotWithShape="0">
              <a:srgbClr val="C9D3DD">
                <a:alpha val="22000"/>
              </a:srgbClr>
            </a:outerShdw>
          </a:effectLst>
        </p:spPr>
      </p:sp>
      <p:sp>
        <p:nvSpPr>
          <p:cNvPr id="18" name="Shape 8"/>
          <p:cNvSpPr/>
          <p:nvPr/>
        </p:nvSpPr>
        <p:spPr>
          <a:xfrm>
            <a:off x="631063" y="1517904"/>
            <a:ext cx="2834640" cy="384048"/>
          </a:xfrm>
          <a:prstGeom prst="roundRect">
            <a:avLst>
              <a:gd name="adj" fmla="val 28571"/>
            </a:avLst>
          </a:prstGeom>
          <a:solidFill>
            <a:srgbClr val="AFC8D8"/>
          </a:solidFill>
          <a:ln w="12700">
            <a:solidFill>
              <a:srgbClr val="AFC8D8">
                <a:alpha val="0"/>
              </a:srgbClr>
            </a:solidFill>
            <a:prstDash val="solid"/>
          </a:ln>
        </p:spPr>
      </p:sp>
      <p:sp>
        <p:nvSpPr>
          <p:cNvPr id="19" name="Text 9"/>
          <p:cNvSpPr/>
          <p:nvPr/>
        </p:nvSpPr>
        <p:spPr>
          <a:xfrm>
            <a:off x="704088" y="1543050"/>
            <a:ext cx="2651760" cy="91440"/>
          </a:xfrm>
          <a:prstGeom prst="rect">
            <a:avLst/>
          </a:prstGeom>
          <a:noFill/>
        </p:spPr>
        <p:txBody>
          <a:bodyPr wrap="square" lIns="381" tIns="381" rIns="381" bIns="381" rtlCol="0" anchor="ctr">
            <a:noAutofit/>
          </a:bodyPr>
          <a:lstStyle/>
          <a:p>
            <a:pPr marL="0" indent="0" algn="ctr">
              <a:buNone/>
            </a:pPr>
            <a:endPar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理想输入：只给AI看“有用”区域</a:t>
            </a:r>
            <a:endPar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189" name="组合 188"/>
          <p:cNvGrpSpPr/>
          <p:nvPr/>
        </p:nvGrpSpPr>
        <p:grpSpPr>
          <a:xfrm>
            <a:off x="741045" y="3456305"/>
            <a:ext cx="2614930" cy="585470"/>
            <a:chOff x="1167" y="5443"/>
            <a:chExt cx="4118" cy="922"/>
          </a:xfrm>
        </p:grpSpPr>
        <p:sp>
          <p:nvSpPr>
            <p:cNvPr id="47" name="Shape 23"/>
            <p:cNvSpPr/>
            <p:nvPr/>
          </p:nvSpPr>
          <p:spPr>
            <a:xfrm>
              <a:off x="1167" y="5443"/>
              <a:ext cx="4118" cy="922"/>
            </a:xfrm>
            <a:prstGeom prst="roundRect">
              <a:avLst>
                <a:gd name="adj" fmla="val 20313"/>
              </a:avLst>
            </a:prstGeom>
            <a:solidFill>
              <a:srgbClr val="F1F7E8"/>
            </a:solidFill>
            <a:ln w="12700">
              <a:solidFill>
                <a:srgbClr val="B7D887"/>
              </a:solidFill>
              <a:prstDash val="solid"/>
            </a:ln>
          </p:spPr>
        </p:sp>
        <p:sp>
          <p:nvSpPr>
            <p:cNvPr id="48" name="Shape 24"/>
            <p:cNvSpPr/>
            <p:nvPr/>
          </p:nvSpPr>
          <p:spPr>
            <a:xfrm>
              <a:off x="1397" y="5688"/>
              <a:ext cx="374" cy="374"/>
            </a:xfrm>
            <a:prstGeom prst="ellipse">
              <a:avLst/>
            </a:prstGeom>
            <a:solidFill>
              <a:srgbClr val="FFFFFF"/>
            </a:solidFill>
            <a:ln w="12700">
              <a:solidFill>
                <a:srgbClr val="FFFFFF">
                  <a:alpha val="0"/>
                </a:srgbClr>
              </a:solidFill>
              <a:prstDash val="solid"/>
            </a:ln>
          </p:spPr>
        </p:sp>
        <p:sp>
          <p:nvSpPr>
            <p:cNvPr id="49" name="Text 25"/>
            <p:cNvSpPr/>
            <p:nvPr/>
          </p:nvSpPr>
          <p:spPr>
            <a:xfrm>
              <a:off x="1397" y="5702"/>
              <a:ext cx="374" cy="115"/>
            </a:xfrm>
            <a:prstGeom prst="rect">
              <a:avLst/>
            </a:prstGeom>
            <a:noFill/>
          </p:spPr>
          <p:txBody>
            <a:bodyPr wrap="square" lIns="381" tIns="381" rIns="381" bIns="381" rtlCol="0" anchor="ctr">
              <a:normAutofit fontScale="25000"/>
            </a:bodyPr>
            <a:lstStyle/>
            <a:p>
              <a:pPr marL="0" indent="0" algn="ctr">
                <a:buNone/>
              </a:pPr>
              <a:endParaRPr lang="en-US" sz="4800" b="1" dirty="0">
                <a:solidFill>
                  <a:srgbClr val="83B212"/>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en-US" sz="5600" b="1" dirty="0">
                  <a:solidFill>
                    <a:srgbClr val="83B212"/>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5600" b="1" dirty="0">
                <a:solidFill>
                  <a:srgbClr val="83B21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0" name="Text 26"/>
            <p:cNvSpPr/>
            <p:nvPr/>
          </p:nvSpPr>
          <p:spPr>
            <a:xfrm>
              <a:off x="1886" y="5775"/>
              <a:ext cx="3024" cy="187"/>
            </a:xfrm>
            <a:prstGeom prst="rect">
              <a:avLst/>
            </a:prstGeom>
            <a:noFill/>
          </p:spPr>
          <p:txBody>
            <a:bodyPr wrap="square" lIns="381" tIns="381" rIns="381" bIns="381" rtlCol="0" anchor="ctr">
              <a:noAutofit/>
            </a:bodyPr>
            <a:lstStyle/>
            <a:p>
              <a:pPr marL="0" indent="0" algn="ctr">
                <a:buNone/>
              </a:pPr>
              <a:r>
                <a:rPr lang="en-US" sz="1300" b="1" dirty="0">
                  <a:solidFill>
                    <a:srgbClr val="316B18"/>
                  </a:solidFill>
                  <a:latin typeface="微软雅黑" panose="020B0503020204020204" pitchFamily="34" charset="-122"/>
                  <a:ea typeface="微软雅黑" panose="020B0503020204020204" pitchFamily="34" charset="-122"/>
                  <a:cs typeface="微软雅黑" panose="020B0503020204020204" pitchFamily="34" charset="-120"/>
                </a:rPr>
                <a:t>哪张图更适合输入给AI？</a:t>
              </a:r>
              <a:endParaRPr lang="en-US" sz="1300" b="1" dirty="0">
                <a:solidFill>
                  <a:srgbClr val="316B18"/>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190" name="组合 189"/>
          <p:cNvGrpSpPr/>
          <p:nvPr/>
        </p:nvGrpSpPr>
        <p:grpSpPr>
          <a:xfrm>
            <a:off x="741045" y="4270375"/>
            <a:ext cx="2614930" cy="566420"/>
            <a:chOff x="1167" y="6725"/>
            <a:chExt cx="4118" cy="892"/>
          </a:xfrm>
        </p:grpSpPr>
        <p:sp>
          <p:nvSpPr>
            <p:cNvPr id="51" name="Shape 27"/>
            <p:cNvSpPr/>
            <p:nvPr/>
          </p:nvSpPr>
          <p:spPr>
            <a:xfrm>
              <a:off x="1167" y="6725"/>
              <a:ext cx="4118" cy="893"/>
            </a:xfrm>
            <a:prstGeom prst="roundRect">
              <a:avLst>
                <a:gd name="adj" fmla="val 20968"/>
              </a:avLst>
            </a:prstGeom>
            <a:solidFill>
              <a:srgbClr val="83B212"/>
            </a:solidFill>
            <a:ln w="12700">
              <a:solidFill>
                <a:srgbClr val="83B212">
                  <a:alpha val="0"/>
                </a:srgbClr>
              </a:solidFill>
              <a:prstDash val="solid"/>
            </a:ln>
          </p:spPr>
        </p:sp>
        <p:sp>
          <p:nvSpPr>
            <p:cNvPr id="52" name="Shape 28"/>
            <p:cNvSpPr/>
            <p:nvPr/>
          </p:nvSpPr>
          <p:spPr>
            <a:xfrm>
              <a:off x="1397" y="6970"/>
              <a:ext cx="374" cy="374"/>
            </a:xfrm>
            <a:prstGeom prst="ellipse">
              <a:avLst/>
            </a:prstGeom>
            <a:solidFill>
              <a:srgbClr val="FFFFFF"/>
            </a:solidFill>
            <a:ln w="12700">
              <a:solidFill>
                <a:srgbClr val="FFFFFF">
                  <a:alpha val="0"/>
                </a:srgbClr>
              </a:solidFill>
              <a:prstDash val="solid"/>
            </a:ln>
          </p:spPr>
        </p:sp>
        <p:sp>
          <p:nvSpPr>
            <p:cNvPr id="53" name="Text 29"/>
            <p:cNvSpPr/>
            <p:nvPr/>
          </p:nvSpPr>
          <p:spPr>
            <a:xfrm>
              <a:off x="1425" y="7099"/>
              <a:ext cx="346" cy="115"/>
            </a:xfrm>
            <a:prstGeom prst="rect">
              <a:avLst/>
            </a:prstGeom>
            <a:noFill/>
          </p:spPr>
          <p:txBody>
            <a:bodyPr wrap="square" lIns="381" tIns="381" rIns="381" bIns="381" rtlCol="0" anchor="ctr">
              <a:normAutofit fontScale="25000"/>
            </a:bodyPr>
            <a:lstStyle/>
            <a:p>
              <a:pPr marL="0" indent="0" algn="ctr">
                <a:buNone/>
              </a:pPr>
              <a:r>
                <a:rPr lang="en-US" sz="5600" b="1" dirty="0">
                  <a:solidFill>
                    <a:srgbClr val="83B212"/>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5600" b="1" dirty="0">
                <a:solidFill>
                  <a:srgbClr val="83B21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4" name="Text 30"/>
            <p:cNvSpPr/>
            <p:nvPr/>
          </p:nvSpPr>
          <p:spPr>
            <a:xfrm>
              <a:off x="1886" y="7085"/>
              <a:ext cx="2909" cy="144"/>
            </a:xfrm>
            <a:prstGeom prst="rect">
              <a:avLst/>
            </a:prstGeom>
            <a:noFill/>
          </p:spPr>
          <p:txBody>
            <a:bodyPr wrap="square" lIns="381" tIns="381" rIns="381" bIns="381" rtlCol="0" anchor="ctr">
              <a:noAutofit/>
            </a:bodyPr>
            <a:lstStyle/>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图2</a:t>
              </a:r>
              <a:endPar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55" name="Text 31"/>
          <p:cNvSpPr/>
          <p:nvPr/>
        </p:nvSpPr>
        <p:spPr>
          <a:xfrm>
            <a:off x="813943" y="5001768"/>
            <a:ext cx="2450592" cy="256032"/>
          </a:xfrm>
          <a:prstGeom prst="rect">
            <a:avLst/>
          </a:prstGeom>
          <a:noFill/>
        </p:spPr>
        <p:txBody>
          <a:bodyPr wrap="square" lIns="381" tIns="381" rIns="381" bIns="381" rtlCol="0" anchor="ctr">
            <a:normAutofit/>
          </a:bodyPr>
          <a:lstStyle/>
          <a:p>
            <a:pPr marL="0" indent="0" algn="ctr">
              <a:buNone/>
            </a:pPr>
            <a:r>
              <a:rPr lang="en-US" sz="1120" dirty="0">
                <a:solidFill>
                  <a:srgbClr val="657385"/>
                </a:solidFill>
                <a:latin typeface="微软雅黑" panose="020B0503020204020204" pitchFamily="34" charset="-122"/>
                <a:ea typeface="微软雅黑" panose="020B0503020204020204" pitchFamily="34" charset="-122"/>
                <a:cs typeface="微软雅黑" panose="020B0503020204020204" pitchFamily="34" charset="-120"/>
              </a:rPr>
              <a:t>目标更突出，背景更少，AI更容易学习</a:t>
            </a:r>
            <a:endParaRPr lang="en-US" sz="1120" dirty="0"/>
          </a:p>
        </p:txBody>
      </p:sp>
      <p:sp>
        <p:nvSpPr>
          <p:cNvPr id="122" name="Shape 79"/>
          <p:cNvSpPr/>
          <p:nvPr/>
        </p:nvSpPr>
        <p:spPr>
          <a:xfrm>
            <a:off x="484505" y="6227445"/>
            <a:ext cx="3053715" cy="429895"/>
          </a:xfrm>
          <a:prstGeom prst="roundRect">
            <a:avLst>
              <a:gd name="adj" fmla="val 25532"/>
            </a:avLst>
          </a:prstGeom>
          <a:solidFill>
            <a:srgbClr val="FFF6D7"/>
          </a:solidFill>
          <a:ln w="12700">
            <a:solidFill>
              <a:srgbClr val="E4C869"/>
            </a:solidFill>
            <a:prstDash val="solid"/>
          </a:ln>
        </p:spPr>
      </p:sp>
      <p:grpSp>
        <p:nvGrpSpPr>
          <p:cNvPr id="187" name="组合 186"/>
          <p:cNvGrpSpPr/>
          <p:nvPr/>
        </p:nvGrpSpPr>
        <p:grpSpPr>
          <a:xfrm>
            <a:off x="822960" y="2148840"/>
            <a:ext cx="1169670" cy="1024255"/>
            <a:chOff x="1296" y="3384"/>
            <a:chExt cx="1842" cy="1613"/>
          </a:xfrm>
        </p:grpSpPr>
        <p:sp>
          <p:nvSpPr>
            <p:cNvPr id="27" name="Text 17"/>
            <p:cNvSpPr/>
            <p:nvPr/>
          </p:nvSpPr>
          <p:spPr>
            <a:xfrm>
              <a:off x="1296" y="4795"/>
              <a:ext cx="1843" cy="202"/>
            </a:xfrm>
            <a:prstGeom prst="rect">
              <a:avLst/>
            </a:prstGeom>
            <a:noFill/>
          </p:spPr>
          <p:txBody>
            <a:bodyPr wrap="square" lIns="381" tIns="381" rIns="381" bIns="381" rtlCol="0" anchor="ctr">
              <a:normAutofit fontScale="60000"/>
            </a:bodyPr>
            <a:lstStyle/>
            <a:p>
              <a:pPr marL="0" indent="0" algn="ctr">
                <a:buNone/>
              </a:pPr>
              <a:r>
                <a:rPr lang="en-US" sz="1080" b="1" dirty="0">
                  <a:solidFill>
                    <a:srgbClr val="29313D"/>
                  </a:solidFill>
                  <a:latin typeface="微软雅黑" panose="020B0503020204020204" pitchFamily="34" charset="-122"/>
                  <a:ea typeface="微软雅黑" panose="020B0503020204020204" pitchFamily="34" charset="-122"/>
                  <a:cs typeface="微软雅黑" panose="020B0503020204020204" pitchFamily="34" charset="-120"/>
                </a:rPr>
                <a:t>图1：整张大图</a:t>
              </a:r>
              <a:endParaRPr lang="en-US" sz="1080" dirty="0"/>
            </a:p>
          </p:txBody>
        </p:sp>
        <p:grpSp>
          <p:nvGrpSpPr>
            <p:cNvPr id="138" name="组合 137"/>
            <p:cNvGrpSpPr/>
            <p:nvPr/>
          </p:nvGrpSpPr>
          <p:grpSpPr>
            <a:xfrm>
              <a:off x="1325" y="3384"/>
              <a:ext cx="1786" cy="1324"/>
              <a:chOff x="1325" y="3384"/>
              <a:chExt cx="1786" cy="1324"/>
            </a:xfrm>
          </p:grpSpPr>
          <p:sp>
            <p:nvSpPr>
              <p:cNvPr id="24" name="Shape 14"/>
              <p:cNvSpPr/>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sp>
          <p:grpSp>
            <p:nvGrpSpPr>
              <p:cNvPr id="127" name="组合 126"/>
              <p:cNvGrpSpPr/>
              <p:nvPr/>
            </p:nvGrpSpPr>
            <p:grpSpPr>
              <a:xfrm>
                <a:off x="1886" y="3647"/>
                <a:ext cx="662" cy="662"/>
                <a:chOff x="5673" y="4579"/>
                <a:chExt cx="662" cy="662"/>
              </a:xfrm>
            </p:grpSpPr>
            <p:sp>
              <p:nvSpPr>
                <p:cNvPr id="128" name="Shape 59"/>
                <p:cNvSpPr/>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29" name="Shape 60"/>
                <p:cNvSpPr/>
                <p:nvPr/>
              </p:nvSpPr>
              <p:spPr>
                <a:xfrm>
                  <a:off x="5799" y="4704"/>
                  <a:ext cx="411" cy="411"/>
                </a:xfrm>
                <a:prstGeom prst="ellipse">
                  <a:avLst/>
                </a:prstGeom>
                <a:solidFill>
                  <a:srgbClr val="D9DEE6"/>
                </a:solidFill>
                <a:ln w="12700">
                  <a:solidFill>
                    <a:srgbClr val="737B86"/>
                  </a:solidFill>
                  <a:prstDash val="solid"/>
                </a:ln>
              </p:spPr>
            </p:sp>
            <p:sp>
              <p:nvSpPr>
                <p:cNvPr id="130" name="Shape 61"/>
                <p:cNvSpPr/>
                <p:nvPr/>
              </p:nvSpPr>
              <p:spPr>
                <a:xfrm>
                  <a:off x="5885" y="4791"/>
                  <a:ext cx="238" cy="238"/>
                </a:xfrm>
                <a:prstGeom prst="ellipse">
                  <a:avLst/>
                </a:prstGeom>
                <a:solidFill>
                  <a:srgbClr val="F9FAFB"/>
                </a:solidFill>
                <a:ln w="12700">
                  <a:solidFill>
                    <a:srgbClr val="737B86"/>
                  </a:solidFill>
                  <a:prstDash val="solid"/>
                </a:ln>
              </p:spPr>
            </p:sp>
            <p:sp>
              <p:nvSpPr>
                <p:cNvPr id="131" name="Shape 62"/>
                <p:cNvSpPr/>
                <p:nvPr/>
              </p:nvSpPr>
              <p:spPr>
                <a:xfrm>
                  <a:off x="5952" y="4857"/>
                  <a:ext cx="106" cy="106"/>
                </a:xfrm>
                <a:prstGeom prst="ellipse">
                  <a:avLst/>
                </a:prstGeom>
                <a:solidFill>
                  <a:srgbClr val="9CA3AF"/>
                </a:solidFill>
                <a:ln w="10160">
                  <a:solidFill>
                    <a:srgbClr val="737B86"/>
                  </a:solidFill>
                  <a:prstDash val="solid"/>
                </a:ln>
              </p:spPr>
            </p:sp>
          </p:grpSp>
        </p:grpSp>
      </p:grpSp>
      <p:grpSp>
        <p:nvGrpSpPr>
          <p:cNvPr id="197" name="组合 196"/>
          <p:cNvGrpSpPr/>
          <p:nvPr/>
        </p:nvGrpSpPr>
        <p:grpSpPr>
          <a:xfrm>
            <a:off x="2075815" y="2368550"/>
            <a:ext cx="1151890" cy="803910"/>
            <a:chOff x="3269" y="3730"/>
            <a:chExt cx="1814" cy="1266"/>
          </a:xfrm>
        </p:grpSpPr>
        <p:sp>
          <p:nvSpPr>
            <p:cNvPr id="34" name="Shape 22"/>
            <p:cNvSpPr/>
            <p:nvPr/>
          </p:nvSpPr>
          <p:spPr>
            <a:xfrm>
              <a:off x="3269" y="3859"/>
              <a:ext cx="346" cy="317"/>
            </a:xfrm>
            <a:prstGeom prst="chevron">
              <a:avLst/>
            </a:prstGeom>
            <a:solidFill>
              <a:srgbClr val="1F6BD9"/>
            </a:solidFill>
            <a:ln w="12700">
              <a:solidFill>
                <a:srgbClr val="1F6BD9">
                  <a:alpha val="0"/>
                </a:srgbClr>
              </a:solidFill>
              <a:prstDash val="solid"/>
            </a:ln>
          </p:spPr>
        </p:sp>
        <p:grpSp>
          <p:nvGrpSpPr>
            <p:cNvPr id="191" name="组合 190"/>
            <p:cNvGrpSpPr/>
            <p:nvPr/>
          </p:nvGrpSpPr>
          <p:grpSpPr>
            <a:xfrm>
              <a:off x="3471" y="3730"/>
              <a:ext cx="1612" cy="1266"/>
              <a:chOff x="3471" y="3730"/>
              <a:chExt cx="1612" cy="1266"/>
            </a:xfrm>
          </p:grpSpPr>
          <p:grpSp>
            <p:nvGrpSpPr>
              <p:cNvPr id="188" name="组合 187"/>
              <p:cNvGrpSpPr/>
              <p:nvPr/>
            </p:nvGrpSpPr>
            <p:grpSpPr>
              <a:xfrm>
                <a:off x="3471" y="3730"/>
                <a:ext cx="1612" cy="1267"/>
                <a:chOff x="3471" y="3730"/>
                <a:chExt cx="1612" cy="1267"/>
              </a:xfrm>
            </p:grpSpPr>
            <p:sp>
              <p:nvSpPr>
                <p:cNvPr id="33" name="Text 21"/>
                <p:cNvSpPr/>
                <p:nvPr/>
              </p:nvSpPr>
              <p:spPr>
                <a:xfrm>
                  <a:off x="3471" y="4795"/>
                  <a:ext cx="1613" cy="202"/>
                </a:xfrm>
                <a:prstGeom prst="rect">
                  <a:avLst/>
                </a:prstGeom>
                <a:noFill/>
              </p:spPr>
              <p:txBody>
                <a:bodyPr wrap="square" lIns="381" tIns="381" rIns="381" bIns="381" rtlCol="0" anchor="ctr">
                  <a:normAutofit fontScale="60000"/>
                </a:bodyPr>
                <a:lstStyle/>
                <a:p>
                  <a:pPr marL="0" indent="0" algn="ctr">
                    <a:buNone/>
                  </a:pPr>
                  <a:r>
                    <a:rPr lang="en-US" sz="1080" b="1" dirty="0">
                      <a:solidFill>
                        <a:srgbClr val="29313D"/>
                      </a:solidFill>
                      <a:latin typeface="微软雅黑" panose="020B0503020204020204" pitchFamily="34" charset="-122"/>
                      <a:ea typeface="微软雅黑" panose="020B0503020204020204" pitchFamily="34" charset="-122"/>
                      <a:cs typeface="微软雅黑" panose="020B0503020204020204" pitchFamily="34" charset="-120"/>
                    </a:rPr>
                    <a:t>图2：理想ROI</a:t>
                  </a:r>
                  <a:endParaRPr lang="en-US" sz="1080" dirty="0"/>
                </a:p>
              </p:txBody>
            </p:sp>
            <p:sp>
              <p:nvSpPr>
                <p:cNvPr id="133" name="Shape 59"/>
                <p:cNvSpPr/>
                <p:nvPr/>
              </p:nvSpPr>
              <p:spPr>
                <a:xfrm>
                  <a:off x="3946" y="3730"/>
                  <a:ext cx="662" cy="662"/>
                </a:xfrm>
                <a:prstGeom prst="roundRect">
                  <a:avLst>
                    <a:gd name="adj" fmla="val 19565"/>
                  </a:avLst>
                </a:prstGeom>
                <a:solidFill>
                  <a:srgbClr val="EAF8EF"/>
                </a:solidFill>
                <a:ln w="15240">
                  <a:solidFill>
                    <a:srgbClr val="14923D"/>
                  </a:solidFill>
                  <a:prstDash val="solid"/>
                </a:ln>
              </p:spPr>
            </p:sp>
          </p:grpSp>
          <p:sp>
            <p:nvSpPr>
              <p:cNvPr id="134" name="Shape 60"/>
              <p:cNvSpPr/>
              <p:nvPr/>
            </p:nvSpPr>
            <p:spPr>
              <a:xfrm>
                <a:off x="4072" y="3855"/>
                <a:ext cx="411" cy="411"/>
              </a:xfrm>
              <a:prstGeom prst="ellipse">
                <a:avLst/>
              </a:prstGeom>
              <a:solidFill>
                <a:srgbClr val="D9DEE6"/>
              </a:solidFill>
              <a:ln w="12700">
                <a:solidFill>
                  <a:srgbClr val="737B86"/>
                </a:solidFill>
                <a:prstDash val="solid"/>
              </a:ln>
            </p:spPr>
          </p:sp>
          <p:sp>
            <p:nvSpPr>
              <p:cNvPr id="135" name="Shape 61"/>
              <p:cNvSpPr/>
              <p:nvPr/>
            </p:nvSpPr>
            <p:spPr>
              <a:xfrm>
                <a:off x="4158" y="3942"/>
                <a:ext cx="238" cy="238"/>
              </a:xfrm>
              <a:prstGeom prst="ellipse">
                <a:avLst/>
              </a:prstGeom>
              <a:solidFill>
                <a:srgbClr val="F9FAFB"/>
              </a:solidFill>
              <a:ln w="12700">
                <a:solidFill>
                  <a:srgbClr val="737B86"/>
                </a:solidFill>
                <a:prstDash val="solid"/>
              </a:ln>
            </p:spPr>
          </p:sp>
          <p:sp>
            <p:nvSpPr>
              <p:cNvPr id="136" name="Shape 62"/>
              <p:cNvSpPr/>
              <p:nvPr/>
            </p:nvSpPr>
            <p:spPr>
              <a:xfrm>
                <a:off x="4225" y="4008"/>
                <a:ext cx="106" cy="106"/>
              </a:xfrm>
              <a:prstGeom prst="ellipse">
                <a:avLst/>
              </a:prstGeom>
              <a:solidFill>
                <a:srgbClr val="9CA3AF"/>
              </a:solidFill>
              <a:ln w="10160">
                <a:solidFill>
                  <a:srgbClr val="737B86"/>
                </a:solidFill>
                <a:prstDash val="solid"/>
              </a:ln>
            </p:spPr>
          </p:sp>
        </p:grpSp>
      </p:grpSp>
      <p:grpSp>
        <p:nvGrpSpPr>
          <p:cNvPr id="195" name="组合 194"/>
          <p:cNvGrpSpPr/>
          <p:nvPr/>
        </p:nvGrpSpPr>
        <p:grpSpPr>
          <a:xfrm>
            <a:off x="3563620" y="1379855"/>
            <a:ext cx="4352290" cy="4622800"/>
            <a:chOff x="5612" y="2173"/>
            <a:chExt cx="6854" cy="7280"/>
          </a:xfrm>
        </p:grpSpPr>
        <p:sp>
          <p:nvSpPr>
            <p:cNvPr id="124" name="Shape 81"/>
            <p:cNvSpPr/>
            <p:nvPr/>
          </p:nvSpPr>
          <p:spPr>
            <a:xfrm>
              <a:off x="5820" y="5472"/>
              <a:ext cx="317" cy="490"/>
            </a:xfrm>
            <a:prstGeom prst="chevron">
              <a:avLst/>
            </a:prstGeom>
            <a:solidFill>
              <a:srgbClr val="1F6BD9"/>
            </a:solidFill>
            <a:ln w="12700">
              <a:solidFill>
                <a:srgbClr val="1F6BD9">
                  <a:alpha val="0"/>
                </a:srgbClr>
              </a:solidFill>
              <a:prstDash val="solid"/>
            </a:ln>
          </p:spPr>
        </p:sp>
        <p:grpSp>
          <p:nvGrpSpPr>
            <p:cNvPr id="192" name="组合 191"/>
            <p:cNvGrpSpPr/>
            <p:nvPr/>
          </p:nvGrpSpPr>
          <p:grpSpPr>
            <a:xfrm>
              <a:off x="5612" y="2173"/>
              <a:ext cx="6855" cy="7280"/>
              <a:chOff x="5612" y="2173"/>
              <a:chExt cx="6855" cy="7280"/>
            </a:xfrm>
          </p:grpSpPr>
          <p:sp>
            <p:nvSpPr>
              <p:cNvPr id="14" name="Shape 6"/>
              <p:cNvSpPr/>
              <p:nvPr/>
            </p:nvSpPr>
            <p:spPr>
              <a:xfrm>
                <a:off x="6269" y="2173"/>
                <a:ext cx="6199" cy="7280"/>
              </a:xfrm>
              <a:prstGeom prst="roundRect">
                <a:avLst>
                  <a:gd name="adj" fmla="val 3089"/>
                </a:avLst>
              </a:prstGeom>
              <a:solidFill>
                <a:srgbClr val="FFFFFF"/>
              </a:solidFill>
              <a:ln w="12700">
                <a:solidFill>
                  <a:srgbClr val="B8CBE2"/>
                </a:solidFill>
                <a:prstDash val="solid"/>
              </a:ln>
              <a:effectLst>
                <a:outerShdw blurRad="12700" dist="50800" dir="2700000" algn="bl" rotWithShape="0">
                  <a:srgbClr val="C9D3DD">
                    <a:alpha val="22000"/>
                  </a:srgbClr>
                </a:outerShdw>
              </a:effectLst>
            </p:spPr>
          </p:sp>
          <p:sp>
            <p:nvSpPr>
              <p:cNvPr id="20" name="Shape 10"/>
              <p:cNvSpPr/>
              <p:nvPr/>
            </p:nvSpPr>
            <p:spPr>
              <a:xfrm>
                <a:off x="6691" y="2430"/>
                <a:ext cx="5198" cy="605"/>
              </a:xfrm>
              <a:prstGeom prst="roundRect">
                <a:avLst>
                  <a:gd name="adj" fmla="val 28571"/>
                </a:avLst>
              </a:prstGeom>
              <a:solidFill>
                <a:srgbClr val="00A7B5"/>
              </a:solidFill>
              <a:ln w="12700">
                <a:solidFill>
                  <a:srgbClr val="00A7B5">
                    <a:alpha val="0"/>
                  </a:srgbClr>
                </a:solidFill>
                <a:prstDash val="solid"/>
              </a:ln>
            </p:spPr>
          </p:sp>
          <p:sp>
            <p:nvSpPr>
              <p:cNvPr id="21" name="Text 11"/>
              <p:cNvSpPr/>
              <p:nvPr/>
            </p:nvSpPr>
            <p:spPr>
              <a:xfrm>
                <a:off x="5612" y="2473"/>
                <a:ext cx="6538" cy="144"/>
              </a:xfrm>
              <a:prstGeom prst="rect">
                <a:avLst/>
              </a:prstGeom>
              <a:noFill/>
            </p:spPr>
            <p:txBody>
              <a:bodyPr wrap="square" lIns="381" tIns="381" rIns="381" bIns="381" rtlCol="0" anchor="ctr">
                <a:noAutofit/>
              </a:bodyPr>
              <a:lstStyle/>
              <a:p>
                <a:pPr marL="0" indent="0" algn="ctr">
                  <a:buNone/>
                </a:pPr>
                <a:endPar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现实问题：</a:t>
                </a:r>
                <a:r>
                  <a:rPr lang="zh-CN" alt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图像</a:t>
                </a: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会移动、旋转</a:t>
                </a:r>
                <a:endPar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8" name="Shape 44"/>
              <p:cNvSpPr/>
              <p:nvPr/>
            </p:nvSpPr>
            <p:spPr>
              <a:xfrm>
                <a:off x="6754" y="6739"/>
                <a:ext cx="1613" cy="490"/>
              </a:xfrm>
              <a:prstGeom prst="roundRect">
                <a:avLst>
                  <a:gd name="adj" fmla="val 29412"/>
                </a:avLst>
              </a:prstGeom>
              <a:solidFill>
                <a:srgbClr val="FDECEC"/>
              </a:solidFill>
              <a:ln w="12700">
                <a:solidFill>
                  <a:srgbClr val="D93F3F"/>
                </a:solidFill>
                <a:prstDash val="solid"/>
              </a:ln>
            </p:spPr>
          </p:sp>
          <p:sp>
            <p:nvSpPr>
              <p:cNvPr id="69" name="Text 45"/>
              <p:cNvSpPr/>
              <p:nvPr/>
            </p:nvSpPr>
            <p:spPr>
              <a:xfrm>
                <a:off x="7013" y="6910"/>
                <a:ext cx="1094" cy="115"/>
              </a:xfrm>
              <a:prstGeom prst="rect">
                <a:avLst/>
              </a:prstGeom>
              <a:noFill/>
            </p:spPr>
            <p:txBody>
              <a:bodyPr wrap="square" lIns="381" tIns="381" rIns="381" bIns="381" rtlCol="0" anchor="ctr">
                <a:noAutofit/>
              </a:bodyPr>
              <a:lstStyle/>
              <a:p>
                <a:pPr marL="0" indent="0" algn="ctr">
                  <a:buNone/>
                </a:pPr>
                <a:r>
                  <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rPr>
                  <a:t>位置变化</a:t>
                </a:r>
                <a:endPar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0" name="Shape 46"/>
              <p:cNvSpPr/>
              <p:nvPr/>
            </p:nvSpPr>
            <p:spPr>
              <a:xfrm>
                <a:off x="8655" y="6739"/>
                <a:ext cx="1613" cy="490"/>
              </a:xfrm>
              <a:prstGeom prst="roundRect">
                <a:avLst>
                  <a:gd name="adj" fmla="val 29412"/>
                </a:avLst>
              </a:prstGeom>
              <a:solidFill>
                <a:srgbClr val="FDECEC"/>
              </a:solidFill>
              <a:ln w="12700">
                <a:solidFill>
                  <a:srgbClr val="D93F3F"/>
                </a:solidFill>
                <a:prstDash val="solid"/>
              </a:ln>
            </p:spPr>
          </p:sp>
          <p:sp>
            <p:nvSpPr>
              <p:cNvPr id="71" name="Text 47"/>
              <p:cNvSpPr/>
              <p:nvPr/>
            </p:nvSpPr>
            <p:spPr>
              <a:xfrm>
                <a:off x="8914" y="6910"/>
                <a:ext cx="1094" cy="115"/>
              </a:xfrm>
              <a:prstGeom prst="rect">
                <a:avLst/>
              </a:prstGeom>
              <a:noFill/>
            </p:spPr>
            <p:txBody>
              <a:bodyPr wrap="square" lIns="381" tIns="381" rIns="381" bIns="381" rtlCol="0" anchor="ctr">
                <a:noAutofit/>
              </a:bodyPr>
              <a:lstStyle/>
              <a:p>
                <a:pPr marL="0" indent="0" algn="ctr">
                  <a:buNone/>
                </a:pPr>
                <a:r>
                  <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rPr>
                  <a:t>角度变化</a:t>
                </a:r>
                <a:endPar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2" name="Shape 48"/>
              <p:cNvSpPr/>
              <p:nvPr/>
            </p:nvSpPr>
            <p:spPr>
              <a:xfrm>
                <a:off x="10555" y="6739"/>
                <a:ext cx="1613" cy="490"/>
              </a:xfrm>
              <a:prstGeom prst="roundRect">
                <a:avLst>
                  <a:gd name="adj" fmla="val 29412"/>
                </a:avLst>
              </a:prstGeom>
              <a:solidFill>
                <a:srgbClr val="FDECEC"/>
              </a:solidFill>
              <a:ln w="12700">
                <a:solidFill>
                  <a:srgbClr val="D93F3F"/>
                </a:solidFill>
                <a:prstDash val="solid"/>
              </a:ln>
            </p:spPr>
          </p:sp>
          <p:sp>
            <p:nvSpPr>
              <p:cNvPr id="73" name="Text 49"/>
              <p:cNvSpPr/>
              <p:nvPr/>
            </p:nvSpPr>
            <p:spPr>
              <a:xfrm>
                <a:off x="10817" y="6910"/>
                <a:ext cx="1094" cy="115"/>
              </a:xfrm>
              <a:prstGeom prst="rect">
                <a:avLst/>
              </a:prstGeom>
              <a:noFill/>
            </p:spPr>
            <p:txBody>
              <a:bodyPr wrap="square" lIns="381" tIns="381" rIns="381" bIns="381" rtlCol="0" anchor="ctr">
                <a:noAutofit/>
              </a:bodyPr>
              <a:lstStyle/>
              <a:p>
                <a:pPr marL="0" indent="0" algn="ctr">
                  <a:buNone/>
                </a:pPr>
                <a:r>
                  <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rPr>
                  <a:t>背景较多</a:t>
                </a:r>
                <a:endParaRPr lang="en-US" sz="1100" b="1" dirty="0">
                  <a:solidFill>
                    <a:srgbClr val="D93F3F"/>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139" name="组合 138"/>
              <p:cNvGrpSpPr/>
              <p:nvPr/>
            </p:nvGrpSpPr>
            <p:grpSpPr>
              <a:xfrm rot="300000">
                <a:off x="7366" y="4071"/>
                <a:ext cx="1786" cy="1324"/>
                <a:chOff x="1325" y="3384"/>
                <a:chExt cx="1786" cy="1324"/>
              </a:xfrm>
            </p:grpSpPr>
            <p:sp>
              <p:nvSpPr>
                <p:cNvPr id="140" name="Shape 14"/>
                <p:cNvSpPr/>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txBody>
                <a:bodyPr/>
                <a:p>
                  <a:endParaRPr lang="zh-CN" altLang="en-US"/>
                </a:p>
              </p:txBody>
            </p:sp>
            <p:grpSp>
              <p:nvGrpSpPr>
                <p:cNvPr id="141" name="组合 140"/>
                <p:cNvGrpSpPr/>
                <p:nvPr/>
              </p:nvGrpSpPr>
              <p:grpSpPr>
                <a:xfrm>
                  <a:off x="1886" y="3647"/>
                  <a:ext cx="662" cy="662"/>
                  <a:chOff x="5673" y="4579"/>
                  <a:chExt cx="662" cy="662"/>
                </a:xfrm>
              </p:grpSpPr>
              <p:sp>
                <p:nvSpPr>
                  <p:cNvPr id="142" name="Shape 59"/>
                  <p:cNvSpPr/>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43" name="Shape 60"/>
                  <p:cNvSpPr/>
                  <p:nvPr/>
                </p:nvSpPr>
                <p:spPr>
                  <a:xfrm>
                    <a:off x="5799" y="4704"/>
                    <a:ext cx="411" cy="411"/>
                  </a:xfrm>
                  <a:prstGeom prst="ellipse">
                    <a:avLst/>
                  </a:prstGeom>
                  <a:solidFill>
                    <a:srgbClr val="D9DEE6"/>
                  </a:solidFill>
                  <a:ln w="12700">
                    <a:solidFill>
                      <a:srgbClr val="737B86"/>
                    </a:solidFill>
                    <a:prstDash val="solid"/>
                  </a:ln>
                </p:spPr>
              </p:sp>
              <p:sp>
                <p:nvSpPr>
                  <p:cNvPr id="144" name="Shape 61"/>
                  <p:cNvSpPr/>
                  <p:nvPr/>
                </p:nvSpPr>
                <p:spPr>
                  <a:xfrm>
                    <a:off x="5885" y="4791"/>
                    <a:ext cx="238" cy="238"/>
                  </a:xfrm>
                  <a:prstGeom prst="ellipse">
                    <a:avLst/>
                  </a:prstGeom>
                  <a:solidFill>
                    <a:srgbClr val="F9FAFB"/>
                  </a:solidFill>
                  <a:ln w="12700">
                    <a:solidFill>
                      <a:srgbClr val="737B86"/>
                    </a:solidFill>
                    <a:prstDash val="solid"/>
                  </a:ln>
                </p:spPr>
              </p:sp>
              <p:sp>
                <p:nvSpPr>
                  <p:cNvPr id="145" name="Shape 62"/>
                  <p:cNvSpPr/>
                  <p:nvPr/>
                </p:nvSpPr>
                <p:spPr>
                  <a:xfrm>
                    <a:off x="5952" y="4857"/>
                    <a:ext cx="106" cy="106"/>
                  </a:xfrm>
                  <a:prstGeom prst="ellipse">
                    <a:avLst/>
                  </a:prstGeom>
                  <a:solidFill>
                    <a:srgbClr val="9CA3AF"/>
                  </a:solidFill>
                  <a:ln w="10160">
                    <a:solidFill>
                      <a:srgbClr val="737B86"/>
                    </a:solidFill>
                    <a:prstDash val="solid"/>
                  </a:ln>
                </p:spPr>
              </p:sp>
            </p:grpSp>
          </p:grpSp>
          <p:grpSp>
            <p:nvGrpSpPr>
              <p:cNvPr id="153" name="组合 152"/>
              <p:cNvGrpSpPr/>
              <p:nvPr/>
            </p:nvGrpSpPr>
            <p:grpSpPr>
              <a:xfrm rot="21420000">
                <a:off x="10070" y="4042"/>
                <a:ext cx="1786" cy="1324"/>
                <a:chOff x="1325" y="3384"/>
                <a:chExt cx="1786" cy="1324"/>
              </a:xfrm>
            </p:grpSpPr>
            <p:sp>
              <p:nvSpPr>
                <p:cNvPr id="154" name="Shape 14"/>
                <p:cNvSpPr/>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txBody>
                <a:bodyPr/>
                <a:p>
                  <a:endParaRPr lang="zh-CN" altLang="en-US"/>
                </a:p>
              </p:txBody>
            </p:sp>
            <p:grpSp>
              <p:nvGrpSpPr>
                <p:cNvPr id="155" name="组合 154"/>
                <p:cNvGrpSpPr/>
                <p:nvPr/>
              </p:nvGrpSpPr>
              <p:grpSpPr>
                <a:xfrm>
                  <a:off x="1886" y="3647"/>
                  <a:ext cx="662" cy="662"/>
                  <a:chOff x="5673" y="4579"/>
                  <a:chExt cx="662" cy="662"/>
                </a:xfrm>
              </p:grpSpPr>
              <p:sp>
                <p:nvSpPr>
                  <p:cNvPr id="156" name="Shape 59"/>
                  <p:cNvSpPr/>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57" name="Shape 60"/>
                  <p:cNvSpPr/>
                  <p:nvPr/>
                </p:nvSpPr>
                <p:spPr>
                  <a:xfrm>
                    <a:off x="5799" y="4704"/>
                    <a:ext cx="411" cy="411"/>
                  </a:xfrm>
                  <a:prstGeom prst="ellipse">
                    <a:avLst/>
                  </a:prstGeom>
                  <a:solidFill>
                    <a:srgbClr val="D9DEE6"/>
                  </a:solidFill>
                  <a:ln w="12700">
                    <a:solidFill>
                      <a:srgbClr val="737B86"/>
                    </a:solidFill>
                    <a:prstDash val="solid"/>
                  </a:ln>
                </p:spPr>
              </p:sp>
              <p:sp>
                <p:nvSpPr>
                  <p:cNvPr id="158" name="Shape 61"/>
                  <p:cNvSpPr/>
                  <p:nvPr/>
                </p:nvSpPr>
                <p:spPr>
                  <a:xfrm>
                    <a:off x="5885" y="4791"/>
                    <a:ext cx="238" cy="238"/>
                  </a:xfrm>
                  <a:prstGeom prst="ellipse">
                    <a:avLst/>
                  </a:prstGeom>
                  <a:solidFill>
                    <a:srgbClr val="F9FAFB"/>
                  </a:solidFill>
                  <a:ln w="12700">
                    <a:solidFill>
                      <a:srgbClr val="737B86"/>
                    </a:solidFill>
                    <a:prstDash val="solid"/>
                  </a:ln>
                </p:spPr>
              </p:sp>
              <p:sp>
                <p:nvSpPr>
                  <p:cNvPr id="159" name="Shape 62"/>
                  <p:cNvSpPr/>
                  <p:nvPr/>
                </p:nvSpPr>
                <p:spPr>
                  <a:xfrm>
                    <a:off x="5952" y="4857"/>
                    <a:ext cx="106" cy="106"/>
                  </a:xfrm>
                  <a:prstGeom prst="ellipse">
                    <a:avLst/>
                  </a:prstGeom>
                  <a:solidFill>
                    <a:srgbClr val="9CA3AF"/>
                  </a:solidFill>
                  <a:ln w="10160">
                    <a:solidFill>
                      <a:srgbClr val="737B86"/>
                    </a:solidFill>
                    <a:prstDash val="solid"/>
                  </a:ln>
                </p:spPr>
              </p:sp>
            </p:grpSp>
          </p:grpSp>
        </p:grpSp>
      </p:grpSp>
      <p:sp>
        <p:nvSpPr>
          <p:cNvPr id="176" name="Text 80"/>
          <p:cNvSpPr/>
          <p:nvPr/>
        </p:nvSpPr>
        <p:spPr>
          <a:xfrm>
            <a:off x="631317" y="6389878"/>
            <a:ext cx="2340864" cy="91440"/>
          </a:xfrm>
          <a:prstGeom prst="rect">
            <a:avLst/>
          </a:prstGeom>
          <a:noFill/>
        </p:spPr>
        <p:txBody>
          <a:bodyPr wrap="square" lIns="381" tIns="381" rIns="381" bIns="381" rtlCol="0" anchor="ctr">
            <a:noAutofit/>
          </a:bodyPr>
          <a:lstStyle/>
          <a:p>
            <a:pPr marL="0" indent="0" algn="ctr">
              <a:buNone/>
            </a:pPr>
            <a:r>
              <a:rPr lang="en-US" sz="1300" b="1" dirty="0">
                <a:solidFill>
                  <a:srgbClr val="8A5A00"/>
                </a:solidFill>
                <a:latin typeface="微软雅黑" panose="020B0503020204020204" pitchFamily="34" charset="-122"/>
                <a:ea typeface="微软雅黑" panose="020B0503020204020204" pitchFamily="34" charset="-122"/>
                <a:cs typeface="微软雅黑" panose="020B0503020204020204" pitchFamily="34" charset="-120"/>
              </a:rPr>
              <a:t>先定位，截ROI，再</a:t>
            </a:r>
            <a:r>
              <a:rPr lang="zh-CN" altLang="en-US" sz="1300" b="1" dirty="0">
                <a:solidFill>
                  <a:srgbClr val="8A5A00"/>
                </a:solidFill>
                <a:latin typeface="微软雅黑" panose="020B0503020204020204" pitchFamily="34" charset="-122"/>
                <a:ea typeface="微软雅黑" panose="020B0503020204020204" pitchFamily="34" charset="-122"/>
                <a:cs typeface="微软雅黑" panose="020B0503020204020204" pitchFamily="34" charset="-120"/>
              </a:rPr>
              <a:t>学习</a:t>
            </a:r>
            <a:r>
              <a:rPr lang="en-US" sz="1300" b="1" dirty="0">
                <a:solidFill>
                  <a:srgbClr val="8A5A00"/>
                </a:solidFill>
                <a:latin typeface="微软雅黑" panose="020B0503020204020204" pitchFamily="34" charset="-122"/>
                <a:ea typeface="微软雅黑" panose="020B0503020204020204" pitchFamily="34" charset="-122"/>
                <a:cs typeface="微软雅黑" panose="020B0503020204020204" pitchFamily="34" charset="-120"/>
              </a:rPr>
              <a:t>判断</a:t>
            </a:r>
            <a:endParaRPr lang="en-US" sz="1300" b="1" dirty="0">
              <a:solidFill>
                <a:srgbClr val="8A5A00"/>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196" name="组合 195"/>
          <p:cNvGrpSpPr/>
          <p:nvPr/>
        </p:nvGrpSpPr>
        <p:grpSpPr>
          <a:xfrm>
            <a:off x="8068310" y="1398905"/>
            <a:ext cx="3937635" cy="4622800"/>
            <a:chOff x="12706" y="2203"/>
            <a:chExt cx="6201" cy="7280"/>
          </a:xfrm>
        </p:grpSpPr>
        <p:sp>
          <p:nvSpPr>
            <p:cNvPr id="125" name="Shape 82"/>
            <p:cNvSpPr/>
            <p:nvPr/>
          </p:nvSpPr>
          <p:spPr>
            <a:xfrm>
              <a:off x="12706" y="5413"/>
              <a:ext cx="317" cy="490"/>
            </a:xfrm>
            <a:prstGeom prst="chevron">
              <a:avLst/>
            </a:prstGeom>
            <a:solidFill>
              <a:srgbClr val="1F6BD9"/>
            </a:solidFill>
            <a:ln w="12700">
              <a:solidFill>
                <a:srgbClr val="1F6BD9">
                  <a:alpha val="0"/>
                </a:srgbClr>
              </a:solidFill>
              <a:prstDash val="solid"/>
            </a:ln>
          </p:spPr>
        </p:sp>
        <p:grpSp>
          <p:nvGrpSpPr>
            <p:cNvPr id="194" name="组合 193"/>
            <p:cNvGrpSpPr/>
            <p:nvPr/>
          </p:nvGrpSpPr>
          <p:grpSpPr>
            <a:xfrm>
              <a:off x="13291" y="2203"/>
              <a:ext cx="5616" cy="7280"/>
              <a:chOff x="13291" y="2203"/>
              <a:chExt cx="5616" cy="7280"/>
            </a:xfrm>
          </p:grpSpPr>
          <p:grpSp>
            <p:nvGrpSpPr>
              <p:cNvPr id="193" name="组合 192"/>
              <p:cNvGrpSpPr/>
              <p:nvPr/>
            </p:nvGrpSpPr>
            <p:grpSpPr>
              <a:xfrm>
                <a:off x="13291" y="2203"/>
                <a:ext cx="5616" cy="7280"/>
                <a:chOff x="13291" y="2203"/>
                <a:chExt cx="5616" cy="7280"/>
              </a:xfrm>
            </p:grpSpPr>
            <p:sp>
              <p:nvSpPr>
                <p:cNvPr id="16" name="Shape 7"/>
                <p:cNvSpPr/>
                <p:nvPr/>
              </p:nvSpPr>
              <p:spPr>
                <a:xfrm>
                  <a:off x="13291" y="2203"/>
                  <a:ext cx="5616" cy="7281"/>
                </a:xfrm>
                <a:prstGeom prst="roundRect">
                  <a:avLst>
                    <a:gd name="adj" fmla="val 4734"/>
                  </a:avLst>
                </a:prstGeom>
                <a:solidFill>
                  <a:srgbClr val="FFFFFF"/>
                </a:solidFill>
                <a:ln w="12700">
                  <a:solidFill>
                    <a:srgbClr val="B8CBE2"/>
                  </a:solidFill>
                  <a:prstDash val="solid"/>
                </a:ln>
                <a:effectLst>
                  <a:outerShdw blurRad="12700" dist="50800" dir="2700000" algn="bl" rotWithShape="0">
                    <a:srgbClr val="C9D3DD">
                      <a:alpha val="22000"/>
                    </a:srgbClr>
                  </a:outerShdw>
                </a:effectLst>
              </p:spPr>
            </p:sp>
            <p:sp>
              <p:nvSpPr>
                <p:cNvPr id="22" name="Shape 12"/>
                <p:cNvSpPr/>
                <p:nvPr/>
              </p:nvSpPr>
              <p:spPr>
                <a:xfrm>
                  <a:off x="13801" y="2430"/>
                  <a:ext cx="4406" cy="605"/>
                </a:xfrm>
                <a:prstGeom prst="roundRect">
                  <a:avLst>
                    <a:gd name="adj" fmla="val 28571"/>
                  </a:avLst>
                </a:prstGeom>
                <a:solidFill>
                  <a:schemeClr val="accent3"/>
                </a:solidFill>
                <a:ln w="12700">
                  <a:solidFill>
                    <a:srgbClr val="1F6BD9">
                      <a:alpha val="0"/>
                    </a:srgbClr>
                  </a:solidFill>
                  <a:prstDash val="solid"/>
                </a:ln>
              </p:spPr>
            </p:sp>
            <p:sp>
              <p:nvSpPr>
                <p:cNvPr id="23" name="Text 13"/>
                <p:cNvSpPr/>
                <p:nvPr/>
              </p:nvSpPr>
              <p:spPr>
                <a:xfrm>
                  <a:off x="14031" y="2663"/>
                  <a:ext cx="4032" cy="144"/>
                </a:xfrm>
                <a:prstGeom prst="rect">
                  <a:avLst/>
                </a:prstGeom>
                <a:noFill/>
              </p:spPr>
              <p:txBody>
                <a:bodyPr wrap="square" lIns="381" tIns="381" rIns="381" bIns="381" rtlCol="0" anchor="ctr">
                  <a:noAutofit/>
                </a:bodyPr>
                <a:lstStyle/>
                <a:p>
                  <a:pPr marL="0" indent="0" algn="ctr">
                    <a:buNone/>
                  </a:pPr>
                  <a:r>
                    <a:rPr lang="zh-CN" alt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模板匹配解决只需学习的</a:t>
                  </a:r>
                  <a:r>
                    <a:rPr lang="zh-CN" alt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区域</a:t>
                  </a:r>
                  <a:endParaRPr lang="zh-CN" alt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178" name="组合 177"/>
                <p:cNvGrpSpPr/>
                <p:nvPr/>
              </p:nvGrpSpPr>
              <p:grpSpPr>
                <a:xfrm>
                  <a:off x="13740" y="6351"/>
                  <a:ext cx="4638" cy="1324"/>
                  <a:chOff x="6797" y="7675"/>
                  <a:chExt cx="6018" cy="1324"/>
                </a:xfrm>
              </p:grpSpPr>
              <p:sp>
                <p:nvSpPr>
                  <p:cNvPr id="74" name="Shape 50"/>
                  <p:cNvSpPr/>
                  <p:nvPr/>
                </p:nvSpPr>
                <p:spPr>
                  <a:xfrm>
                    <a:off x="6797" y="7675"/>
                    <a:ext cx="6019" cy="1325"/>
                  </a:xfrm>
                  <a:prstGeom prst="roundRect">
                    <a:avLst>
                      <a:gd name="adj" fmla="val 15217"/>
                    </a:avLst>
                  </a:prstGeom>
                  <a:solidFill>
                    <a:srgbClr val="EAF3FF"/>
                  </a:solidFill>
                  <a:ln w="12700">
                    <a:solidFill>
                      <a:srgbClr val="B7CFEF"/>
                    </a:solidFill>
                    <a:prstDash val="solid"/>
                  </a:ln>
                </p:spPr>
              </p:sp>
              <p:grpSp>
                <p:nvGrpSpPr>
                  <p:cNvPr id="177" name="组合 176"/>
                  <p:cNvGrpSpPr/>
                  <p:nvPr/>
                </p:nvGrpSpPr>
                <p:grpSpPr>
                  <a:xfrm>
                    <a:off x="6955" y="7920"/>
                    <a:ext cx="806" cy="792"/>
                    <a:chOff x="6955" y="7920"/>
                    <a:chExt cx="806" cy="792"/>
                  </a:xfrm>
                </p:grpSpPr>
                <p:sp>
                  <p:nvSpPr>
                    <p:cNvPr id="75" name="Shape 51"/>
                    <p:cNvSpPr/>
                    <p:nvPr/>
                  </p:nvSpPr>
                  <p:spPr>
                    <a:xfrm>
                      <a:off x="7099" y="8050"/>
                      <a:ext cx="518" cy="518"/>
                    </a:xfrm>
                    <a:prstGeom prst="ellipse">
                      <a:avLst/>
                    </a:prstGeom>
                    <a:solidFill>
                      <a:srgbClr val="FFFFFF">
                        <a:alpha val="0"/>
                      </a:srgbClr>
                    </a:solidFill>
                    <a:ln w="17780">
                      <a:solidFill>
                        <a:srgbClr val="1F6BD9"/>
                      </a:solidFill>
                      <a:prstDash val="solid"/>
                    </a:ln>
                  </p:spPr>
                </p:sp>
                <p:sp>
                  <p:nvSpPr>
                    <p:cNvPr id="76" name="Shape 52"/>
                    <p:cNvSpPr/>
                    <p:nvPr/>
                  </p:nvSpPr>
                  <p:spPr>
                    <a:xfrm>
                      <a:off x="7359" y="7920"/>
                      <a:ext cx="0" cy="792"/>
                    </a:xfrm>
                    <a:prstGeom prst="line">
                      <a:avLst/>
                    </a:prstGeom>
                    <a:noFill/>
                    <a:ln w="13970">
                      <a:solidFill>
                        <a:srgbClr val="1F6BD9"/>
                      </a:solidFill>
                      <a:prstDash val="solid"/>
                    </a:ln>
                  </p:spPr>
                </p:sp>
                <p:sp>
                  <p:nvSpPr>
                    <p:cNvPr id="77" name="Shape 53"/>
                    <p:cNvSpPr/>
                    <p:nvPr/>
                  </p:nvSpPr>
                  <p:spPr>
                    <a:xfrm>
                      <a:off x="6955" y="8309"/>
                      <a:ext cx="806" cy="0"/>
                    </a:xfrm>
                    <a:prstGeom prst="line">
                      <a:avLst/>
                    </a:prstGeom>
                    <a:noFill/>
                    <a:ln w="13970">
                      <a:solidFill>
                        <a:srgbClr val="1F6BD9"/>
                      </a:solidFill>
                      <a:prstDash val="solid"/>
                    </a:ln>
                  </p:spPr>
                </p:sp>
              </p:grpSp>
              <p:sp>
                <p:nvSpPr>
                  <p:cNvPr id="78" name="Text 54"/>
                  <p:cNvSpPr/>
                  <p:nvPr/>
                </p:nvSpPr>
                <p:spPr>
                  <a:xfrm>
                    <a:off x="7906" y="7920"/>
                    <a:ext cx="2621" cy="187"/>
                  </a:xfrm>
                  <a:prstGeom prst="rect">
                    <a:avLst/>
                  </a:prstGeom>
                  <a:noFill/>
                </p:spPr>
                <p:txBody>
                  <a:bodyPr wrap="square" lIns="381" tIns="381" rIns="381" bIns="381" rtlCol="0" anchor="ctr">
                    <a:noAutofit/>
                  </a:bodyPr>
                  <a:lstStyle/>
                  <a:p>
                    <a:pPr marL="0" indent="0" algn="l">
                      <a:buNone/>
                    </a:pPr>
                    <a:r>
                      <a:rPr lang="en-US" sz="900" b="1" dirty="0">
                        <a:solidFill>
                          <a:srgbClr val="1E4F8F"/>
                        </a:solidFill>
                        <a:latin typeface="微软雅黑" panose="020B0503020204020204" pitchFamily="34" charset="-122"/>
                        <a:ea typeface="微软雅黑" panose="020B0503020204020204" pitchFamily="34" charset="-122"/>
                        <a:cs typeface="微软雅黑" panose="020B0503020204020204" pitchFamily="34" charset="-120"/>
                      </a:rPr>
                      <a:t>模板匹配做什么？</a:t>
                    </a:r>
                    <a:endParaRPr lang="en-US" sz="900" b="1" dirty="0">
                      <a:solidFill>
                        <a:srgbClr val="1E4F8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9" name="Text 55"/>
                  <p:cNvSpPr/>
                  <p:nvPr/>
                </p:nvSpPr>
                <p:spPr>
                  <a:xfrm>
                    <a:off x="7906" y="8338"/>
                    <a:ext cx="4392" cy="259"/>
                  </a:xfrm>
                  <a:prstGeom prst="rect">
                    <a:avLst/>
                  </a:prstGeom>
                  <a:noFill/>
                </p:spPr>
                <p:txBody>
                  <a:bodyPr wrap="square" lIns="381" tIns="381" rIns="381" bIns="381" rtlCol="0" anchor="ctr">
                    <a:normAutofit fontScale="25000"/>
                  </a:bodyPr>
                  <a:lstStyle/>
                  <a:p>
                    <a:pPr marL="0" indent="0" algn="l">
                      <a:buNone/>
                    </a:pPr>
                    <a:r>
                      <a:rPr lang="en-US" sz="4800" dirty="0">
                        <a:solidFill>
                          <a:srgbClr val="29313D"/>
                        </a:solidFill>
                        <a:latin typeface="微软雅黑" panose="020B0503020204020204" pitchFamily="34" charset="-122"/>
                        <a:ea typeface="微软雅黑" panose="020B0503020204020204" pitchFamily="34" charset="-122"/>
                        <a:cs typeface="微软雅黑" panose="020B0503020204020204" pitchFamily="34" charset="-120"/>
                      </a:rPr>
                      <a:t>用</a:t>
                    </a:r>
                    <a:r>
                      <a:rPr lang="en-US" sz="4800" dirty="0">
                        <a:solidFill>
                          <a:srgbClr val="29313D"/>
                        </a:solidFill>
                        <a:latin typeface="微软雅黑" panose="020B0503020204020204" pitchFamily="34" charset="-122"/>
                        <a:ea typeface="微软雅黑" panose="020B0503020204020204" pitchFamily="34" charset="-122"/>
                        <a:cs typeface="微软雅黑" panose="020B0503020204020204" pitchFamily="34" charset="-120"/>
                      </a:rPr>
                      <a:t>一个“参考目标”</a:t>
                    </a:r>
                    <a:endParaRPr lang="en-US" sz="4800" dirty="0"/>
                  </a:p>
                </p:txBody>
              </p:sp>
            </p:grpSp>
            <p:sp>
              <p:nvSpPr>
                <p:cNvPr id="83" name="Shape 59"/>
                <p:cNvSpPr/>
                <p:nvPr/>
              </p:nvSpPr>
              <p:spPr>
                <a:xfrm>
                  <a:off x="15718" y="4444"/>
                  <a:ext cx="374" cy="317"/>
                </a:xfrm>
                <a:prstGeom prst="chevron">
                  <a:avLst/>
                </a:prstGeom>
                <a:solidFill>
                  <a:srgbClr val="1F6BD9"/>
                </a:solidFill>
                <a:ln w="12700">
                  <a:solidFill>
                    <a:srgbClr val="1F6BD9">
                      <a:alpha val="0"/>
                    </a:srgbClr>
                  </a:solidFill>
                  <a:prstDash val="solid"/>
                </a:ln>
              </p:spPr>
            </p:sp>
            <p:grpSp>
              <p:nvGrpSpPr>
                <p:cNvPr id="169" name="组合 168"/>
                <p:cNvGrpSpPr/>
                <p:nvPr/>
              </p:nvGrpSpPr>
              <p:grpSpPr>
                <a:xfrm>
                  <a:off x="13801" y="3942"/>
                  <a:ext cx="1786" cy="1324"/>
                  <a:chOff x="1325" y="3384"/>
                  <a:chExt cx="1786" cy="1324"/>
                </a:xfrm>
              </p:grpSpPr>
              <p:sp>
                <p:nvSpPr>
                  <p:cNvPr id="170" name="Shape 14"/>
                  <p:cNvSpPr/>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sp>
              <p:grpSp>
                <p:nvGrpSpPr>
                  <p:cNvPr id="171" name="组合 170"/>
                  <p:cNvGrpSpPr/>
                  <p:nvPr/>
                </p:nvGrpSpPr>
                <p:grpSpPr>
                  <a:xfrm>
                    <a:off x="1886" y="3647"/>
                    <a:ext cx="662" cy="662"/>
                    <a:chOff x="5673" y="4579"/>
                    <a:chExt cx="662" cy="662"/>
                  </a:xfrm>
                </p:grpSpPr>
                <p:sp>
                  <p:nvSpPr>
                    <p:cNvPr id="172" name="Shape 59"/>
                    <p:cNvSpPr/>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73" name="Shape 60"/>
                    <p:cNvSpPr/>
                    <p:nvPr/>
                  </p:nvSpPr>
                  <p:spPr>
                    <a:xfrm>
                      <a:off x="5799" y="4704"/>
                      <a:ext cx="411" cy="411"/>
                    </a:xfrm>
                    <a:prstGeom prst="ellipse">
                      <a:avLst/>
                    </a:prstGeom>
                    <a:solidFill>
                      <a:srgbClr val="D9DEE6"/>
                    </a:solidFill>
                    <a:ln w="12700">
                      <a:solidFill>
                        <a:srgbClr val="737B86"/>
                      </a:solidFill>
                      <a:prstDash val="solid"/>
                    </a:ln>
                  </p:spPr>
                </p:sp>
                <p:sp>
                  <p:nvSpPr>
                    <p:cNvPr id="174" name="Shape 61"/>
                    <p:cNvSpPr/>
                    <p:nvPr/>
                  </p:nvSpPr>
                  <p:spPr>
                    <a:xfrm>
                      <a:off x="5885" y="4791"/>
                      <a:ext cx="238" cy="238"/>
                    </a:xfrm>
                    <a:prstGeom prst="ellipse">
                      <a:avLst/>
                    </a:prstGeom>
                    <a:solidFill>
                      <a:srgbClr val="F9FAFB"/>
                    </a:solidFill>
                    <a:ln w="12700">
                      <a:solidFill>
                        <a:srgbClr val="737B86"/>
                      </a:solidFill>
                      <a:prstDash val="solid"/>
                    </a:ln>
                  </p:spPr>
                </p:sp>
                <p:sp>
                  <p:nvSpPr>
                    <p:cNvPr id="175" name="Shape 62"/>
                    <p:cNvSpPr/>
                    <p:nvPr/>
                  </p:nvSpPr>
                  <p:spPr>
                    <a:xfrm>
                      <a:off x="5952" y="4857"/>
                      <a:ext cx="106" cy="106"/>
                    </a:xfrm>
                    <a:prstGeom prst="ellipse">
                      <a:avLst/>
                    </a:prstGeom>
                    <a:solidFill>
                      <a:srgbClr val="9CA3AF"/>
                    </a:solidFill>
                    <a:ln w="10160">
                      <a:solidFill>
                        <a:srgbClr val="737B86"/>
                      </a:solidFill>
                      <a:prstDash val="solid"/>
                    </a:ln>
                  </p:spPr>
                </p:sp>
              </p:grpSp>
            </p:grpSp>
            <p:grpSp>
              <p:nvGrpSpPr>
                <p:cNvPr id="179" name="组合 178"/>
                <p:cNvGrpSpPr/>
                <p:nvPr/>
              </p:nvGrpSpPr>
              <p:grpSpPr>
                <a:xfrm>
                  <a:off x="16203" y="3942"/>
                  <a:ext cx="1786" cy="1324"/>
                  <a:chOff x="1325" y="3384"/>
                  <a:chExt cx="1786" cy="1324"/>
                </a:xfrm>
              </p:grpSpPr>
              <p:sp>
                <p:nvSpPr>
                  <p:cNvPr id="180" name="Shape 14"/>
                  <p:cNvSpPr/>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sp>
              <p:grpSp>
                <p:nvGrpSpPr>
                  <p:cNvPr id="181" name="组合 180"/>
                  <p:cNvGrpSpPr/>
                  <p:nvPr/>
                </p:nvGrpSpPr>
                <p:grpSpPr>
                  <a:xfrm>
                    <a:off x="1886" y="3647"/>
                    <a:ext cx="662" cy="662"/>
                    <a:chOff x="5673" y="4579"/>
                    <a:chExt cx="662" cy="662"/>
                  </a:xfrm>
                </p:grpSpPr>
                <p:sp>
                  <p:nvSpPr>
                    <p:cNvPr id="182" name="Shape 59"/>
                    <p:cNvSpPr/>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83" name="Shape 60"/>
                    <p:cNvSpPr/>
                    <p:nvPr/>
                  </p:nvSpPr>
                  <p:spPr>
                    <a:xfrm>
                      <a:off x="5799" y="4704"/>
                      <a:ext cx="411" cy="411"/>
                    </a:xfrm>
                    <a:prstGeom prst="ellipse">
                      <a:avLst/>
                    </a:prstGeom>
                    <a:solidFill>
                      <a:srgbClr val="D9DEE6"/>
                    </a:solidFill>
                    <a:ln w="12700">
                      <a:solidFill>
                        <a:srgbClr val="737B86"/>
                      </a:solidFill>
                      <a:prstDash val="solid"/>
                    </a:ln>
                  </p:spPr>
                </p:sp>
                <p:sp>
                  <p:nvSpPr>
                    <p:cNvPr id="184" name="Shape 61"/>
                    <p:cNvSpPr/>
                    <p:nvPr/>
                  </p:nvSpPr>
                  <p:spPr>
                    <a:xfrm>
                      <a:off x="5885" y="4791"/>
                      <a:ext cx="238" cy="238"/>
                    </a:xfrm>
                    <a:prstGeom prst="ellipse">
                      <a:avLst/>
                    </a:prstGeom>
                    <a:solidFill>
                      <a:srgbClr val="F9FAFB"/>
                    </a:solidFill>
                    <a:ln w="12700">
                      <a:solidFill>
                        <a:srgbClr val="737B86"/>
                      </a:solidFill>
                      <a:prstDash val="solid"/>
                    </a:ln>
                  </p:spPr>
                </p:sp>
                <p:sp>
                  <p:nvSpPr>
                    <p:cNvPr id="185" name="Shape 62"/>
                    <p:cNvSpPr/>
                    <p:nvPr/>
                  </p:nvSpPr>
                  <p:spPr>
                    <a:xfrm>
                      <a:off x="5952" y="4857"/>
                      <a:ext cx="106" cy="106"/>
                    </a:xfrm>
                    <a:prstGeom prst="ellipse">
                      <a:avLst/>
                    </a:prstGeom>
                    <a:solidFill>
                      <a:srgbClr val="9CA3AF"/>
                    </a:solidFill>
                    <a:ln w="10160">
                      <a:solidFill>
                        <a:srgbClr val="737B86"/>
                      </a:solidFill>
                      <a:prstDash val="solid"/>
                    </a:ln>
                  </p:spPr>
                </p:sp>
              </p:grpSp>
            </p:grpSp>
          </p:grpSp>
          <p:sp>
            <p:nvSpPr>
              <p:cNvPr id="186" name="矩形 185"/>
              <p:cNvSpPr/>
              <p:nvPr/>
            </p:nvSpPr>
            <p:spPr>
              <a:xfrm>
                <a:off x="16719" y="4157"/>
                <a:ext cx="770" cy="760"/>
              </a:xfrm>
              <a:prstGeom prst="rect">
                <a:avLst/>
              </a:prstGeom>
              <a:noFill/>
              <a:ln w="0">
                <a:solidFill>
                  <a:srgbClr val="C00000"/>
                </a:solidFill>
                <a:prstDash val="lgDashDotDot"/>
              </a:ln>
              <a:extLst>
                <a:ext uri="{909E8E84-426E-40DD-AFC4-6F175D3DCCD1}">
                  <a14:hiddenFill xmlns:a14="http://schemas.microsoft.com/office/drawing/2010/main">
                    <a:solidFill>
                      <a:schemeClr val="accent2"/>
                    </a:solidFill>
                  </a14:hiddenFill>
                </a:ext>
              </a:extLst>
            </p:spPr>
            <p:txBody>
              <a:bodyPr lIns="95250" tIns="9525" rIns="95250" bIns="9525" anchor="ctr"/>
              <a:p>
                <a:pPr algn="ctr"/>
                <a:endParaRPr lang="zh-CN" altLang="en-US" sz="1125" b="1" dirty="0" smtClean="0">
                  <a:solidFill>
                    <a:srgbClr val="FFFFFF"/>
                  </a:solidFill>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5" grpId="1"/>
      <p:bldP spid="176" grpId="0"/>
      <p:bldP spid="17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基本</a:t>
            </a:r>
            <a:r>
              <a:rPr lang="zh-CN" altLang="en-US" dirty="0">
                <a:latin typeface="IBM Plex Sans SC" panose="020B0503050203000203" pitchFamily="34" charset="-122"/>
                <a:ea typeface="IBM Plex Sans SC" panose="020B0503050203000203" pitchFamily="34" charset="-122"/>
              </a:rPr>
              <a:t>原理</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位置</a:t>
            </a:r>
            <a:r>
              <a:rPr lang="zh-CN" altLang="en-US" dirty="0">
                <a:latin typeface="IBM Plex Sans SC" panose="020B0503050203000203" pitchFamily="34" charset="-122"/>
                <a:ea typeface="IBM Plex Sans SC" panose="020B0503050203000203" pitchFamily="34" charset="-122"/>
              </a:rPr>
              <a:t>修正</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5" name="Text 1"/>
          <p:cNvSpPr/>
          <p:nvPr/>
        </p:nvSpPr>
        <p:spPr>
          <a:xfrm>
            <a:off x="621792" y="1719707"/>
            <a:ext cx="5623560" cy="329184"/>
          </a:xfrm>
          <a:prstGeom prst="rect">
            <a:avLst/>
          </a:prstGeom>
          <a:noFill/>
        </p:spPr>
        <p:txBody>
          <a:bodyPr wrap="square" lIns="0" tIns="0" rIns="0" bIns="0" rtlCol="0" anchor="ctr"/>
          <a:lstStyle/>
          <a:p>
            <a:pPr marL="0" indent="0">
              <a:buNone/>
            </a:pPr>
            <a:r>
              <a:rPr lang="en-US" sz="2000" b="1" dirty="0">
                <a:solidFill>
                  <a:srgbClr val="2F80ED"/>
                </a:solidFill>
                <a:latin typeface="微软雅黑" panose="020B0503020204020204" pitchFamily="34" charset="-122"/>
                <a:ea typeface="微软雅黑" panose="020B0503020204020204" pitchFamily="34" charset="-122"/>
                <a:cs typeface="微软雅黑" panose="020B0503020204020204" pitchFamily="34" charset="-120"/>
              </a:rPr>
              <a:t>Reference ROI 如何跟随产品定位</a:t>
            </a:r>
            <a:endParaRPr lang="en-US" sz="2000" dirty="0"/>
          </a:p>
        </p:txBody>
      </p:sp>
      <p:sp>
        <p:nvSpPr>
          <p:cNvPr id="6" name="Text 2"/>
          <p:cNvSpPr/>
          <p:nvPr/>
        </p:nvSpPr>
        <p:spPr>
          <a:xfrm>
            <a:off x="612775" y="2389124"/>
            <a:ext cx="4892040" cy="1234440"/>
          </a:xfrm>
          <a:prstGeom prst="rect">
            <a:avLst/>
          </a:prstGeom>
          <a:noFill/>
        </p:spPr>
        <p:txBody>
          <a:bodyPr wrap="square" lIns="762" tIns="762" rIns="762" bIns="762" rtlCol="0" anchor="ctr">
            <a:normAutofit lnSpcReduction="10000"/>
          </a:bodyPr>
          <a:lstStyle/>
          <a:p>
            <a:pPr marL="0" indent="0">
              <a:buNone/>
            </a:pPr>
            <a:endParaRPr lang="en-US" sz="2100" dirty="0"/>
          </a:p>
          <a:p>
            <a:pPr marL="0" indent="0">
              <a:buNone/>
            </a:pPr>
            <a:r>
              <a:rPr lang="en-US" sz="2100" dirty="0">
                <a:solidFill>
                  <a:srgbClr val="1B2A41"/>
                </a:solidFill>
                <a:latin typeface="微软雅黑" panose="020B0503020204020204" pitchFamily="34" charset="-122"/>
                <a:ea typeface="微软雅黑" panose="020B0503020204020204" pitchFamily="34" charset="-122"/>
                <a:cs typeface="微软雅黑" panose="020B0503020204020204" pitchFamily="34" charset="-120"/>
              </a:rPr>
              <a:t>先用模板匹配找到产品的基准位置，再把事先定义好的检测 ROI 按同样的平移和旋转搬过去。</a:t>
            </a:r>
            <a:endParaRPr lang="en-US" sz="2100" dirty="0"/>
          </a:p>
        </p:txBody>
      </p:sp>
      <p:sp>
        <p:nvSpPr>
          <p:cNvPr id="7" name="Text 3"/>
          <p:cNvSpPr/>
          <p:nvPr/>
        </p:nvSpPr>
        <p:spPr>
          <a:xfrm>
            <a:off x="685800" y="4742561"/>
            <a:ext cx="4892040" cy="786384"/>
          </a:xfrm>
          <a:prstGeom prst="rect">
            <a:avLst/>
          </a:prstGeom>
          <a:solidFill>
            <a:srgbClr val="EAF8F1"/>
          </a:solidFill>
          <a:ln>
            <a:solidFill>
              <a:srgbClr val="EAF8F1"/>
            </a:solidFill>
          </a:ln>
        </p:spPr>
        <p:txBody>
          <a:bodyPr wrap="square" lIns="1778" tIns="1778" rIns="1778" bIns="1778" rtlCol="0" anchor="ctr">
            <a:normAutofit/>
          </a:bodyPr>
          <a:lstStyle/>
          <a:p>
            <a:pPr marL="0" indent="0">
              <a:buNone/>
            </a:pPr>
            <a:r>
              <a:rPr lang="en-US" sz="1800" dirty="0">
                <a:solidFill>
                  <a:srgbClr val="1B2A41"/>
                </a:solidFill>
                <a:latin typeface="微软雅黑" panose="020B0503020204020204" pitchFamily="34" charset="-122"/>
                <a:ea typeface="微软雅黑" panose="020B0503020204020204" pitchFamily="34" charset="-122"/>
                <a:cs typeface="微软雅黑" panose="020B0503020204020204" pitchFamily="34" charset="-120"/>
              </a:rPr>
              <a:t>匹配成功后，ROI 不是固定在画面上，而是跟随产品移动、旋转。</a:t>
            </a:r>
            <a:endParaRPr lang="en-US" sz="1800" dirty="0"/>
          </a:p>
        </p:txBody>
      </p:sp>
      <p:sp>
        <p:nvSpPr>
          <p:cNvPr id="10" name="Text 4"/>
          <p:cNvSpPr/>
          <p:nvPr>
            <p:custDataLst>
              <p:tags r:id="rId1"/>
            </p:custDataLst>
          </p:nvPr>
        </p:nvSpPr>
        <p:spPr>
          <a:xfrm>
            <a:off x="6693408" y="2008505"/>
            <a:ext cx="1371600" cy="228600"/>
          </a:xfrm>
          <a:prstGeom prst="rect">
            <a:avLst/>
          </a:prstGeom>
          <a:noFill/>
        </p:spPr>
        <p:txBody>
          <a:bodyPr wrap="square" lIns="0" tIns="0" rIns="0" bIns="0" rtlCol="0" anchor="ctr"/>
          <a:lstStyle/>
          <a:p>
            <a:pPr marL="0" indent="0">
              <a:buNone/>
            </a:pPr>
            <a:r>
              <a:rPr lang="en-US" sz="1300" b="1" dirty="0">
                <a:solidFill>
                  <a:srgbClr val="5B677A"/>
                </a:solidFill>
                <a:latin typeface="微软雅黑" panose="020B0503020204020204" pitchFamily="34" charset="-122"/>
                <a:ea typeface="微软雅黑" panose="020B0503020204020204" pitchFamily="34" charset="-122"/>
                <a:cs typeface="微软雅黑" panose="020B0503020204020204" pitchFamily="34" charset="-120"/>
              </a:rPr>
              <a:t>标准图</a:t>
            </a:r>
            <a:endParaRPr lang="en-US" sz="1300" dirty="0"/>
          </a:p>
        </p:txBody>
      </p:sp>
      <p:sp>
        <p:nvSpPr>
          <p:cNvPr id="15" name="Text 9"/>
          <p:cNvSpPr/>
          <p:nvPr>
            <p:custDataLst>
              <p:tags r:id="rId2"/>
            </p:custDataLst>
          </p:nvPr>
        </p:nvSpPr>
        <p:spPr>
          <a:xfrm>
            <a:off x="7369800" y="2234006"/>
            <a:ext cx="788670" cy="256032"/>
          </a:xfrm>
          <a:prstGeom prst="rect">
            <a:avLst/>
          </a:prstGeom>
          <a:noFill/>
        </p:spPr>
        <p:txBody>
          <a:bodyPr wrap="square" lIns="0" tIns="0" rIns="0" bIns="0" rtlCol="0" anchor="ctr">
            <a:normAutofit fontScale="90000" lnSpcReduction="20000"/>
          </a:bodyPr>
          <a:lstStyle/>
          <a:p>
            <a:pPr marL="0" indent="0">
              <a:buNone/>
            </a:pPr>
            <a:r>
              <a:rPr lang="en-US" sz="1050" b="1" dirty="0">
                <a:solidFill>
                  <a:srgbClr val="1AA76C"/>
                </a:solidFill>
                <a:latin typeface="微软雅黑" panose="020B0503020204020204" pitchFamily="34" charset="-122"/>
                <a:ea typeface="微软雅黑" panose="020B0503020204020204" pitchFamily="34" charset="-122"/>
                <a:cs typeface="微软雅黑" panose="020B0503020204020204" pitchFamily="34" charset="-120"/>
              </a:rPr>
              <a:t>Reference ROI</a:t>
            </a:r>
            <a:endParaRPr lang="en-US" sz="1050" dirty="0"/>
          </a:p>
        </p:txBody>
      </p:sp>
      <p:sp>
        <p:nvSpPr>
          <p:cNvPr id="16" name="Text 10"/>
          <p:cNvSpPr/>
          <p:nvPr>
            <p:custDataLst>
              <p:tags r:id="rId3"/>
            </p:custDataLst>
          </p:nvPr>
        </p:nvSpPr>
        <p:spPr>
          <a:xfrm>
            <a:off x="6583680" y="3803777"/>
            <a:ext cx="2103120" cy="256032"/>
          </a:xfrm>
          <a:prstGeom prst="rect">
            <a:avLst/>
          </a:prstGeom>
          <a:noFill/>
        </p:spPr>
        <p:txBody>
          <a:bodyPr wrap="square" rtlCol="0" anchor="ctr"/>
          <a:lstStyle/>
          <a:p>
            <a:pPr marL="0" indent="0" algn="ctr">
              <a:buNone/>
            </a:pPr>
            <a:r>
              <a:rPr lang="en-US" sz="1200" dirty="0">
                <a:solidFill>
                  <a:srgbClr val="5B677A"/>
                </a:solidFill>
                <a:latin typeface="微软雅黑" panose="020B0503020204020204" pitchFamily="34" charset="-122"/>
                <a:ea typeface="微软雅黑" panose="020B0503020204020204" pitchFamily="34" charset="-122"/>
                <a:cs typeface="微软雅黑" panose="020B0503020204020204" pitchFamily="34" charset="-120"/>
              </a:rPr>
              <a:t>Reference ROI 先画在标准图上</a:t>
            </a:r>
            <a:endParaRPr lang="en-US" sz="1200" dirty="0"/>
          </a:p>
        </p:txBody>
      </p:sp>
      <p:sp>
        <p:nvSpPr>
          <p:cNvPr id="17" name="Shape 11"/>
          <p:cNvSpPr/>
          <p:nvPr>
            <p:custDataLst>
              <p:tags r:id="rId4"/>
            </p:custDataLst>
          </p:nvPr>
        </p:nvSpPr>
        <p:spPr>
          <a:xfrm>
            <a:off x="8480933" y="3075305"/>
            <a:ext cx="786384" cy="502920"/>
          </a:xfrm>
          <a:prstGeom prst="line">
            <a:avLst/>
          </a:prstGeom>
          <a:noFill/>
          <a:ln w="27940">
            <a:solidFill>
              <a:srgbClr val="2F80ED"/>
            </a:solidFill>
            <a:prstDash val="solid"/>
            <a:headEnd type="none"/>
            <a:tailEnd type="triangle"/>
          </a:ln>
        </p:spPr>
      </p:sp>
      <p:sp>
        <p:nvSpPr>
          <p:cNvPr id="18" name="Text 12"/>
          <p:cNvSpPr/>
          <p:nvPr>
            <p:custDataLst>
              <p:tags r:id="rId5"/>
            </p:custDataLst>
          </p:nvPr>
        </p:nvSpPr>
        <p:spPr>
          <a:xfrm>
            <a:off x="9765792" y="3562985"/>
            <a:ext cx="1371600" cy="228600"/>
          </a:xfrm>
          <a:prstGeom prst="rect">
            <a:avLst/>
          </a:prstGeom>
          <a:noFill/>
        </p:spPr>
        <p:txBody>
          <a:bodyPr wrap="square" lIns="0" tIns="0" rIns="0" bIns="0" rtlCol="0" anchor="ctr"/>
          <a:lstStyle/>
          <a:p>
            <a:pPr marL="0" indent="0">
              <a:buNone/>
            </a:pPr>
            <a:r>
              <a:rPr lang="en-US" sz="1300" b="1" dirty="0">
                <a:solidFill>
                  <a:srgbClr val="5B677A"/>
                </a:solidFill>
                <a:latin typeface="微软雅黑" panose="020B0503020204020204" pitchFamily="34" charset="-122"/>
                <a:ea typeface="微软雅黑" panose="020B0503020204020204" pitchFamily="34" charset="-122"/>
                <a:cs typeface="微软雅黑" panose="020B0503020204020204" pitchFamily="34" charset="-120"/>
              </a:rPr>
              <a:t>生产图</a:t>
            </a:r>
            <a:endParaRPr lang="en-US" sz="1300" dirty="0"/>
          </a:p>
        </p:txBody>
      </p:sp>
      <p:sp>
        <p:nvSpPr>
          <p:cNvPr id="23" name="Text 17"/>
          <p:cNvSpPr/>
          <p:nvPr>
            <p:custDataLst>
              <p:tags r:id="rId6"/>
            </p:custDataLst>
          </p:nvPr>
        </p:nvSpPr>
        <p:spPr>
          <a:xfrm rot="720000">
            <a:off x="10370175" y="3870782"/>
            <a:ext cx="788670" cy="256032"/>
          </a:xfrm>
          <a:prstGeom prst="rect">
            <a:avLst/>
          </a:prstGeom>
          <a:noFill/>
        </p:spPr>
        <p:txBody>
          <a:bodyPr wrap="square" lIns="0" tIns="0" rIns="0" bIns="0" rtlCol="0" anchor="ctr">
            <a:normAutofit fontScale="90000" lnSpcReduction="20000"/>
          </a:bodyPr>
          <a:lstStyle/>
          <a:p>
            <a:pPr marL="0" indent="0">
              <a:buNone/>
            </a:pPr>
            <a:r>
              <a:rPr lang="en-US" sz="1050" b="1" dirty="0">
                <a:solidFill>
                  <a:srgbClr val="1AA76C"/>
                </a:solidFill>
                <a:latin typeface="微软雅黑" panose="020B0503020204020204" pitchFamily="34" charset="-122"/>
                <a:ea typeface="微软雅黑" panose="020B0503020204020204" pitchFamily="34" charset="-122"/>
                <a:cs typeface="微软雅黑" panose="020B0503020204020204" pitchFamily="34" charset="-120"/>
              </a:rPr>
              <a:t>Reference ROI</a:t>
            </a:r>
            <a:endParaRPr lang="en-US" sz="1050" dirty="0"/>
          </a:p>
        </p:txBody>
      </p:sp>
      <p:sp>
        <p:nvSpPr>
          <p:cNvPr id="24" name="Text 18"/>
          <p:cNvSpPr/>
          <p:nvPr>
            <p:custDataLst>
              <p:tags r:id="rId7"/>
            </p:custDataLst>
          </p:nvPr>
        </p:nvSpPr>
        <p:spPr>
          <a:xfrm>
            <a:off x="9267190" y="5279263"/>
            <a:ext cx="2103120" cy="256032"/>
          </a:xfrm>
          <a:prstGeom prst="rect">
            <a:avLst/>
          </a:prstGeom>
          <a:noFill/>
        </p:spPr>
        <p:txBody>
          <a:bodyPr wrap="square" rtlCol="0" anchor="ctr"/>
          <a:lstStyle/>
          <a:p>
            <a:pPr marL="0" indent="0" algn="ctr">
              <a:buNone/>
            </a:pPr>
            <a:r>
              <a:rPr lang="en-US" sz="1200" dirty="0">
                <a:solidFill>
                  <a:srgbClr val="5B677A"/>
                </a:solidFill>
                <a:latin typeface="微软雅黑" panose="020B0503020204020204" pitchFamily="34" charset="-122"/>
                <a:ea typeface="微软雅黑" panose="020B0503020204020204" pitchFamily="34" charset="-122"/>
                <a:cs typeface="微软雅黑" panose="020B0503020204020204" pitchFamily="34" charset="-120"/>
              </a:rPr>
              <a:t>R</a:t>
            </a:r>
            <a:r>
              <a:rPr lang="en-US" sz="1200" dirty="0">
                <a:solidFill>
                  <a:srgbClr val="5B677A"/>
                </a:solidFill>
                <a:latin typeface="微软雅黑" panose="020B0503020204020204" pitchFamily="34" charset="-122"/>
                <a:ea typeface="微软雅黑" panose="020B0503020204020204" pitchFamily="34" charset="-122"/>
                <a:cs typeface="微软雅黑" panose="020B0503020204020204" pitchFamily="34" charset="-120"/>
              </a:rPr>
              <a:t>eference ROI 跟着产品到了新位置</a:t>
            </a:r>
            <a:endParaRPr lang="en-US" sz="1200" dirty="0"/>
          </a:p>
        </p:txBody>
      </p:sp>
      <p:sp>
        <p:nvSpPr>
          <p:cNvPr id="26" name="Slide Number Placeholder 0"/>
          <p:cNvSpPr>
            <a:spLocks noGrp="1"/>
          </p:cNvSpPr>
          <p:nvPr/>
        </p:nvSpPr>
        <p:spPr>
          <a:xfrm>
            <a:off x="11292840" y="730288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grpSp>
        <p:nvGrpSpPr>
          <p:cNvPr id="28" name="组合 27"/>
          <p:cNvGrpSpPr/>
          <p:nvPr>
            <p:custDataLst>
              <p:tags r:id="rId8"/>
            </p:custDataLst>
          </p:nvPr>
        </p:nvGrpSpPr>
        <p:grpSpPr>
          <a:xfrm>
            <a:off x="6693535" y="2601595"/>
            <a:ext cx="1276350" cy="975360"/>
            <a:chOff x="10541" y="4097"/>
            <a:chExt cx="2010" cy="1536"/>
          </a:xfrm>
        </p:grpSpPr>
        <p:grpSp>
          <p:nvGrpSpPr>
            <p:cNvPr id="169" name="组合 168"/>
            <p:cNvGrpSpPr/>
            <p:nvPr/>
          </p:nvGrpSpPr>
          <p:grpSpPr>
            <a:xfrm>
              <a:off x="10541" y="4097"/>
              <a:ext cx="2010" cy="1537"/>
              <a:chOff x="1325" y="3384"/>
              <a:chExt cx="1786" cy="1324"/>
            </a:xfrm>
          </p:grpSpPr>
          <p:sp>
            <p:nvSpPr>
              <p:cNvPr id="170" name="Shape 14"/>
              <p:cNvSpPr/>
              <p:nvPr>
                <p:custDataLst>
                  <p:tags r:id="rId9"/>
                </p:custDataLst>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sp>
          <p:grpSp>
            <p:nvGrpSpPr>
              <p:cNvPr id="171" name="组合 170"/>
              <p:cNvGrpSpPr/>
              <p:nvPr/>
            </p:nvGrpSpPr>
            <p:grpSpPr>
              <a:xfrm>
                <a:off x="1886" y="3647"/>
                <a:ext cx="662" cy="662"/>
                <a:chOff x="5673" y="4579"/>
                <a:chExt cx="662" cy="662"/>
              </a:xfrm>
            </p:grpSpPr>
            <p:sp>
              <p:nvSpPr>
                <p:cNvPr id="172" name="Shape 59"/>
                <p:cNvSpPr/>
                <p:nvPr>
                  <p:custDataLst>
                    <p:tags r:id="rId10"/>
                  </p:custDataLst>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173" name="Shape 60"/>
                <p:cNvSpPr/>
                <p:nvPr>
                  <p:custDataLst>
                    <p:tags r:id="rId11"/>
                  </p:custDataLst>
                </p:nvPr>
              </p:nvSpPr>
              <p:spPr>
                <a:xfrm>
                  <a:off x="5799" y="4704"/>
                  <a:ext cx="411" cy="411"/>
                </a:xfrm>
                <a:prstGeom prst="ellipse">
                  <a:avLst/>
                </a:prstGeom>
                <a:solidFill>
                  <a:srgbClr val="D9DEE6"/>
                </a:solidFill>
                <a:ln w="12700">
                  <a:solidFill>
                    <a:srgbClr val="737B86"/>
                  </a:solidFill>
                  <a:prstDash val="solid"/>
                </a:ln>
              </p:spPr>
            </p:sp>
            <p:sp>
              <p:nvSpPr>
                <p:cNvPr id="174" name="Shape 61"/>
                <p:cNvSpPr/>
                <p:nvPr>
                  <p:custDataLst>
                    <p:tags r:id="rId12"/>
                  </p:custDataLst>
                </p:nvPr>
              </p:nvSpPr>
              <p:spPr>
                <a:xfrm>
                  <a:off x="5885" y="4791"/>
                  <a:ext cx="238" cy="238"/>
                </a:xfrm>
                <a:prstGeom prst="ellipse">
                  <a:avLst/>
                </a:prstGeom>
                <a:solidFill>
                  <a:srgbClr val="F9FAFB"/>
                </a:solidFill>
                <a:ln w="12700">
                  <a:solidFill>
                    <a:srgbClr val="737B86"/>
                  </a:solidFill>
                  <a:prstDash val="solid"/>
                </a:ln>
              </p:spPr>
            </p:sp>
            <p:sp>
              <p:nvSpPr>
                <p:cNvPr id="175" name="Shape 62"/>
                <p:cNvSpPr/>
                <p:nvPr>
                  <p:custDataLst>
                    <p:tags r:id="rId13"/>
                  </p:custDataLst>
                </p:nvPr>
              </p:nvSpPr>
              <p:spPr>
                <a:xfrm>
                  <a:off x="5952" y="4857"/>
                  <a:ext cx="106" cy="106"/>
                </a:xfrm>
                <a:prstGeom prst="ellipse">
                  <a:avLst/>
                </a:prstGeom>
                <a:solidFill>
                  <a:srgbClr val="9CA3AF"/>
                </a:solidFill>
                <a:ln w="10160">
                  <a:solidFill>
                    <a:srgbClr val="737B86"/>
                  </a:solidFill>
                  <a:prstDash val="solid"/>
                </a:ln>
              </p:spPr>
            </p:sp>
          </p:grpSp>
        </p:grpSp>
        <p:sp>
          <p:nvSpPr>
            <p:cNvPr id="27" name="Shape 16"/>
            <p:cNvSpPr/>
            <p:nvPr>
              <p:custDataLst>
                <p:tags r:id="rId14"/>
              </p:custDataLst>
            </p:nvPr>
          </p:nvSpPr>
          <p:spPr>
            <a:xfrm>
              <a:off x="11124" y="4360"/>
              <a:ext cx="837" cy="862"/>
            </a:xfrm>
            <a:prstGeom prst="rect">
              <a:avLst/>
            </a:prstGeom>
            <a:solidFill>
              <a:srgbClr val="FFFFFF">
                <a:alpha val="0"/>
              </a:srgbClr>
            </a:solidFill>
            <a:ln w="30480">
              <a:solidFill>
                <a:schemeClr val="accent5"/>
              </a:solidFill>
              <a:prstDash val="solid"/>
            </a:ln>
          </p:spPr>
        </p:sp>
      </p:grpSp>
      <p:grpSp>
        <p:nvGrpSpPr>
          <p:cNvPr id="29" name="组合 28"/>
          <p:cNvGrpSpPr/>
          <p:nvPr>
            <p:custDataLst>
              <p:tags r:id="rId15"/>
            </p:custDataLst>
          </p:nvPr>
        </p:nvGrpSpPr>
        <p:grpSpPr>
          <a:xfrm rot="1260000">
            <a:off x="9505315" y="4017645"/>
            <a:ext cx="1276350" cy="975360"/>
            <a:chOff x="10541" y="4097"/>
            <a:chExt cx="2010" cy="1536"/>
          </a:xfrm>
        </p:grpSpPr>
        <p:grpSp>
          <p:nvGrpSpPr>
            <p:cNvPr id="30" name="组合 29"/>
            <p:cNvGrpSpPr/>
            <p:nvPr/>
          </p:nvGrpSpPr>
          <p:grpSpPr>
            <a:xfrm>
              <a:off x="10541" y="4097"/>
              <a:ext cx="2010" cy="1537"/>
              <a:chOff x="1325" y="3384"/>
              <a:chExt cx="1786" cy="1324"/>
            </a:xfrm>
          </p:grpSpPr>
          <p:sp>
            <p:nvSpPr>
              <p:cNvPr id="31" name="Shape 14"/>
              <p:cNvSpPr/>
              <p:nvPr>
                <p:custDataLst>
                  <p:tags r:id="rId16"/>
                </p:custDataLst>
              </p:nvPr>
            </p:nvSpPr>
            <p:spPr>
              <a:xfrm>
                <a:off x="1325" y="3384"/>
                <a:ext cx="1786" cy="1325"/>
              </a:xfrm>
              <a:prstGeom prst="rect">
                <a:avLst/>
              </a:prstGeom>
              <a:solidFill>
                <a:srgbClr val="C7DDE8"/>
              </a:solidFill>
              <a:ln w="25400">
                <a:solidFill>
                  <a:srgbClr val="FFFFFF"/>
                </a:solidFill>
                <a:prstDash val="solid"/>
              </a:ln>
              <a:effectLst>
                <a:outerShdw blurRad="12700" dist="50800" dir="2700000" algn="bl" rotWithShape="0">
                  <a:srgbClr val="C9D3DD">
                    <a:alpha val="22000"/>
                  </a:srgbClr>
                </a:outerShdw>
              </a:effectLst>
            </p:spPr>
          </p:sp>
          <p:grpSp>
            <p:nvGrpSpPr>
              <p:cNvPr id="32" name="组合 31"/>
              <p:cNvGrpSpPr/>
              <p:nvPr/>
            </p:nvGrpSpPr>
            <p:grpSpPr>
              <a:xfrm>
                <a:off x="1886" y="3647"/>
                <a:ext cx="662" cy="662"/>
                <a:chOff x="5673" y="4579"/>
                <a:chExt cx="662" cy="662"/>
              </a:xfrm>
            </p:grpSpPr>
            <p:sp>
              <p:nvSpPr>
                <p:cNvPr id="33" name="Shape 59"/>
                <p:cNvSpPr/>
                <p:nvPr>
                  <p:custDataLst>
                    <p:tags r:id="rId17"/>
                  </p:custDataLst>
                </p:nvPr>
              </p:nvSpPr>
              <p:spPr>
                <a:xfrm>
                  <a:off x="5673" y="4579"/>
                  <a:ext cx="662" cy="662"/>
                </a:xfrm>
                <a:prstGeom prst="roundRect">
                  <a:avLst>
                    <a:gd name="adj" fmla="val 19565"/>
                  </a:avLst>
                </a:prstGeom>
                <a:solidFill>
                  <a:srgbClr val="EAF8EF"/>
                </a:solidFill>
                <a:ln w="15240">
                  <a:solidFill>
                    <a:srgbClr val="14923D"/>
                  </a:solidFill>
                  <a:prstDash val="solid"/>
                </a:ln>
              </p:spPr>
            </p:sp>
            <p:sp>
              <p:nvSpPr>
                <p:cNvPr id="34" name="Shape 60"/>
                <p:cNvSpPr/>
                <p:nvPr>
                  <p:custDataLst>
                    <p:tags r:id="rId18"/>
                  </p:custDataLst>
                </p:nvPr>
              </p:nvSpPr>
              <p:spPr>
                <a:xfrm>
                  <a:off x="5799" y="4704"/>
                  <a:ext cx="411" cy="411"/>
                </a:xfrm>
                <a:prstGeom prst="ellipse">
                  <a:avLst/>
                </a:prstGeom>
                <a:solidFill>
                  <a:srgbClr val="D9DEE6"/>
                </a:solidFill>
                <a:ln w="12700">
                  <a:solidFill>
                    <a:srgbClr val="737B86"/>
                  </a:solidFill>
                  <a:prstDash val="solid"/>
                </a:ln>
              </p:spPr>
            </p:sp>
            <p:sp>
              <p:nvSpPr>
                <p:cNvPr id="35" name="Shape 61"/>
                <p:cNvSpPr/>
                <p:nvPr>
                  <p:custDataLst>
                    <p:tags r:id="rId19"/>
                  </p:custDataLst>
                </p:nvPr>
              </p:nvSpPr>
              <p:spPr>
                <a:xfrm>
                  <a:off x="5885" y="4791"/>
                  <a:ext cx="238" cy="238"/>
                </a:xfrm>
                <a:prstGeom prst="ellipse">
                  <a:avLst/>
                </a:prstGeom>
                <a:solidFill>
                  <a:srgbClr val="F9FAFB"/>
                </a:solidFill>
                <a:ln w="12700">
                  <a:solidFill>
                    <a:srgbClr val="737B86"/>
                  </a:solidFill>
                  <a:prstDash val="solid"/>
                </a:ln>
              </p:spPr>
            </p:sp>
            <p:sp>
              <p:nvSpPr>
                <p:cNvPr id="36" name="Shape 62"/>
                <p:cNvSpPr/>
                <p:nvPr>
                  <p:custDataLst>
                    <p:tags r:id="rId20"/>
                  </p:custDataLst>
                </p:nvPr>
              </p:nvSpPr>
              <p:spPr>
                <a:xfrm>
                  <a:off x="5952" y="4857"/>
                  <a:ext cx="106" cy="106"/>
                </a:xfrm>
                <a:prstGeom prst="ellipse">
                  <a:avLst/>
                </a:prstGeom>
                <a:solidFill>
                  <a:srgbClr val="9CA3AF"/>
                </a:solidFill>
                <a:ln w="10160">
                  <a:solidFill>
                    <a:srgbClr val="737B86"/>
                  </a:solidFill>
                  <a:prstDash val="solid"/>
                </a:ln>
              </p:spPr>
            </p:sp>
          </p:grpSp>
        </p:grpSp>
        <p:sp>
          <p:nvSpPr>
            <p:cNvPr id="37" name="Shape 16"/>
            <p:cNvSpPr/>
            <p:nvPr>
              <p:custDataLst>
                <p:tags r:id="rId21"/>
              </p:custDataLst>
            </p:nvPr>
          </p:nvSpPr>
          <p:spPr>
            <a:xfrm>
              <a:off x="11124" y="4360"/>
              <a:ext cx="837" cy="862"/>
            </a:xfrm>
            <a:prstGeom prst="rect">
              <a:avLst/>
            </a:prstGeom>
            <a:solidFill>
              <a:srgbClr val="FFFFFF">
                <a:alpha val="0"/>
              </a:srgbClr>
            </a:solidFill>
            <a:ln w="30480">
              <a:solidFill>
                <a:schemeClr val="accent5"/>
              </a:solidFill>
              <a:prstDash val="solid"/>
            </a:ln>
          </p:spPr>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基本</a:t>
            </a:r>
            <a:r>
              <a:rPr lang="zh-CN" altLang="en-US" dirty="0">
                <a:latin typeface="IBM Plex Sans SC" panose="020B0503050203000203" pitchFamily="34" charset="-122"/>
                <a:ea typeface="IBM Plex Sans SC" panose="020B0503050203000203" pitchFamily="34" charset="-122"/>
              </a:rPr>
              <a:t>原理</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检测流程</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26" name="Slide Number Placeholder 0"/>
          <p:cNvSpPr>
            <a:spLocks noGrp="1"/>
          </p:cNvSpPr>
          <p:nvPr/>
        </p:nvSpPr>
        <p:spPr>
          <a:xfrm>
            <a:off x="11292840" y="730288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2" name="矩形 11"/>
          <p:cNvSpPr/>
          <p:nvPr/>
        </p:nvSpPr>
        <p:spPr>
          <a:xfrm>
            <a:off x="1506855" y="2347595"/>
            <a:ext cx="1790065" cy="781050"/>
          </a:xfrm>
          <a:prstGeom prst="rect">
            <a:avLst/>
          </a:prstGeom>
          <a:solidFill>
            <a:schemeClr val="accent1"/>
          </a:solidFill>
          <a:ln w="0">
            <a:noFill/>
            <a:prstDash val="solid"/>
          </a:ln>
        </p:spPr>
        <p:txBody>
          <a:bodyPr lIns="95250" tIns="9525" rIns="95250" bIns="9525" anchor="ctr"/>
          <a:p>
            <a:pPr algn="ctr"/>
            <a:r>
              <a:rPr lang="zh-CN" altLang="en-US" sz="1125" b="1" dirty="0" smtClean="0">
                <a:solidFill>
                  <a:srgbClr val="FFFFFF"/>
                </a:solidFill>
              </a:rPr>
              <a:t>相机拍照</a:t>
            </a:r>
            <a:r>
              <a:rPr lang="en-US" altLang="zh-CN" sz="1125" b="1" dirty="0" smtClean="0">
                <a:solidFill>
                  <a:srgbClr val="FFFFFF"/>
                </a:solidFill>
              </a:rPr>
              <a:t>OK/NG</a:t>
            </a:r>
            <a:endParaRPr lang="zh-CN" altLang="en-US" sz="1125" b="1" dirty="0" smtClean="0">
              <a:solidFill>
                <a:srgbClr val="FFFFFF"/>
              </a:solidFill>
            </a:endParaRPr>
          </a:p>
          <a:p>
            <a:pPr algn="ctr"/>
            <a:r>
              <a:rPr lang="zh-CN" altLang="en-US" sz="1125" b="1" dirty="0" smtClean="0">
                <a:solidFill>
                  <a:srgbClr val="FFFFFF"/>
                </a:solidFill>
              </a:rPr>
              <a:t>采集图片</a:t>
            </a:r>
            <a:endParaRPr lang="zh-CN" altLang="en-US" sz="1125" b="1" dirty="0" smtClean="0">
              <a:solidFill>
                <a:srgbClr val="FFFFFF"/>
              </a:solidFill>
            </a:endParaRPr>
          </a:p>
        </p:txBody>
      </p:sp>
      <p:sp>
        <p:nvSpPr>
          <p:cNvPr id="13" name="矩形 12"/>
          <p:cNvSpPr/>
          <p:nvPr/>
        </p:nvSpPr>
        <p:spPr>
          <a:xfrm>
            <a:off x="4381500" y="2347595"/>
            <a:ext cx="1790065" cy="781050"/>
          </a:xfrm>
          <a:prstGeom prst="rect">
            <a:avLst/>
          </a:prstGeom>
          <a:solidFill>
            <a:schemeClr val="accent2"/>
          </a:solidFill>
          <a:ln w="0">
            <a:noFill/>
            <a:prstDash val="solid"/>
          </a:ln>
        </p:spPr>
        <p:txBody>
          <a:bodyPr lIns="95250" tIns="9525" rIns="95250" bIns="9525" anchor="ctr"/>
          <a:p>
            <a:pPr algn="ctr"/>
            <a:r>
              <a:rPr lang="zh-CN" altLang="en-US" sz="1125" b="1" dirty="0" smtClean="0">
                <a:solidFill>
                  <a:srgbClr val="FFFFFF"/>
                </a:solidFill>
              </a:rPr>
              <a:t>位置</a:t>
            </a:r>
            <a:r>
              <a:rPr lang="zh-CN" altLang="en-US" sz="1125" b="1" dirty="0" smtClean="0">
                <a:solidFill>
                  <a:srgbClr val="FFFFFF"/>
                </a:solidFill>
              </a:rPr>
              <a:t>修正</a:t>
            </a:r>
            <a:endParaRPr lang="zh-CN" altLang="en-US" sz="1125" b="1" dirty="0" smtClean="0">
              <a:solidFill>
                <a:srgbClr val="FFFFFF"/>
              </a:solidFill>
            </a:endParaRPr>
          </a:p>
          <a:p>
            <a:pPr algn="ctr"/>
            <a:r>
              <a:rPr lang="zh-CN" altLang="en-US" sz="1125" b="1" dirty="0" smtClean="0">
                <a:solidFill>
                  <a:srgbClr val="FFFFFF"/>
                </a:solidFill>
              </a:rPr>
              <a:t>定位</a:t>
            </a:r>
            <a:endParaRPr lang="zh-CN" altLang="en-US" sz="1125" b="1" dirty="0" smtClean="0">
              <a:solidFill>
                <a:srgbClr val="FFFFFF"/>
              </a:solidFill>
            </a:endParaRPr>
          </a:p>
          <a:p>
            <a:pPr algn="ctr"/>
            <a:r>
              <a:rPr lang="zh-CN" altLang="en-US" sz="1125" b="1" dirty="0" smtClean="0">
                <a:solidFill>
                  <a:srgbClr val="FFFFFF"/>
                </a:solidFill>
              </a:rPr>
              <a:t>获取学习</a:t>
            </a:r>
            <a:r>
              <a:rPr lang="zh-CN" altLang="en-US" sz="1125" b="1" dirty="0" smtClean="0">
                <a:solidFill>
                  <a:srgbClr val="FFFFFF"/>
                </a:solidFill>
              </a:rPr>
              <a:t>区域</a:t>
            </a:r>
            <a:endParaRPr lang="zh-CN" altLang="en-US" sz="1125" b="1" dirty="0" smtClean="0">
              <a:solidFill>
                <a:srgbClr val="FFFFFF"/>
              </a:solidFill>
            </a:endParaRPr>
          </a:p>
        </p:txBody>
      </p:sp>
      <p:sp>
        <p:nvSpPr>
          <p:cNvPr id="14" name="矩形 13"/>
          <p:cNvSpPr/>
          <p:nvPr/>
        </p:nvSpPr>
        <p:spPr>
          <a:xfrm>
            <a:off x="7270750" y="2347595"/>
            <a:ext cx="1790065" cy="781050"/>
          </a:xfrm>
          <a:prstGeom prst="rect">
            <a:avLst/>
          </a:prstGeom>
          <a:solidFill>
            <a:schemeClr val="accent3"/>
          </a:solidFill>
          <a:ln w="0">
            <a:noFill/>
            <a:prstDash val="solid"/>
          </a:ln>
        </p:spPr>
        <p:txBody>
          <a:bodyPr lIns="95250" tIns="9525" rIns="95250" bIns="9525" anchor="ctr"/>
          <a:p>
            <a:pPr algn="ctr"/>
            <a:r>
              <a:rPr lang="zh-CN" altLang="en-US" sz="1125" b="1" dirty="0" smtClean="0">
                <a:solidFill>
                  <a:srgbClr val="FFFFFF"/>
                </a:solidFill>
              </a:rPr>
              <a:t>每个区域标注</a:t>
            </a:r>
            <a:r>
              <a:rPr lang="en-US" altLang="zh-CN" sz="1125" b="1" dirty="0" smtClean="0">
                <a:solidFill>
                  <a:srgbClr val="FFFFFF"/>
                </a:solidFill>
              </a:rPr>
              <a:t>OK NG</a:t>
            </a:r>
            <a:endParaRPr lang="en-US" altLang="zh-CN" sz="1125" b="1" dirty="0" smtClean="0">
              <a:solidFill>
                <a:srgbClr val="FFFFFF"/>
              </a:solidFill>
            </a:endParaRPr>
          </a:p>
        </p:txBody>
      </p:sp>
      <p:sp>
        <p:nvSpPr>
          <p:cNvPr id="19" name="矩形 18"/>
          <p:cNvSpPr/>
          <p:nvPr/>
        </p:nvSpPr>
        <p:spPr>
          <a:xfrm>
            <a:off x="7270750" y="4267200"/>
            <a:ext cx="1790065" cy="781050"/>
          </a:xfrm>
          <a:prstGeom prst="rect">
            <a:avLst/>
          </a:prstGeom>
          <a:solidFill>
            <a:schemeClr val="accent4"/>
          </a:solidFill>
          <a:ln w="0">
            <a:noFill/>
            <a:prstDash val="solid"/>
          </a:ln>
        </p:spPr>
        <p:txBody>
          <a:bodyPr lIns="95250" tIns="9525" rIns="95250" bIns="9525" anchor="ctr"/>
          <a:p>
            <a:pPr algn="ctr"/>
            <a:r>
              <a:rPr lang="zh-CN" altLang="en-US" sz="1125" b="1" dirty="0" smtClean="0">
                <a:solidFill>
                  <a:srgbClr val="FFFFFF"/>
                </a:solidFill>
              </a:rPr>
              <a:t>训练</a:t>
            </a:r>
            <a:r>
              <a:rPr lang="zh-CN" altLang="en-US" sz="1125" b="1" dirty="0" smtClean="0">
                <a:solidFill>
                  <a:srgbClr val="FFFFFF"/>
                </a:solidFill>
              </a:rPr>
              <a:t>学习</a:t>
            </a:r>
            <a:endParaRPr lang="zh-CN" altLang="en-US" sz="1125" b="1" dirty="0" smtClean="0">
              <a:solidFill>
                <a:srgbClr val="FFFFFF"/>
              </a:solidFill>
            </a:endParaRPr>
          </a:p>
        </p:txBody>
      </p:sp>
      <p:sp>
        <p:nvSpPr>
          <p:cNvPr id="20" name="矩形 19"/>
          <p:cNvSpPr/>
          <p:nvPr/>
        </p:nvSpPr>
        <p:spPr>
          <a:xfrm>
            <a:off x="4417695" y="4267200"/>
            <a:ext cx="1790065" cy="781050"/>
          </a:xfrm>
          <a:prstGeom prst="rect">
            <a:avLst/>
          </a:prstGeom>
          <a:solidFill>
            <a:schemeClr val="accent6"/>
          </a:solidFill>
          <a:ln w="0">
            <a:noFill/>
            <a:prstDash val="solid"/>
          </a:ln>
        </p:spPr>
        <p:txBody>
          <a:bodyPr lIns="95250" tIns="9525" rIns="95250" bIns="9525" anchor="ctr"/>
          <a:p>
            <a:pPr algn="ctr"/>
            <a:r>
              <a:rPr lang="zh-CN" altLang="en-US" sz="1125" b="1" dirty="0" smtClean="0">
                <a:solidFill>
                  <a:srgbClr val="FFFFFF"/>
                </a:solidFill>
              </a:rPr>
              <a:t>验证</a:t>
            </a:r>
            <a:endParaRPr lang="zh-CN" altLang="en-US" sz="1125" b="1" dirty="0" smtClean="0">
              <a:solidFill>
                <a:srgbClr val="FFFFFF"/>
              </a:solidFill>
            </a:endParaRPr>
          </a:p>
          <a:p>
            <a:pPr algn="ctr"/>
            <a:r>
              <a:rPr lang="zh-CN" altLang="en-US" sz="1125" b="1" dirty="0" smtClean="0">
                <a:solidFill>
                  <a:srgbClr val="FFFFFF"/>
                </a:solidFill>
              </a:rPr>
              <a:t>结果</a:t>
            </a:r>
            <a:endParaRPr lang="zh-CN" altLang="en-US" sz="1125" b="1" dirty="0" smtClean="0">
              <a:solidFill>
                <a:srgbClr val="FFFFFF"/>
              </a:solidFill>
            </a:endParaRPr>
          </a:p>
        </p:txBody>
      </p:sp>
      <p:sp>
        <p:nvSpPr>
          <p:cNvPr id="21" name="右箭头 20"/>
          <p:cNvSpPr/>
          <p:nvPr/>
        </p:nvSpPr>
        <p:spPr>
          <a:xfrm>
            <a:off x="3318510" y="2689860"/>
            <a:ext cx="1019175" cy="200025"/>
          </a:xfrm>
          <a:prstGeom prst="rightArrow">
            <a:avLst/>
          </a:prstGeom>
          <a:solidFill>
            <a:schemeClr val="accent5"/>
          </a:solidFill>
          <a:ln w="0">
            <a:noFill/>
            <a:prstDash val="solid"/>
          </a:ln>
        </p:spPr>
        <p:txBody>
          <a:bodyPr lIns="95250" tIns="9525" rIns="95250" bIns="9525" anchor="ctr"/>
          <a:p>
            <a:pPr algn="ctr"/>
            <a:endParaRPr lang="zh-CN" altLang="en-US" sz="1125" b="1" dirty="0" smtClean="0">
              <a:solidFill>
                <a:srgbClr val="FFFFFF"/>
              </a:solidFill>
            </a:endParaRPr>
          </a:p>
        </p:txBody>
      </p:sp>
      <p:sp>
        <p:nvSpPr>
          <p:cNvPr id="22" name="右箭头 21"/>
          <p:cNvSpPr/>
          <p:nvPr/>
        </p:nvSpPr>
        <p:spPr>
          <a:xfrm>
            <a:off x="6207760" y="2689860"/>
            <a:ext cx="1019175" cy="200025"/>
          </a:xfrm>
          <a:prstGeom prst="rightArrow">
            <a:avLst/>
          </a:prstGeom>
          <a:solidFill>
            <a:schemeClr val="accent5"/>
          </a:solidFill>
          <a:ln w="0">
            <a:noFill/>
            <a:prstDash val="solid"/>
          </a:ln>
        </p:spPr>
        <p:txBody>
          <a:bodyPr lIns="95250" tIns="9525" rIns="95250" bIns="9525" anchor="ctr"/>
          <a:p>
            <a:pPr algn="ctr"/>
            <a:endParaRPr lang="zh-CN" altLang="en-US" sz="1125" b="1" dirty="0" smtClean="0">
              <a:solidFill>
                <a:srgbClr val="FFFFFF"/>
              </a:solidFill>
            </a:endParaRPr>
          </a:p>
        </p:txBody>
      </p:sp>
      <p:sp>
        <p:nvSpPr>
          <p:cNvPr id="25" name="右箭头 24"/>
          <p:cNvSpPr/>
          <p:nvPr/>
        </p:nvSpPr>
        <p:spPr>
          <a:xfrm rot="5400000">
            <a:off x="7744460" y="3597910"/>
            <a:ext cx="1019175" cy="200025"/>
          </a:xfrm>
          <a:prstGeom prst="rightArrow">
            <a:avLst/>
          </a:prstGeom>
          <a:solidFill>
            <a:schemeClr val="accent5"/>
          </a:solidFill>
          <a:ln w="0">
            <a:noFill/>
            <a:prstDash val="solid"/>
          </a:ln>
        </p:spPr>
        <p:txBody>
          <a:bodyPr lIns="95250" tIns="9525" rIns="95250" bIns="9525" anchor="ctr"/>
          <a:p>
            <a:pPr algn="ctr"/>
            <a:endParaRPr lang="zh-CN" altLang="en-US" sz="1125" b="1" dirty="0" smtClean="0">
              <a:solidFill>
                <a:srgbClr val="FFFFFF"/>
              </a:solidFill>
            </a:endParaRPr>
          </a:p>
        </p:txBody>
      </p:sp>
      <p:sp>
        <p:nvSpPr>
          <p:cNvPr id="38" name="右箭头 37"/>
          <p:cNvSpPr/>
          <p:nvPr/>
        </p:nvSpPr>
        <p:spPr>
          <a:xfrm rot="10800000">
            <a:off x="6207760" y="4571365"/>
            <a:ext cx="1019175" cy="200025"/>
          </a:xfrm>
          <a:prstGeom prst="rightArrow">
            <a:avLst/>
          </a:prstGeom>
          <a:solidFill>
            <a:schemeClr val="accent5"/>
          </a:solidFill>
          <a:ln w="0">
            <a:noFill/>
            <a:prstDash val="solid"/>
          </a:ln>
        </p:spPr>
        <p:txBody>
          <a:bodyPr lIns="95250" tIns="9525" rIns="95250" bIns="9525" anchor="ctr"/>
          <a:p>
            <a:pPr algn="ctr"/>
            <a:endParaRPr lang="zh-CN" altLang="en-US" sz="1125" b="1" dirty="0" smtClean="0">
              <a:solidFill>
                <a:srgbClr val="FFFFFF"/>
              </a:solidFill>
            </a:endParaRPr>
          </a:p>
        </p:txBody>
      </p:sp>
      <p:sp>
        <p:nvSpPr>
          <p:cNvPr id="42" name="文本框 41"/>
          <p:cNvSpPr txBox="1"/>
          <p:nvPr/>
        </p:nvSpPr>
        <p:spPr>
          <a:xfrm>
            <a:off x="4417695" y="1358900"/>
            <a:ext cx="1844040" cy="732790"/>
          </a:xfrm>
          <a:prstGeom prst="rect">
            <a:avLst/>
          </a:prstGeom>
          <a:noFill/>
          <a:ln>
            <a:noFill/>
          </a:ln>
          <a:extLst>
            <a:ext uri="{909E8E84-426E-40DD-AFC4-6F175D3DCCD1}">
              <a14:hiddenFill xmlns:a14="http://schemas.microsoft.com/office/drawing/2010/main">
                <a:solidFill>
                  <a:schemeClr val="accent3"/>
                </a:solidFill>
              </a14:hiddenFill>
            </a:ext>
          </a:extLst>
        </p:spPr>
        <p:txBody>
          <a:bodyPr wrap="square" lIns="180000" tIns="90000" rIns="180000" bIns="90000" rtlCol="0">
            <a:spAutoFit/>
          </a:bodyPr>
          <a:p>
            <a:r>
              <a:rPr lang="en-US" altLang="zh-CN" sz="1800" dirty="0" err="1" smtClean="0"/>
              <a:t>part2</a:t>
            </a:r>
            <a:r>
              <a:rPr lang="zh-CN" altLang="en-US" sz="1800" dirty="0" err="1" smtClean="0">
                <a:ea typeface="宋体" panose="02010600030101010101" pitchFamily="2" charset="-122"/>
              </a:rPr>
              <a:t>：区域</a:t>
            </a:r>
            <a:r>
              <a:rPr lang="zh-CN" altLang="en-US" sz="1800" dirty="0" err="1" smtClean="0">
                <a:ea typeface="宋体" panose="02010600030101010101" pitchFamily="2" charset="-122"/>
              </a:rPr>
              <a:t>对不对</a:t>
            </a:r>
            <a:endParaRPr lang="zh-CN" altLang="en-US" sz="1800" dirty="0" err="1" smtClean="0">
              <a:ea typeface="宋体" panose="02010600030101010101" pitchFamily="2" charset="-122"/>
            </a:endParaRPr>
          </a:p>
        </p:txBody>
      </p:sp>
      <p:sp>
        <p:nvSpPr>
          <p:cNvPr id="43" name="文本框 42"/>
          <p:cNvSpPr txBox="1"/>
          <p:nvPr/>
        </p:nvSpPr>
        <p:spPr>
          <a:xfrm>
            <a:off x="7270750" y="1358900"/>
            <a:ext cx="1966595" cy="732790"/>
          </a:xfrm>
          <a:prstGeom prst="rect">
            <a:avLst/>
          </a:prstGeom>
          <a:noFill/>
          <a:ln>
            <a:noFill/>
          </a:ln>
          <a:extLst>
            <a:ext uri="{909E8E84-426E-40DD-AFC4-6F175D3DCCD1}">
              <a14:hiddenFill xmlns:a14="http://schemas.microsoft.com/office/drawing/2010/main">
                <a:solidFill>
                  <a:schemeClr val="accent3"/>
                </a:solidFill>
              </a14:hiddenFill>
            </a:ext>
          </a:extLst>
        </p:spPr>
        <p:txBody>
          <a:bodyPr wrap="square" lIns="180000" tIns="90000" rIns="180000" bIns="90000" rtlCol="0">
            <a:spAutoFit/>
          </a:bodyPr>
          <a:p>
            <a:r>
              <a:rPr lang="en-US" altLang="zh-CN" sz="1800" dirty="0" err="1" smtClean="0"/>
              <a:t>part3</a:t>
            </a:r>
            <a:r>
              <a:rPr lang="zh-CN" altLang="en-US" sz="1800" dirty="0" err="1" smtClean="0">
                <a:ea typeface="宋体" panose="02010600030101010101" pitchFamily="2" charset="-122"/>
              </a:rPr>
              <a:t>：标注有没有问题</a:t>
            </a:r>
            <a:endParaRPr lang="zh-CN" altLang="en-US" sz="1800" dirty="0" err="1" smtClean="0">
              <a:ea typeface="宋体" panose="02010600030101010101" pitchFamily="2" charset="-122"/>
            </a:endParaRPr>
          </a:p>
        </p:txBody>
      </p:sp>
      <p:sp>
        <p:nvSpPr>
          <p:cNvPr id="44" name="文本框 43"/>
          <p:cNvSpPr txBox="1"/>
          <p:nvPr/>
        </p:nvSpPr>
        <p:spPr>
          <a:xfrm>
            <a:off x="7407275" y="5304155"/>
            <a:ext cx="1653540" cy="732790"/>
          </a:xfrm>
          <a:prstGeom prst="rect">
            <a:avLst/>
          </a:prstGeom>
          <a:noFill/>
          <a:ln>
            <a:noFill/>
          </a:ln>
          <a:extLst>
            <a:ext uri="{909E8E84-426E-40DD-AFC4-6F175D3DCCD1}">
              <a14:hiddenFill xmlns:a14="http://schemas.microsoft.com/office/drawing/2010/main">
                <a:solidFill>
                  <a:schemeClr val="accent3"/>
                </a:solidFill>
              </a14:hiddenFill>
            </a:ext>
          </a:extLst>
        </p:spPr>
        <p:txBody>
          <a:bodyPr wrap="square" lIns="180000" tIns="90000" rIns="180000" bIns="90000" rtlCol="0">
            <a:spAutoFit/>
          </a:bodyPr>
          <a:p>
            <a:r>
              <a:rPr lang="en-US" altLang="zh-CN" sz="1800" dirty="0" err="1" smtClean="0"/>
              <a:t>part4</a:t>
            </a:r>
            <a:r>
              <a:rPr lang="zh-CN" altLang="en-US" sz="1800" dirty="0" err="1" smtClean="0">
                <a:ea typeface="宋体" panose="02010600030101010101" pitchFamily="2" charset="-122"/>
              </a:rPr>
              <a:t>：样本是否</a:t>
            </a:r>
            <a:r>
              <a:rPr lang="zh-CN" altLang="en-US" sz="1800" dirty="0" err="1" smtClean="0">
                <a:ea typeface="宋体" panose="02010600030101010101" pitchFamily="2" charset="-122"/>
              </a:rPr>
              <a:t>充足</a:t>
            </a:r>
            <a:endParaRPr lang="zh-CN" altLang="en-US" sz="1800" dirty="0" err="1" smtClean="0">
              <a:ea typeface="宋体" panose="02010600030101010101" pitchFamily="2" charset="-122"/>
            </a:endParaRPr>
          </a:p>
        </p:txBody>
      </p:sp>
      <p:sp>
        <p:nvSpPr>
          <p:cNvPr id="60" name="Cloud 59"/>
          <p:cNvSpPr/>
          <p:nvPr/>
        </p:nvSpPr>
        <p:spPr>
          <a:xfrm>
            <a:off x="9871710" y="1718945"/>
            <a:ext cx="1421130" cy="970915"/>
          </a:xfrm>
          <a:prstGeom prst="cloud">
            <a:avLst/>
          </a:prstGeom>
          <a:solidFill>
            <a:srgbClr val="F7FBFF"/>
          </a:solidFill>
          <a:ln>
            <a:solidFill>
              <a:srgbClr val="4F7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a:solidFill>
                  <a:schemeClr val="tx1"/>
                </a:solidFill>
              </a:rPr>
              <a:t>影响</a:t>
            </a:r>
            <a:endParaRPr lang="zh-CN" altLang="en-US">
              <a:solidFill>
                <a:schemeClr val="tx1"/>
              </a:solidFill>
            </a:endParaRPr>
          </a:p>
          <a:p>
            <a:pPr algn="ctr"/>
            <a:r>
              <a:rPr lang="zh-CN" altLang="en-US">
                <a:solidFill>
                  <a:schemeClr val="tx1"/>
                </a:solidFill>
              </a:rPr>
              <a:t>因素</a:t>
            </a:r>
            <a:endParaRPr lang="zh-CN" altLang="en-US">
              <a:solidFill>
                <a:schemeClr val="tx1"/>
              </a:solidFill>
            </a:endParaRPr>
          </a:p>
        </p:txBody>
      </p:sp>
      <p:sp>
        <p:nvSpPr>
          <p:cNvPr id="4" name="文本框 3"/>
          <p:cNvSpPr txBox="1"/>
          <p:nvPr/>
        </p:nvSpPr>
        <p:spPr>
          <a:xfrm>
            <a:off x="1282700" y="1358900"/>
            <a:ext cx="2125980" cy="732790"/>
          </a:xfrm>
          <a:prstGeom prst="rect">
            <a:avLst/>
          </a:prstGeom>
          <a:noFill/>
          <a:ln>
            <a:noFill/>
          </a:ln>
          <a:extLst>
            <a:ext uri="{909E8E84-426E-40DD-AFC4-6F175D3DCCD1}">
              <a14:hiddenFill xmlns:a14="http://schemas.microsoft.com/office/drawing/2010/main">
                <a:solidFill>
                  <a:schemeClr val="accent3"/>
                </a:solidFill>
              </a14:hiddenFill>
            </a:ext>
          </a:extLst>
        </p:spPr>
        <p:txBody>
          <a:bodyPr wrap="square" lIns="180000" tIns="90000" rIns="180000" bIns="90000" rtlCol="0">
            <a:spAutoFit/>
          </a:bodyPr>
          <a:p>
            <a:r>
              <a:rPr lang="en-US" altLang="zh-CN" sz="1800" dirty="0" err="1" smtClean="0"/>
              <a:t>part1</a:t>
            </a:r>
            <a:r>
              <a:rPr lang="zh-CN" altLang="en-US" sz="1800" dirty="0" err="1" smtClean="0">
                <a:ea typeface="宋体" panose="02010600030101010101" pitchFamily="2" charset="-122"/>
              </a:rPr>
              <a:t>：</a:t>
            </a:r>
            <a:r>
              <a:rPr lang="en-US" altLang="zh-CN" sz="1800" dirty="0" err="1" smtClean="0">
                <a:ea typeface="宋体" panose="02010600030101010101" pitchFamily="2" charset="-122"/>
              </a:rPr>
              <a:t>OK NG</a:t>
            </a:r>
            <a:r>
              <a:rPr lang="zh-CN" altLang="en-US" sz="1800" dirty="0" err="1" smtClean="0">
                <a:ea typeface="宋体" panose="02010600030101010101" pitchFamily="2" charset="-122"/>
              </a:rPr>
              <a:t>有没有</a:t>
            </a:r>
            <a:r>
              <a:rPr lang="zh-CN" altLang="en-US" sz="1800" dirty="0" err="1" smtClean="0">
                <a:ea typeface="宋体" panose="02010600030101010101" pitchFamily="2" charset="-122"/>
              </a:rPr>
              <a:t>拍出来</a:t>
            </a:r>
            <a:endParaRPr lang="zh-CN" altLang="en-US" sz="1800" dirty="0" err="1"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21" grpId="0" bldLvl="0" animBg="1"/>
      <p:bldP spid="21" grpId="1" animBg="1"/>
      <p:bldP spid="13" grpId="0" bldLvl="0" animBg="1"/>
      <p:bldP spid="13" grpId="1" animBg="1"/>
      <p:bldP spid="22" grpId="0" bldLvl="0" animBg="1"/>
      <p:bldP spid="22" grpId="1" animBg="1"/>
      <p:bldP spid="14" grpId="0" bldLvl="0" animBg="1"/>
      <p:bldP spid="14" grpId="1" animBg="1"/>
      <p:bldP spid="25" grpId="0" bldLvl="0" animBg="1"/>
      <p:bldP spid="25" grpId="1" animBg="1"/>
      <p:bldP spid="19" grpId="0" bldLvl="0" animBg="1"/>
      <p:bldP spid="19" grpId="1" animBg="1"/>
      <p:bldP spid="38" grpId="0" bldLvl="0" animBg="1"/>
      <p:bldP spid="38" grpId="1" animBg="1"/>
      <p:bldP spid="20" grpId="0" bldLvl="0" animBg="1"/>
      <p:bldP spid="20" grpId="1" animBg="1"/>
      <p:bldP spid="60" grpId="0" animBg="1"/>
      <p:bldP spid="60" grpId="1" animBg="1"/>
      <p:bldP spid="42" grpId="0"/>
      <p:bldP spid="42" grpId="1"/>
      <p:bldP spid="43" grpId="0"/>
      <p:bldP spid="43" grpId="1"/>
      <p:bldP spid="44" grpId="0"/>
      <p:bldP spid="44" grpId="1"/>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平台操作</a:t>
            </a:r>
            <a:r>
              <a:rPr lang="zh-CN" altLang="en-US" dirty="0">
                <a:latin typeface="IBM Plex Sans SC" panose="020B0503050203000203" pitchFamily="34" charset="-122"/>
                <a:ea typeface="IBM Plex Sans SC" panose="020B0503050203000203" pitchFamily="34" charset="-122"/>
              </a:rPr>
              <a:t>演示</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位置</a:t>
            </a:r>
            <a:r>
              <a:rPr lang="zh-CN" altLang="en-US" dirty="0">
                <a:latin typeface="IBM Plex Sans SC" panose="020B0503050203000203" pitchFamily="34" charset="-122"/>
                <a:ea typeface="IBM Plex Sans SC" panose="020B0503050203000203" pitchFamily="34" charset="-122"/>
              </a:rPr>
              <a:t>修正</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26" name="Slide Number Placeholder 0"/>
          <p:cNvSpPr>
            <a:spLocks noGrp="1"/>
          </p:cNvSpPr>
          <p:nvPr/>
        </p:nvSpPr>
        <p:spPr>
          <a:xfrm>
            <a:off x="11292840" y="730288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pic>
        <p:nvPicPr>
          <p:cNvPr id="6" name="图片 5"/>
          <p:cNvPicPr>
            <a:picLocks noChangeAspect="1"/>
          </p:cNvPicPr>
          <p:nvPr/>
        </p:nvPicPr>
        <p:blipFill>
          <a:blip r:embed="rId1"/>
          <a:stretch>
            <a:fillRect/>
          </a:stretch>
        </p:blipFill>
        <p:spPr>
          <a:xfrm>
            <a:off x="581025" y="1514475"/>
            <a:ext cx="5743575" cy="2381250"/>
          </a:xfrm>
          <a:prstGeom prst="rect">
            <a:avLst/>
          </a:prstGeom>
        </p:spPr>
      </p:pic>
      <p:pic>
        <p:nvPicPr>
          <p:cNvPr id="7" name="图片 6"/>
          <p:cNvPicPr>
            <a:picLocks noChangeAspect="1"/>
          </p:cNvPicPr>
          <p:nvPr/>
        </p:nvPicPr>
        <p:blipFill>
          <a:blip r:embed="rId2"/>
          <a:stretch>
            <a:fillRect/>
          </a:stretch>
        </p:blipFill>
        <p:spPr>
          <a:xfrm>
            <a:off x="5976620" y="2939415"/>
            <a:ext cx="5678805" cy="29724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平台操作</a:t>
            </a:r>
            <a:r>
              <a:rPr lang="zh-CN" altLang="en-US" dirty="0">
                <a:latin typeface="IBM Plex Sans SC" panose="020B0503050203000203" pitchFamily="34" charset="-122"/>
                <a:ea typeface="IBM Plex Sans SC" panose="020B0503050203000203" pitchFamily="34" charset="-122"/>
              </a:rPr>
              <a:t>演示</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标注</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26" name="Slide Number Placeholder 0"/>
          <p:cNvSpPr>
            <a:spLocks noGrp="1"/>
          </p:cNvSpPr>
          <p:nvPr/>
        </p:nvSpPr>
        <p:spPr>
          <a:xfrm>
            <a:off x="11292840" y="730288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grpSp>
        <p:nvGrpSpPr>
          <p:cNvPr id="7" name="组合 6"/>
          <p:cNvGrpSpPr/>
          <p:nvPr/>
        </p:nvGrpSpPr>
        <p:grpSpPr>
          <a:xfrm>
            <a:off x="361315" y="2358390"/>
            <a:ext cx="4307205" cy="1953260"/>
            <a:chOff x="569" y="3714"/>
            <a:chExt cx="6783" cy="3076"/>
          </a:xfrm>
        </p:grpSpPr>
        <p:pic>
          <p:nvPicPr>
            <p:cNvPr id="5" name="图片 4"/>
            <p:cNvPicPr>
              <a:picLocks noChangeAspect="1"/>
            </p:cNvPicPr>
            <p:nvPr/>
          </p:nvPicPr>
          <p:blipFill>
            <a:blip r:embed="rId1"/>
            <a:stretch>
              <a:fillRect/>
            </a:stretch>
          </p:blipFill>
          <p:spPr>
            <a:xfrm>
              <a:off x="570" y="3714"/>
              <a:ext cx="6782" cy="3076"/>
            </a:xfrm>
            <a:prstGeom prst="rect">
              <a:avLst/>
            </a:prstGeom>
          </p:spPr>
        </p:pic>
        <p:sp>
          <p:nvSpPr>
            <p:cNvPr id="6" name="矩形 5"/>
            <p:cNvSpPr/>
            <p:nvPr/>
          </p:nvSpPr>
          <p:spPr>
            <a:xfrm>
              <a:off x="569" y="6352"/>
              <a:ext cx="3420" cy="435"/>
            </a:xfrm>
            <a:prstGeom prst="rect">
              <a:avLst/>
            </a:prstGeom>
            <a:noFill/>
            <a:ln w="0">
              <a:solidFill>
                <a:srgbClr val="FF0000"/>
              </a:solidFill>
              <a:prstDash val="solid"/>
            </a:ln>
            <a:extLst>
              <a:ext uri="{909E8E84-426E-40DD-AFC4-6F175D3DCCD1}">
                <a14:hiddenFill xmlns:a14="http://schemas.microsoft.com/office/drawing/2010/main">
                  <a:solidFill>
                    <a:schemeClr val="accent2"/>
                  </a:solidFill>
                </a14:hiddenFill>
              </a:ext>
            </a:extLst>
          </p:spPr>
          <p:txBody>
            <a:bodyPr lIns="95250" tIns="9525" rIns="95250" bIns="9525" anchor="ctr"/>
            <a:p>
              <a:pPr algn="ctr"/>
              <a:endParaRPr lang="zh-CN" altLang="en-US" sz="1125" b="1" dirty="0" smtClean="0">
                <a:solidFill>
                  <a:srgbClr val="FFFFFF"/>
                </a:solidFill>
              </a:endParaRPr>
            </a:p>
          </p:txBody>
        </p:sp>
      </p:grpSp>
      <p:grpSp>
        <p:nvGrpSpPr>
          <p:cNvPr id="11" name="组合 10"/>
          <p:cNvGrpSpPr/>
          <p:nvPr/>
        </p:nvGrpSpPr>
        <p:grpSpPr>
          <a:xfrm>
            <a:off x="4668520" y="920115"/>
            <a:ext cx="7258050" cy="5387340"/>
            <a:chOff x="7484" y="1158"/>
            <a:chExt cx="11430" cy="8484"/>
          </a:xfrm>
        </p:grpSpPr>
        <p:pic>
          <p:nvPicPr>
            <p:cNvPr id="4" name="图片 3"/>
            <p:cNvPicPr>
              <a:picLocks noChangeAspect="1"/>
            </p:cNvPicPr>
            <p:nvPr/>
          </p:nvPicPr>
          <p:blipFill>
            <a:blip r:embed="rId2"/>
            <a:stretch>
              <a:fillRect/>
            </a:stretch>
          </p:blipFill>
          <p:spPr>
            <a:xfrm>
              <a:off x="7484" y="1158"/>
              <a:ext cx="11430" cy="8485"/>
            </a:xfrm>
            <a:prstGeom prst="rect">
              <a:avLst/>
            </a:prstGeom>
          </p:spPr>
        </p:pic>
        <p:cxnSp>
          <p:nvCxnSpPr>
            <p:cNvPr id="10" name="直接箭头连接符 9"/>
            <p:cNvCxnSpPr/>
            <p:nvPr/>
          </p:nvCxnSpPr>
          <p:spPr>
            <a:xfrm flipV="1">
              <a:off x="11579" y="6952"/>
              <a:ext cx="585" cy="2355"/>
            </a:xfrm>
            <a:prstGeom prst="straightConnector1">
              <a:avLst/>
            </a:prstGeom>
            <a:solidFill>
              <a:schemeClr val="accent1"/>
            </a:solidFill>
            <a:ln w="9525" cap="flat" cmpd="sng" algn="ctr">
              <a:solidFill>
                <a:srgbClr val="FF0000"/>
              </a:solidFill>
              <a:prstDash val="solid"/>
              <a:round/>
              <a:headEnd type="none" w="med" len="med"/>
              <a:tailEnd type="arrow" w="med" len="med"/>
            </a:ln>
          </p:spPr>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cNvSpPr>
            <a:spLocks noGrp="1"/>
          </p:cNvSpPr>
          <p:nvPr>
            <p:ph type="body" sz="quarter" idx="16"/>
          </p:nvPr>
        </p:nvSpPr>
        <p:spPr>
          <a:xfrm>
            <a:off x="565924" y="488003"/>
            <a:ext cx="11089444" cy="431900"/>
          </a:xfrm>
        </p:spPr>
        <p:txBody>
          <a:bodyPr/>
          <a:lstStyle/>
          <a:p>
            <a:r>
              <a:rPr lang="zh-CN" altLang="en-US" dirty="0">
                <a:latin typeface="IBM Plex Sans SC" panose="020B0503050203000203" pitchFamily="34" charset="-122"/>
                <a:ea typeface="IBM Plex Sans SC" panose="020B0503050203000203" pitchFamily="34" charset="-122"/>
              </a:rPr>
              <a:t>平台操作</a:t>
            </a:r>
            <a:r>
              <a:rPr lang="zh-CN" altLang="en-US" dirty="0">
                <a:latin typeface="IBM Plex Sans SC" panose="020B0503050203000203" pitchFamily="34" charset="-122"/>
                <a:ea typeface="IBM Plex Sans SC" panose="020B0503050203000203" pitchFamily="34" charset="-122"/>
              </a:rPr>
              <a:t>演示</a:t>
            </a:r>
            <a:endParaRPr lang="zh-CN" altLang="en-US" dirty="0">
              <a:latin typeface="IBM Plex Sans SC" panose="020B0503050203000203" pitchFamily="34" charset="-122"/>
              <a:ea typeface="IBM Plex Sans SC" panose="020B0503050203000203" pitchFamily="34" charset="-122"/>
            </a:endParaRPr>
          </a:p>
        </p:txBody>
      </p:sp>
      <p:sp>
        <p:nvSpPr>
          <p:cNvPr id="9" name="Titel"/>
          <p:cNvSpPr>
            <a:spLocks noGrp="1"/>
          </p:cNvSpPr>
          <p:nvPr>
            <p:ph type="title"/>
          </p:nvPr>
        </p:nvSpPr>
        <p:spPr>
          <a:xfrm>
            <a:off x="580987" y="933873"/>
            <a:ext cx="11089444" cy="446185"/>
          </a:xfrm>
        </p:spPr>
        <p:txBody>
          <a:bodyPr vert="horz" lIns="0" tIns="0" rIns="0" bIns="0" rtlCol="0" anchor="t">
            <a:noAutofit/>
          </a:bodyPr>
          <a:lstStyle/>
          <a:p>
            <a:r>
              <a:rPr lang="zh-CN" altLang="en-US" dirty="0">
                <a:latin typeface="IBM Plex Sans SC" panose="020B0503050203000203" pitchFamily="34" charset="-122"/>
                <a:ea typeface="IBM Plex Sans SC" panose="020B0503050203000203" pitchFamily="34" charset="-122"/>
              </a:rPr>
              <a:t>学习</a:t>
            </a:r>
            <a:r>
              <a:rPr lang="zh-CN" altLang="en-US" dirty="0">
                <a:latin typeface="IBM Plex Sans SC" panose="020B0503050203000203" pitchFamily="34" charset="-122"/>
                <a:ea typeface="IBM Plex Sans SC" panose="020B0503050203000203" pitchFamily="34" charset="-122"/>
              </a:rPr>
              <a:t>训练</a:t>
            </a:r>
            <a:endParaRPr lang="zh-CN" altLang="en-US" dirty="0">
              <a:latin typeface="IBM Plex Sans SC" panose="020B0503050203000203" pitchFamily="34" charset="-122"/>
              <a:ea typeface="IBM Plex Sans SC" panose="020B0503050203000203" pitchFamily="34" charset="-122"/>
            </a:endParaRPr>
          </a:p>
        </p:txBody>
      </p:sp>
      <p:sp>
        <p:nvSpPr>
          <p:cNvPr id="2" name="Text 0"/>
          <p:cNvSpPr/>
          <p:nvPr/>
        </p:nvSpPr>
        <p:spPr>
          <a:xfrm>
            <a:off x="575945" y="1206627"/>
            <a:ext cx="5577840" cy="512064"/>
          </a:xfrm>
          <a:prstGeom prst="rect">
            <a:avLst/>
          </a:prstGeom>
          <a:noFill/>
        </p:spPr>
        <p:txBody>
          <a:bodyPr wrap="square" lIns="0" tIns="0" rIns="0" bIns="0" rtlCol="0" anchor="ctr"/>
          <a:lstStyle/>
          <a:p>
            <a:pPr marL="0" indent="0">
              <a:buNone/>
            </a:pPr>
            <a:endParaRPr lang="en-US" sz="4000" dirty="0"/>
          </a:p>
        </p:txBody>
      </p:sp>
      <p:sp>
        <p:nvSpPr>
          <p:cNvPr id="3" name="Slide Number Placeholder 0"/>
          <p:cNvSpPr>
            <a:spLocks noGrp="1"/>
          </p:cNvSpPr>
          <p:nvPr>
            <p:ph type="sldNum" sz="quarter" idx="4294967295"/>
          </p:nvPr>
        </p:nvSpPr>
        <p:spPr>
          <a:xfrm>
            <a:off x="11274425" y="702221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sp>
        <p:nvSpPr>
          <p:cNvPr id="164" name="Text 131"/>
          <p:cNvSpPr/>
          <p:nvPr/>
        </p:nvSpPr>
        <p:spPr>
          <a:xfrm>
            <a:off x="1280033" y="6446139"/>
            <a:ext cx="960120" cy="384048"/>
          </a:xfrm>
          <a:prstGeom prst="rect">
            <a:avLst/>
          </a:prstGeom>
          <a:noFill/>
        </p:spPr>
        <p:txBody>
          <a:bodyPr wrap="square" lIns="635" tIns="635" rIns="635" bIns="635" rtlCol="0" anchor="ctr">
            <a:normAutofit/>
          </a:bodyPr>
          <a:lstStyle/>
          <a:p>
            <a:pPr marL="0" indent="0" algn="ctr">
              <a:buNone/>
            </a:pPr>
            <a:endParaRPr lang="en-US" sz="1800" dirty="0"/>
          </a:p>
        </p:txBody>
      </p:sp>
      <p:sp>
        <p:nvSpPr>
          <p:cNvPr id="26" name="Slide Number Placeholder 0"/>
          <p:cNvSpPr>
            <a:spLocks noGrp="1"/>
          </p:cNvSpPr>
          <p:nvPr/>
        </p:nvSpPr>
        <p:spPr>
          <a:xfrm>
            <a:off x="11292840" y="7302881"/>
            <a:ext cx="800000" cy="300000"/>
          </a:xfrm>
          <a:prstGeom prst="rect">
            <a:avLst/>
          </a:prstGeom>
        </p:spPr>
        <p:txBody>
          <a:bodyPr/>
          <a:lstStyle>
            <a:lvl1pPr>
              <a:defRPr sz="800">
                <a:solidFill>
                  <a:srgbClr val="8A96A8"/>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l"/>
            <a:fld id="{F7021451-1387-4CA6-816F-3879F97B5CBC}" type="slidenum">
              <a:rPr lang="en-US" b="0"/>
            </a:fld>
            <a:endParaRPr lang="en-US"/>
          </a:p>
        </p:txBody>
      </p:sp>
      <p:grpSp>
        <p:nvGrpSpPr>
          <p:cNvPr id="6" name="组合 5"/>
          <p:cNvGrpSpPr/>
          <p:nvPr/>
        </p:nvGrpSpPr>
        <p:grpSpPr>
          <a:xfrm>
            <a:off x="2142490" y="1206500"/>
            <a:ext cx="6193155" cy="5359400"/>
            <a:chOff x="3509" y="1721"/>
            <a:chExt cx="9753" cy="8440"/>
          </a:xfrm>
        </p:grpSpPr>
        <p:pic>
          <p:nvPicPr>
            <p:cNvPr id="4" name="图片 3"/>
            <p:cNvPicPr>
              <a:picLocks noChangeAspect="1"/>
            </p:cNvPicPr>
            <p:nvPr/>
          </p:nvPicPr>
          <p:blipFill>
            <a:blip r:embed="rId1"/>
            <a:stretch>
              <a:fillRect/>
            </a:stretch>
          </p:blipFill>
          <p:spPr>
            <a:xfrm>
              <a:off x="3528" y="1721"/>
              <a:ext cx="9735" cy="8430"/>
            </a:xfrm>
            <a:prstGeom prst="rect">
              <a:avLst/>
            </a:prstGeom>
          </p:spPr>
        </p:pic>
        <p:sp>
          <p:nvSpPr>
            <p:cNvPr id="5" name="矩形 4"/>
            <p:cNvSpPr/>
            <p:nvPr/>
          </p:nvSpPr>
          <p:spPr>
            <a:xfrm>
              <a:off x="3509" y="9127"/>
              <a:ext cx="9720" cy="1035"/>
            </a:xfrm>
            <a:prstGeom prst="rect">
              <a:avLst/>
            </a:prstGeom>
            <a:noFill/>
            <a:ln w="0">
              <a:solidFill>
                <a:srgbClr val="FF0000"/>
              </a:solidFill>
              <a:prstDash val="solid"/>
            </a:ln>
            <a:extLst>
              <a:ext uri="{909E8E84-426E-40DD-AFC4-6F175D3DCCD1}">
                <a14:hiddenFill xmlns:a14="http://schemas.microsoft.com/office/drawing/2010/main">
                  <a:solidFill>
                    <a:schemeClr val="accent2"/>
                  </a:solidFill>
                </a14:hiddenFill>
              </a:ext>
            </a:extLst>
          </p:spPr>
          <p:txBody>
            <a:bodyPr lIns="95250" tIns="9525" rIns="95250" bIns="9525" anchor="ctr"/>
            <a:p>
              <a:pPr algn="ctr"/>
              <a:endParaRPr lang="zh-CN" altLang="en-US" sz="1125" b="1" dirty="0" smtClean="0">
                <a:solidFill>
                  <a:srgbClr val="FFFFFF"/>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6096001" y="3303918"/>
            <a:ext cx="5680104" cy="2501570"/>
          </a:xfrm>
        </p:spPr>
        <p:txBody>
          <a:bodyPr/>
          <a:lstStyle/>
          <a:p>
            <a:r>
              <a:rPr lang="en-US" altLang="zh-CN" sz="2800"/>
              <a:t>AI CCD</a:t>
            </a:r>
            <a:r>
              <a:rPr lang="zh-CN" altLang="en-US" sz="2800"/>
              <a:t>平台操作</a:t>
            </a:r>
            <a:r>
              <a:rPr lang="zh-CN" altLang="en-US" sz="2800"/>
              <a:t>培训</a:t>
            </a:r>
            <a:endParaRPr lang="zh-CN" altLang="en-US" sz="2800"/>
          </a:p>
        </p:txBody>
      </p:sp>
      <p:sp>
        <p:nvSpPr>
          <p:cNvPr id="7" name="灯片编号占位符 6"/>
          <p:cNvSpPr>
            <a:spLocks noGrp="1"/>
          </p:cNvSpPr>
          <p:nvPr>
            <p:ph type="sldNum" sz="quarter" idx="4294967295"/>
          </p:nvPr>
        </p:nvSpPr>
        <p:spPr>
          <a:xfrm>
            <a:off x="0" y="6091238"/>
            <a:ext cx="252413" cy="360362"/>
          </a:xfrm>
        </p:spPr>
        <p:txBody>
          <a:bodyPr/>
          <a:lstStyle/>
          <a:p>
            <a:fld id="{B227C86F-CC2D-492F-A88C-C748186E73FB}" type="slidenum">
              <a:rPr lang="de-DE" smtClean="0">
                <a:latin typeface="IBM Plex Sans SC" panose="020B0503050203000203" pitchFamily="34" charset="-122"/>
                <a:ea typeface="IBM Plex Sans SC" panose="020B0503050203000203" pitchFamily="34" charset="-122"/>
              </a:rPr>
            </a:fld>
            <a:endParaRPr lang="de-DE" dirty="0">
              <a:latin typeface="IBM Plex Sans SC" panose="020B0503050203000203" pitchFamily="34" charset="-122"/>
              <a:ea typeface="IBM Plex Sans SC" panose="020B0503050203000203"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277.7,&quot;left&quot;:518.4,&quot;top&quot;:158.15,&quot;width&quot;:376.9}"/>
</p:tagLst>
</file>

<file path=ppt/tags/tag2.xml><?xml version="1.0" encoding="utf-8"?>
<p:tagLst xmlns:p="http://schemas.openxmlformats.org/presentationml/2006/main">
  <p:tag name="KSO_WM_DIAGRAM_VIRTUALLY_FRAME" val="{&quot;height&quot;:277.7,&quot;left&quot;:518.4,&quot;top&quot;:158.15,&quot;width&quot;:376.9}"/>
</p:tagLst>
</file>

<file path=ppt/tags/tag3.xml><?xml version="1.0" encoding="utf-8"?>
<p:tagLst xmlns:p="http://schemas.openxmlformats.org/presentationml/2006/main">
  <p:tag name="KSO_WM_DIAGRAM_VIRTUALLY_FRAME" val="{&quot;height&quot;:277.7,&quot;left&quot;:518.4,&quot;top&quot;:158.15,&quot;width&quot;:376.9}"/>
</p:tagLst>
</file>

<file path=ppt/tags/tag4.xml><?xml version="1.0" encoding="utf-8"?>
<p:tagLst xmlns:p="http://schemas.openxmlformats.org/presentationml/2006/main">
  <p:tag name="KSO_WM_DIAGRAM_VIRTUALLY_FRAME" val="{&quot;height&quot;:277.7,&quot;left&quot;:518.4,&quot;top&quot;:158.15,&quot;width&quot;:376.9}"/>
</p:tagLst>
</file>

<file path=ppt/tags/tag5.xml><?xml version="1.0" encoding="utf-8"?>
<p:tagLst xmlns:p="http://schemas.openxmlformats.org/presentationml/2006/main">
  <p:tag name="KSO_WM_DIAGRAM_VIRTUALLY_FRAME" val="{&quot;height&quot;:277.7,&quot;left&quot;:518.4,&quot;top&quot;:158.15,&quot;width&quot;:376.9}"/>
</p:tagLst>
</file>

<file path=ppt/tags/tag6.xml><?xml version="1.0" encoding="utf-8"?>
<p:tagLst xmlns:p="http://schemas.openxmlformats.org/presentationml/2006/main">
  <p:tag name="KSO_WM_DIAGRAM_VIRTUALLY_FRAME" val="{&quot;height&quot;:277.7,&quot;left&quot;:518.4,&quot;top&quot;:158.15,&quot;width&quot;:376.9}"/>
</p:tagLst>
</file>

<file path=ppt/tags/tag7.xml><?xml version="1.0" encoding="utf-8"?>
<p:tagLst xmlns:p="http://schemas.openxmlformats.org/presentationml/2006/main">
  <p:tag name="KSO_WM_DIAGRAM_VIRTUALLY_FRAME" val="{&quot;height&quot;:277.7,&quot;left&quot;:518.4,&quot;top&quot;:158.15,&quot;width&quot;:376.9}"/>
</p:tagLst>
</file>

<file path=ppt/tags/tag8.xml><?xml version="1.0" encoding="utf-8"?>
<p:tagLst xmlns:p="http://schemas.openxmlformats.org/presentationml/2006/main">
  <p:tag name="KSO_WM_DIAGRAM_VIRTUALLY_FRAME" val="{&quot;height&quot;:277.7,&quot;left&quot;:518.4,&quot;top&quot;:158.15,&quot;width&quot;:376.9}"/>
</p:tagLst>
</file>

<file path=ppt/tags/tag9.xml><?xml version="1.0" encoding="utf-8"?>
<p:tagLst xmlns:p="http://schemas.openxmlformats.org/presentationml/2006/main">
  <p:tag name="KSO_WM_DIAGRAM_VIRTUALLY_FRAME" val="{&quot;height&quot;:277.7,&quot;left&quot;:518.4,&quot;top&quot;:158.15,&quot;width&quot;:376.9}"/>
</p:tagLst>
</file>

<file path=ppt/tags/tag10.xml><?xml version="1.0" encoding="utf-8"?>
<p:tagLst xmlns:p="http://schemas.openxmlformats.org/presentationml/2006/main">
  <p:tag name="KSO_WM_DIAGRAM_VIRTUALLY_FRAME" val="{&quot;height&quot;:277.7,&quot;left&quot;:518.4,&quot;top&quot;:158.15,&quot;width&quot;:376.9}"/>
</p:tagLst>
</file>

<file path=ppt/tags/tag11.xml><?xml version="1.0" encoding="utf-8"?>
<p:tagLst xmlns:p="http://schemas.openxmlformats.org/presentationml/2006/main">
  <p:tag name="KSO_WM_DIAGRAM_VIRTUALLY_FRAME" val="{&quot;height&quot;:277.7,&quot;left&quot;:518.4,&quot;top&quot;:158.15,&quot;width&quot;:376.9}"/>
</p:tagLst>
</file>

<file path=ppt/tags/tag12.xml><?xml version="1.0" encoding="utf-8"?>
<p:tagLst xmlns:p="http://schemas.openxmlformats.org/presentationml/2006/main">
  <p:tag name="KSO_WM_DIAGRAM_VIRTUALLY_FRAME" val="{&quot;height&quot;:277.7,&quot;left&quot;:518.4,&quot;top&quot;:158.15,&quot;width&quot;:376.9}"/>
</p:tagLst>
</file>

<file path=ppt/tags/tag13.xml><?xml version="1.0" encoding="utf-8"?>
<p:tagLst xmlns:p="http://schemas.openxmlformats.org/presentationml/2006/main">
  <p:tag name="KSO_WM_DIAGRAM_VIRTUALLY_FRAME" val="{&quot;height&quot;:277.7,&quot;left&quot;:518.4,&quot;top&quot;:158.15,&quot;width&quot;:376.9}"/>
</p:tagLst>
</file>

<file path=ppt/tags/tag14.xml><?xml version="1.0" encoding="utf-8"?>
<p:tagLst xmlns:p="http://schemas.openxmlformats.org/presentationml/2006/main">
  <p:tag name="KSO_WM_DIAGRAM_VIRTUALLY_FRAME" val="{&quot;height&quot;:277.7,&quot;left&quot;:518.4,&quot;top&quot;:158.15,&quot;width&quot;:376.9}"/>
</p:tagLst>
</file>

<file path=ppt/tags/tag15.xml><?xml version="1.0" encoding="utf-8"?>
<p:tagLst xmlns:p="http://schemas.openxmlformats.org/presentationml/2006/main">
  <p:tag name="KSO_WM_DIAGRAM_VIRTUALLY_FRAME" val="{&quot;height&quot;:277.7,&quot;left&quot;:518.4,&quot;top&quot;:158.15,&quot;width&quot;:376.9}"/>
</p:tagLst>
</file>

<file path=ppt/tags/tag16.xml><?xml version="1.0" encoding="utf-8"?>
<p:tagLst xmlns:p="http://schemas.openxmlformats.org/presentationml/2006/main">
  <p:tag name="KSO_WM_DIAGRAM_VIRTUALLY_FRAME" val="{&quot;height&quot;:277.7,&quot;left&quot;:518.4,&quot;top&quot;:158.15,&quot;width&quot;:376.9}"/>
</p:tagLst>
</file>

<file path=ppt/tags/tag17.xml><?xml version="1.0" encoding="utf-8"?>
<p:tagLst xmlns:p="http://schemas.openxmlformats.org/presentationml/2006/main">
  <p:tag name="KSO_WM_DIAGRAM_VIRTUALLY_FRAME" val="{&quot;height&quot;:277.7,&quot;left&quot;:518.4,&quot;top&quot;:158.15,&quot;width&quot;:376.9}"/>
</p:tagLst>
</file>

<file path=ppt/tags/tag18.xml><?xml version="1.0" encoding="utf-8"?>
<p:tagLst xmlns:p="http://schemas.openxmlformats.org/presentationml/2006/main">
  <p:tag name="KSO_WM_DIAGRAM_VIRTUALLY_FRAME" val="{&quot;height&quot;:277.7,&quot;left&quot;:518.4,&quot;top&quot;:158.15,&quot;width&quot;:376.9}"/>
</p:tagLst>
</file>

<file path=ppt/tags/tag19.xml><?xml version="1.0" encoding="utf-8"?>
<p:tagLst xmlns:p="http://schemas.openxmlformats.org/presentationml/2006/main">
  <p:tag name="KSO_WM_DIAGRAM_VIRTUALLY_FRAME" val="{&quot;height&quot;:277.7,&quot;left&quot;:518.4,&quot;top&quot;:158.15,&quot;width&quot;:376.9}"/>
</p:tagLst>
</file>

<file path=ppt/tags/tag20.xml><?xml version="1.0" encoding="utf-8"?>
<p:tagLst xmlns:p="http://schemas.openxmlformats.org/presentationml/2006/main">
  <p:tag name="KSO_WM_DIAGRAM_VIRTUALLY_FRAME" val="{&quot;height&quot;:277.7,&quot;left&quot;:518.4,&quot;top&quot;:158.15,&quot;width&quot;:376.9}"/>
</p:tagLst>
</file>

<file path=ppt/tags/tag21.xml><?xml version="1.0" encoding="utf-8"?>
<p:tagLst xmlns:p="http://schemas.openxmlformats.org/presentationml/2006/main">
  <p:tag name="KSO_WM_DIAGRAM_VIRTUALLY_FRAME" val="{&quot;height&quot;:277.7,&quot;left&quot;:518.4,&quot;top&quot;:158.15,&quot;width&quot;:376.9}"/>
</p:tagLst>
</file>

<file path=ppt/theme/theme1.xml><?xml version="1.0" encoding="utf-8"?>
<a:theme xmlns:a="http://schemas.openxmlformats.org/drawingml/2006/main" name="Blank CN 16a">
  <a:themeElements>
    <a:clrScheme name="Phoenix Contact 14e">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Kapsch">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0">
          <a:solidFill>
            <a:srgbClr val="F2A12B"/>
          </a:solidFill>
          <a:prstDash val="solid"/>
        </a:ln>
      </a:spPr>
      <a:bodyPr lIns="95250" tIns="9525" rIns="95250" bIns="9525" anchor="ctr"/>
      <a:lstStyle>
        <a:defPPr algn="ctr">
          <a:defRPr sz="1125" b="1" dirty="0" smtClean="0">
            <a:solidFill>
              <a:srgbClr val="FFFFFF"/>
            </a:solidFill>
          </a:defRPr>
        </a:defPPr>
      </a:lstStyle>
    </a:spDef>
    <a:lnDef>
      <a:spPr bwMode="auto">
        <a:solidFill>
          <a:schemeClr val="accent1"/>
        </a:solidFill>
        <a:ln w="9525" cap="flat" cmpd="sng" algn="ctr">
          <a:solidFill>
            <a:schemeClr val="tx2"/>
          </a:solidFill>
          <a:prstDash val="solid"/>
          <a:round/>
          <a:headEnd type="none" w="med" len="med"/>
          <a:tailEnd type="none" w="med" len="med"/>
        </a:ln>
      </a:spPr>
      <a:bodyPr/>
      <a:lstStyle/>
    </a:lnDef>
    <a:txDef>
      <a:spPr>
        <a:solidFill>
          <a:schemeClr val="accent3"/>
        </a:solidFill>
        <a:ln>
          <a:noFill/>
        </a:ln>
      </a:spPr>
      <a:bodyPr wrap="square" lIns="180000" tIns="90000" rIns="180000" bIns="90000" rtlCol="0">
        <a:spAutoFit/>
      </a:bodyPr>
      <a:lstStyle>
        <a:defPPr>
          <a:defRPr sz="18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xC Master">
  <a:themeElements>
    <a:clrScheme name="New Corporate Colors">
      <a:dk1>
        <a:srgbClr val="000000"/>
      </a:dk1>
      <a:lt1>
        <a:srgbClr val="FFFFFF"/>
      </a:lt1>
      <a:dk2>
        <a:srgbClr val="000000"/>
      </a:dk2>
      <a:lt2>
        <a:srgbClr val="FFFFFF"/>
      </a:lt2>
      <a:accent1>
        <a:srgbClr val="A2A7A9"/>
      </a:accent1>
      <a:accent2>
        <a:srgbClr val="0098A1"/>
      </a:accent2>
      <a:accent3>
        <a:srgbClr val="96BE0D"/>
      </a:accent3>
      <a:accent4>
        <a:srgbClr val="000000"/>
      </a:accent4>
      <a:accent5>
        <a:srgbClr val="666A6E"/>
      </a:accent5>
      <a:accent6>
        <a:srgbClr val="005F66"/>
      </a:accent6>
      <a:hlink>
        <a:srgbClr val="0098A1"/>
      </a:hlink>
      <a:folHlink>
        <a:srgbClr val="005F66"/>
      </a:folHlink>
    </a:clrScheme>
    <a:fontScheme name="PxC Hausschrift">
      <a:majorFont>
        <a:latin typeface="IBM Plex Sans"/>
        <a:ea typeface=""/>
        <a:cs typeface=""/>
      </a:majorFont>
      <a:minorFont>
        <a:latin typeface="IBM Ple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ot="0" spcFirstLastPara="0" vertOverflow="overflow" horzOverflow="overflow" vert="horz" wrap="square" lIns="72000" tIns="72000" rIns="72000" bIns="72000" numCol="1" spcCol="0" rtlCol="0" fromWordArt="0" anchor="ctr" anchorCtr="0" forceAA="0" compatLnSpc="1">
        <a:noAutofit/>
      </a:bodyPr>
      <a:lstStyle>
        <a:defPPr algn="ctr">
          <a:defRPr sz="1800" dirty="0" smtClean="0"/>
        </a:defPPr>
      </a:lstStyle>
    </a:spDef>
    <a:lnDef>
      <a:spPr bwMode="auto">
        <a:solidFill>
          <a:schemeClr val="accent1"/>
        </a:solidFill>
        <a:ln w="9525" cap="flat" cmpd="sng" algn="ctr">
          <a:solidFill>
            <a:schemeClr val="tx2"/>
          </a:solidFill>
          <a:prstDash val="solid"/>
          <a:round/>
          <a:headEnd type="none" w="med" len="med"/>
          <a:tailEnd type="none" w="med" len="med"/>
        </a:ln>
      </a:spPr>
      <a:bodyPr/>
      <a:lstStyle/>
    </a:lnDef>
    <a:txDef>
      <a:spPr>
        <a:noFill/>
        <a:ln>
          <a:noFill/>
        </a:ln>
      </a:spPr>
      <a:bodyPr wrap="square" lIns="0" tIns="0" rIns="0" bIns="0" rtlCol="0">
        <a:noAutofit/>
      </a:bodyPr>
      <a:lstStyle>
        <a:defPPr algn="l">
          <a:defRPr sz="1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Words>
  <Application>WPS 演示</Application>
  <PresentationFormat>宽屏</PresentationFormat>
  <Paragraphs>191</Paragraphs>
  <Slides>10</Slides>
  <Notes>31</Notes>
  <HiddenSlides>13</HiddenSlides>
  <MMClips>1</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10</vt:i4>
      </vt:variant>
    </vt:vector>
  </HeadingPairs>
  <TitlesOfParts>
    <vt:vector size="29" baseType="lpstr">
      <vt:lpstr>Arial</vt:lpstr>
      <vt:lpstr>宋体</vt:lpstr>
      <vt:lpstr>Wingdings</vt:lpstr>
      <vt:lpstr>微软雅黑</vt:lpstr>
      <vt:lpstr>IBM Plex Sans</vt:lpstr>
      <vt:lpstr>DejaVu Math TeX Gyre</vt:lpstr>
      <vt:lpstr>MS PGothic</vt:lpstr>
      <vt:lpstr>Arial</vt:lpstr>
      <vt:lpstr>IBM Plex Sans SC</vt:lpstr>
      <vt:lpstr>微软雅黑</vt:lpstr>
      <vt:lpstr>Arial Unicode MS</vt:lpstr>
      <vt:lpstr>Calibri</vt:lpstr>
      <vt:lpstr>等线</vt:lpstr>
      <vt:lpstr>IBM Plex Sans SC</vt:lpstr>
      <vt:lpstr>Wingdings</vt:lpstr>
      <vt:lpstr>Segoe Print</vt:lpstr>
      <vt:lpstr>Comic Sans Pro</vt:lpstr>
      <vt:lpstr>Blank CN 16a</vt:lpstr>
      <vt:lpstr>1_PxC Master</vt:lpstr>
      <vt:lpstr>AI CCD平台操作培训</vt:lpstr>
      <vt:lpstr>PowerPoint 演示文稿</vt:lpstr>
      <vt:lpstr>自学习原理</vt:lpstr>
      <vt:lpstr>位置修正</vt:lpstr>
      <vt:lpstr>位置修正</vt:lpstr>
      <vt:lpstr>检测流程</vt:lpstr>
      <vt:lpstr>位置修正</vt:lpstr>
      <vt:lpstr>标注</vt:lpstr>
      <vt:lpstr>学习训练</vt:lpstr>
      <vt:lpstr>AI CCD平台操作培训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破局之道一：PxCCN独特高品质低成本解决方案</dc:title>
  <dc:creator>Jin, Yuchen (SP0VEZ)</dc:creator>
  <cp:lastModifiedBy>Seven</cp:lastModifiedBy>
  <cp:revision>454</cp:revision>
  <dcterms:created xsi:type="dcterms:W3CDTF">2024-02-19T09:08:00Z</dcterms:created>
  <dcterms:modified xsi:type="dcterms:W3CDTF">2026-07-28T01:48:50Z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5A2ECD8174A34DAE8982F592FD9C7B46_13</vt:lpwstr>
  </property>
  <property fmtid="{D5CDD505-2E9C-101B-9397-08002B2CF9AE}" pid="3" name="KSOProductBuildVer">
    <vt:lpwstr>2052-12.1.0.26895</vt:lpwstr>
  </property>
</Properties>
</file>