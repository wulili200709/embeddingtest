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2.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handoutMasterIdLst>
    <p:handoutMasterId r:id="rId6"/>
  </p:handoutMasterIdLst>
  <p:sldIdLst>
    <p:sldId id="439" r:id="rId3"/>
    <p:sldId id="440" r:id="rId4"/>
  </p:sldIdLst>
  <p:sldSz cx="12192000" cy="6858000"/>
  <p:notesSz cx="6858000" cy="9144000"/>
  <p:defaultTextStyle>
    <a:defPPr>
      <a:defRPr lang="de-DE"/>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170" algn="l" defTabSz="1088390" rtl="0" eaLnBrk="1" latinLnBrk="0" hangingPunct="1">
      <a:defRPr sz="2100" kern="1200">
        <a:solidFill>
          <a:schemeClr val="tx1"/>
        </a:solidFill>
        <a:latin typeface="+mn-lt"/>
        <a:ea typeface="+mn-ea"/>
        <a:cs typeface="+mn-cs"/>
      </a:defRPr>
    </a:lvl7pPr>
    <a:lvl8pPr marL="3809365"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55" userDrawn="1">
          <p15:clr>
            <a:srgbClr val="A4A3A4"/>
          </p15:clr>
        </p15:guide>
        <p15:guide id="2" orient="horz" pos="572" userDrawn="1">
          <p15:clr>
            <a:srgbClr val="A4A3A4"/>
          </p15:clr>
        </p15:guide>
        <p15:guide id="3" orient="horz" pos="300" userDrawn="1">
          <p15:clr>
            <a:srgbClr val="A4A3A4"/>
          </p15:clr>
        </p15:guide>
        <p15:guide id="4" orient="horz" pos="981" userDrawn="1">
          <p15:clr>
            <a:srgbClr val="A4A3A4"/>
          </p15:clr>
        </p15:guide>
        <p15:guide id="5" orient="horz" pos="3656" userDrawn="1">
          <p15:clr>
            <a:srgbClr val="A4A3A4"/>
          </p15:clr>
        </p15:guide>
        <p15:guide id="6" orient="horz" pos="3837" userDrawn="1">
          <p15:clr>
            <a:srgbClr val="A4A3A4"/>
          </p15:clr>
        </p15:guide>
        <p15:guide id="7" orient="horz" pos="4064" userDrawn="1">
          <p15:clr>
            <a:srgbClr val="A4A3A4"/>
          </p15:clr>
        </p15:guide>
        <p15:guide id="8" pos="7333" userDrawn="1">
          <p15:clr>
            <a:srgbClr val="A4A3A4"/>
          </p15:clr>
        </p15:guide>
        <p15:guide id="9" pos="6448" userDrawn="1">
          <p15:clr>
            <a:srgbClr val="A4A3A4"/>
          </p15:clr>
        </p15:guide>
        <p15:guide id="10" pos="347" userDrawn="1">
          <p15:clr>
            <a:srgbClr val="A4A3A4"/>
          </p15:clr>
        </p15:guide>
        <p15:guide id="11" pos="2705" userDrawn="1">
          <p15:clr>
            <a:srgbClr val="A4A3A4"/>
          </p15:clr>
        </p15:guide>
        <p15:guide id="12" pos="3794" userDrawn="1">
          <p15:clr>
            <a:srgbClr val="A4A3A4"/>
          </p15:clr>
        </p15:guide>
        <p15:guide id="13" pos="3884" userDrawn="1">
          <p15:clr>
            <a:srgbClr val="A4A3A4"/>
          </p15:clr>
        </p15:guide>
        <p15:guide id="14" pos="2614" userDrawn="1">
          <p15:clr>
            <a:srgbClr val="A4A3A4"/>
          </p15:clr>
        </p15:guide>
        <p15:guide id="15" pos="4974" userDrawn="1">
          <p15:clr>
            <a:srgbClr val="A4A3A4"/>
          </p15:clr>
        </p15:guide>
        <p15:guide id="16" pos="3841" userDrawn="1">
          <p15:clr>
            <a:srgbClr val="A4A3A4"/>
          </p15:clr>
        </p15:guide>
        <p15:guide id="17" orient="horz" pos="27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0000"/>
    <a:srgbClr val="C00000"/>
    <a:srgbClr val="007379"/>
    <a:srgbClr val="000000"/>
    <a:srgbClr val="004D51"/>
    <a:srgbClr val="0099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5032" autoAdjust="0"/>
  </p:normalViewPr>
  <p:slideViewPr>
    <p:cSldViewPr snapToGrid="0" snapToObjects="1" showGuides="1">
      <p:cViewPr varScale="1">
        <p:scale>
          <a:sx n="114" d="100"/>
          <a:sy n="114" d="100"/>
        </p:scale>
        <p:origin x="330" y="-366"/>
      </p:cViewPr>
      <p:guideLst>
        <p:guide orient="horz" pos="2455"/>
        <p:guide orient="horz" pos="572"/>
        <p:guide orient="horz" pos="300"/>
        <p:guide orient="horz" pos="981"/>
        <p:guide orient="horz" pos="3656"/>
        <p:guide orient="horz" pos="3837"/>
        <p:guide orient="horz" pos="4064"/>
        <p:guide pos="7333"/>
        <p:guide pos="6448"/>
        <p:guide pos="347"/>
        <p:guide pos="2705"/>
        <p:guide pos="3794"/>
        <p:guide pos="3884"/>
        <p:guide pos="2614"/>
        <p:guide pos="4974"/>
        <p:guide pos="3841"/>
        <p:guide orient="horz" pos="2727"/>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notesViewPr>
    <p:cSldViewPr snapToGrid="0" snapToObjects="1" showGuides="1">
      <p:cViewPr varScale="1">
        <p:scale>
          <a:sx n="80" d="100"/>
          <a:sy n="80" d="100"/>
        </p:scale>
        <p:origin x="3066" y="13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customXml" Target="../customXml/item3.xml"/><Relationship Id="rId11" Type="http://schemas.openxmlformats.org/officeDocument/2006/relationships/customXml" Target="../customXml/item2.xml"/><Relationship Id="rId10" Type="http://schemas.openxmlformats.org/officeDocument/2006/relationships/customXml" Target="../customXml/item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
          <p:cNvSpPr>
            <a:spLocks noGrp="1"/>
          </p:cNvSpPr>
          <p:nvPr>
            <p:ph type="hdr" sz="quarter"/>
          </p:nvPr>
        </p:nvSpPr>
        <p:spPr bwMode="gray">
          <a:xfrm>
            <a:off x="0" y="0"/>
            <a:ext cx="2952000" cy="432000"/>
          </a:xfrm>
          <a:prstGeom prst="rect">
            <a:avLst/>
          </a:prstGeom>
        </p:spPr>
        <p:txBody>
          <a:bodyPr vert="horz" lIns="72000" tIns="72000" rIns="72000" bIns="72000" rtlCol="0"/>
          <a:lstStyle>
            <a:lvl1pPr algn="l">
              <a:defRPr sz="1200"/>
            </a:lvl1pPr>
          </a:lstStyle>
          <a:p>
            <a:endParaRPr lang="de-DE" dirty="0"/>
          </a:p>
        </p:txBody>
      </p:sp>
      <p:sp>
        <p:nvSpPr>
          <p:cNvPr id="3" name="Datum"/>
          <p:cNvSpPr>
            <a:spLocks noGrp="1"/>
          </p:cNvSpPr>
          <p:nvPr>
            <p:ph type="dt" sz="quarter" idx="1"/>
          </p:nvPr>
        </p:nvSpPr>
        <p:spPr bwMode="gray">
          <a:xfrm>
            <a:off x="3906000" y="0"/>
            <a:ext cx="2952000" cy="432000"/>
          </a:xfrm>
          <a:prstGeom prst="rect">
            <a:avLst/>
          </a:prstGeom>
        </p:spPr>
        <p:txBody>
          <a:bodyPr vert="horz" lIns="72000" tIns="72000" rIns="72000" bIns="72000" rtlCol="0"/>
          <a:lstStyle>
            <a:lvl1pPr algn="r">
              <a:defRPr sz="1200"/>
            </a:lvl1pPr>
          </a:lstStyle>
          <a:p>
            <a:fld id="{53105EE6-0555-4BD3-8EFF-7860A0E7DA14}" type="datetimeFigureOut">
              <a:rPr lang="de-DE" smtClean="0"/>
            </a:fld>
            <a:endParaRPr lang="de-DE" dirty="0"/>
          </a:p>
        </p:txBody>
      </p:sp>
      <p:sp>
        <p:nvSpPr>
          <p:cNvPr id="4" name="Fußzeile"/>
          <p:cNvSpPr>
            <a:spLocks noGrp="1"/>
          </p:cNvSpPr>
          <p:nvPr>
            <p:ph type="ftr" sz="quarter" idx="2"/>
          </p:nvPr>
        </p:nvSpPr>
        <p:spPr bwMode="gray">
          <a:xfrm>
            <a:off x="0" y="8712000"/>
            <a:ext cx="2952000" cy="432000"/>
          </a:xfrm>
          <a:prstGeom prst="rect">
            <a:avLst/>
          </a:prstGeom>
        </p:spPr>
        <p:txBody>
          <a:bodyPr vert="horz" lIns="72000" tIns="72000" rIns="72000" bIns="72000" rtlCol="0" anchor="b"/>
          <a:lstStyle>
            <a:lvl1pPr algn="l">
              <a:defRPr sz="1200"/>
            </a:lvl1pPr>
          </a:lstStyle>
          <a:p>
            <a:endParaRPr lang="de-DE" dirty="0"/>
          </a:p>
        </p:txBody>
      </p:sp>
      <p:sp>
        <p:nvSpPr>
          <p:cNvPr id="5" name="Foliennummer"/>
          <p:cNvSpPr>
            <a:spLocks noGrp="1"/>
          </p:cNvSpPr>
          <p:nvPr>
            <p:ph type="sldNum" sz="quarter" idx="3"/>
          </p:nvPr>
        </p:nvSpPr>
        <p:spPr bwMode="gray">
          <a:xfrm>
            <a:off x="3906000" y="8712000"/>
            <a:ext cx="2952000" cy="432000"/>
          </a:xfrm>
          <a:prstGeom prst="rect">
            <a:avLst/>
          </a:prstGeom>
        </p:spPr>
        <p:txBody>
          <a:bodyPr vert="horz" lIns="72000" tIns="72000" rIns="72000" bIns="72000" rtlCol="0" anchor="b"/>
          <a:lstStyle>
            <a:lvl1pPr algn="r">
              <a:defRPr sz="1200"/>
            </a:lvl1pPr>
          </a:lstStyle>
          <a:p>
            <a:fld id="{825E346A-0122-46E4-AECE-C481893FBCB9}" type="slidenum">
              <a:rPr lang="de-DE" smtClean="0"/>
            </a:fld>
            <a:endParaRPr lang="de-DE"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
          <p:cNvSpPr>
            <a:spLocks noGrp="1"/>
          </p:cNvSpPr>
          <p:nvPr>
            <p:ph type="hdr" sz="quarter"/>
          </p:nvPr>
        </p:nvSpPr>
        <p:spPr bwMode="gray">
          <a:xfrm>
            <a:off x="0" y="0"/>
            <a:ext cx="2952000" cy="432000"/>
          </a:xfrm>
          <a:prstGeom prst="rect">
            <a:avLst/>
          </a:prstGeom>
        </p:spPr>
        <p:txBody>
          <a:bodyPr vert="horz" lIns="72000" tIns="72000" rIns="72000" bIns="72000" rtlCol="0"/>
          <a:lstStyle>
            <a:lvl1pPr algn="l">
              <a:defRPr sz="1200">
                <a:latin typeface="+mn-lt"/>
              </a:defRPr>
            </a:lvl1pPr>
          </a:lstStyle>
          <a:p>
            <a:endParaRPr lang="de-DE" dirty="0"/>
          </a:p>
        </p:txBody>
      </p:sp>
      <p:sp>
        <p:nvSpPr>
          <p:cNvPr id="3" name="Datum"/>
          <p:cNvSpPr>
            <a:spLocks noGrp="1"/>
          </p:cNvSpPr>
          <p:nvPr>
            <p:ph type="dt" idx="1"/>
          </p:nvPr>
        </p:nvSpPr>
        <p:spPr bwMode="gray">
          <a:xfrm>
            <a:off x="3906000" y="0"/>
            <a:ext cx="2952000" cy="432000"/>
          </a:xfrm>
          <a:prstGeom prst="rect">
            <a:avLst/>
          </a:prstGeom>
        </p:spPr>
        <p:txBody>
          <a:bodyPr vert="horz" lIns="72000" tIns="72000" rIns="72000" bIns="72000" rtlCol="0"/>
          <a:lstStyle>
            <a:lvl1pPr algn="r">
              <a:defRPr sz="1200">
                <a:latin typeface="+mn-lt"/>
              </a:defRPr>
            </a:lvl1pPr>
          </a:lstStyle>
          <a:p>
            <a:fld id="{B8DD35AF-E6AE-4141-BF45-E7C4E548BFFD}" type="datetimeFigureOut">
              <a:rPr lang="de-DE" smtClean="0"/>
            </a:fld>
            <a:endParaRPr lang="de-DE" dirty="0"/>
          </a:p>
        </p:txBody>
      </p:sp>
      <p:sp>
        <p:nvSpPr>
          <p:cNvPr id="4" name="Folienbild"/>
          <p:cNvSpPr>
            <a:spLocks noGrp="1" noRot="1" noChangeAspect="1"/>
          </p:cNvSpPr>
          <p:nvPr>
            <p:ph type="sldImg" idx="2"/>
          </p:nvPr>
        </p:nvSpPr>
        <p:spPr bwMode="gray">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
          <p:cNvSpPr>
            <a:spLocks noGrp="1"/>
          </p:cNvSpPr>
          <p:nvPr>
            <p:ph type="body" sz="quarter" idx="3"/>
          </p:nvPr>
        </p:nvSpPr>
        <p:spPr bwMode="gray">
          <a:xfrm>
            <a:off x="685800" y="4343400"/>
            <a:ext cx="5486400" cy="4114800"/>
          </a:xfrm>
          <a:prstGeom prst="rect">
            <a:avLst/>
          </a:prstGeom>
        </p:spPr>
        <p:txBody>
          <a:bodyPr vert="horz" lIns="91440" tIns="45720" rIns="91440" bIns="45720" rtlCol="0"/>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6" name="Fußzeile"/>
          <p:cNvSpPr>
            <a:spLocks noGrp="1"/>
          </p:cNvSpPr>
          <p:nvPr>
            <p:ph type="ftr" sz="quarter" idx="4"/>
          </p:nvPr>
        </p:nvSpPr>
        <p:spPr bwMode="gray">
          <a:xfrm>
            <a:off x="0" y="8712000"/>
            <a:ext cx="2952000" cy="432000"/>
          </a:xfrm>
          <a:prstGeom prst="rect">
            <a:avLst/>
          </a:prstGeom>
        </p:spPr>
        <p:txBody>
          <a:bodyPr vert="horz" lIns="72000" tIns="72000" rIns="72000" bIns="72000" rtlCol="0" anchor="b"/>
          <a:lstStyle>
            <a:lvl1pPr algn="l">
              <a:defRPr sz="1200">
                <a:latin typeface="+mn-lt"/>
              </a:defRPr>
            </a:lvl1pPr>
          </a:lstStyle>
          <a:p>
            <a:endParaRPr lang="de-DE" dirty="0"/>
          </a:p>
        </p:txBody>
      </p:sp>
      <p:sp>
        <p:nvSpPr>
          <p:cNvPr id="7" name="Foliennummer"/>
          <p:cNvSpPr>
            <a:spLocks noGrp="1"/>
          </p:cNvSpPr>
          <p:nvPr>
            <p:ph type="sldNum" sz="quarter" idx="5"/>
          </p:nvPr>
        </p:nvSpPr>
        <p:spPr bwMode="gray">
          <a:xfrm>
            <a:off x="3906000" y="8712000"/>
            <a:ext cx="2952000" cy="432000"/>
          </a:xfrm>
          <a:prstGeom prst="rect">
            <a:avLst/>
          </a:prstGeom>
        </p:spPr>
        <p:txBody>
          <a:bodyPr vert="horz" lIns="72000" tIns="72000" rIns="72000" bIns="72000" rtlCol="0" anchor="b"/>
          <a:lstStyle>
            <a:lvl1pPr algn="r">
              <a:defRPr sz="1200">
                <a:latin typeface="+mn-lt"/>
              </a:defRPr>
            </a:lvl1pPr>
          </a:lstStyle>
          <a:p>
            <a:fld id="{DB170224-FE03-429C-83B7-DC36E71A8559}" type="slidenum">
              <a:rPr lang="de-DE" smtClean="0"/>
            </a:fld>
            <a:endParaRPr lang="de-DE" dirty="0"/>
          </a:p>
        </p:txBody>
      </p:sp>
    </p:spTree>
  </p:cSld>
  <p:clrMap bg1="lt1" tx1="dk1" bg2="lt2" tx2="dk2" accent1="accent1" accent2="accent2" accent3="accent3" accent4="accent4" accent5="accent5" accent6="accent6" hlink="hlink" folHlink="folHlink"/>
  <p:notesStyle>
    <a:lvl1pPr marL="203835" indent="-203835" algn="l" defTabSz="1088390" rtl="0" eaLnBrk="1" latinLnBrk="0" hangingPunct="1">
      <a:buClr>
        <a:schemeClr val="accent2"/>
      </a:buClr>
      <a:buFont typeface="Wingdings" panose="05000000000000000000" pitchFamily="2" charset="2"/>
      <a:buChar char="§"/>
      <a:defRPr sz="1400" kern="1200">
        <a:solidFill>
          <a:schemeClr val="tx1"/>
        </a:solidFill>
        <a:latin typeface="+mn-lt"/>
        <a:ea typeface="+mn-ea"/>
        <a:cs typeface="+mn-cs"/>
      </a:defRPr>
    </a:lvl1pPr>
    <a:lvl2pPr marL="748030" indent="-203835" algn="l" defTabSz="1088390" rtl="0" eaLnBrk="1" latinLnBrk="0" hangingPunct="1">
      <a:buClr>
        <a:schemeClr val="accent2"/>
      </a:buClr>
      <a:buFont typeface="Wingdings" panose="05000000000000000000" pitchFamily="2" charset="2"/>
      <a:buChar char="§"/>
      <a:defRPr sz="1400" kern="1200">
        <a:solidFill>
          <a:schemeClr val="tx1"/>
        </a:solidFill>
        <a:latin typeface="Arial" panose="020B0604020202020204" pitchFamily="34" charset="0"/>
        <a:ea typeface="+mn-ea"/>
        <a:cs typeface="+mn-cs"/>
      </a:defRPr>
    </a:lvl2pPr>
    <a:lvl3pPr marL="1292860" indent="-203835" algn="l" defTabSz="1088390" rtl="0" eaLnBrk="1" latinLnBrk="0" hangingPunct="1">
      <a:buClr>
        <a:schemeClr val="accent2"/>
      </a:buClr>
      <a:buFont typeface="Wingdings" panose="05000000000000000000" pitchFamily="2" charset="2"/>
      <a:buChar char="§"/>
      <a:defRPr sz="1400" kern="1200">
        <a:solidFill>
          <a:schemeClr val="tx1"/>
        </a:solidFill>
        <a:latin typeface="Arial" panose="020B0604020202020204" pitchFamily="34" charset="0"/>
        <a:ea typeface="+mn-ea"/>
        <a:cs typeface="+mn-cs"/>
      </a:defRPr>
    </a:lvl3pPr>
    <a:lvl4pPr marL="1837055" indent="-203835" algn="l" defTabSz="1088390" rtl="0" eaLnBrk="1" latinLnBrk="0" hangingPunct="1">
      <a:buClr>
        <a:schemeClr val="accent2"/>
      </a:buClr>
      <a:buFont typeface="Wingdings" panose="05000000000000000000" pitchFamily="2" charset="2"/>
      <a:buChar char="§"/>
      <a:defRPr sz="1400" kern="1200">
        <a:solidFill>
          <a:schemeClr val="tx1"/>
        </a:solidFill>
        <a:latin typeface="Arial" panose="020B0604020202020204" pitchFamily="34" charset="0"/>
        <a:ea typeface="+mn-ea"/>
        <a:cs typeface="+mn-cs"/>
      </a:defRPr>
    </a:lvl4pPr>
    <a:lvl5pPr marL="2381250" indent="-203835" algn="l" defTabSz="1088390" rtl="0" eaLnBrk="1" latinLnBrk="0" hangingPunct="1">
      <a:buClr>
        <a:schemeClr val="accent2"/>
      </a:buClr>
      <a:buFont typeface="Wingdings" panose="05000000000000000000" pitchFamily="2" charset="2"/>
      <a:buChar char="§"/>
      <a:defRPr sz="1400" kern="1200">
        <a:solidFill>
          <a:schemeClr val="tx1"/>
        </a:solidFill>
        <a:latin typeface="Arial" panose="020B0604020202020204" pitchFamily="34" charset="0"/>
        <a:ea typeface="+mn-ea"/>
        <a:cs typeface="+mn-cs"/>
      </a:defRPr>
    </a:lvl5pPr>
    <a:lvl6pPr marL="2720975" algn="l" defTabSz="1088390" rtl="0" eaLnBrk="1" latinLnBrk="0" hangingPunct="1">
      <a:defRPr sz="1400" kern="1200">
        <a:solidFill>
          <a:schemeClr val="tx1"/>
        </a:solidFill>
        <a:latin typeface="+mn-lt"/>
        <a:ea typeface="+mn-ea"/>
        <a:cs typeface="+mn-cs"/>
      </a:defRPr>
    </a:lvl6pPr>
    <a:lvl7pPr marL="3265170" algn="l" defTabSz="1088390" rtl="0" eaLnBrk="1" latinLnBrk="0" hangingPunct="1">
      <a:defRPr sz="1400" kern="1200">
        <a:solidFill>
          <a:schemeClr val="tx1"/>
        </a:solidFill>
        <a:latin typeface="+mn-lt"/>
        <a:ea typeface="+mn-ea"/>
        <a:cs typeface="+mn-cs"/>
      </a:defRPr>
    </a:lvl7pPr>
    <a:lvl8pPr marL="3809365" algn="l" defTabSz="1088390" rtl="0" eaLnBrk="1" latinLnBrk="0" hangingPunct="1">
      <a:defRPr sz="1400" kern="1200">
        <a:solidFill>
          <a:schemeClr val="tx1"/>
        </a:solidFill>
        <a:latin typeface="+mn-lt"/>
        <a:ea typeface="+mn-ea"/>
        <a:cs typeface="+mn-cs"/>
      </a:defRPr>
    </a:lvl8pPr>
    <a:lvl9pPr marL="4354195" algn="l" defTabSz="1088390"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jpe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image" Target="../media/image2.svg"/><Relationship Id="rId4" Type="http://schemas.openxmlformats.org/officeDocument/2006/relationships/image" Target="../media/image1.pn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jpe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sp>
        <p:nvSpPr>
          <p:cNvPr id="8" name="Rechteck 7"/>
          <p:cNvSpPr/>
          <p:nvPr userDrawn="1"/>
        </p:nvSpPr>
        <p:spPr>
          <a:xfrm>
            <a:off x="550863" y="1558924"/>
            <a:ext cx="7346880" cy="2643621"/>
          </a:xfrm>
          <a:prstGeom prst="rect">
            <a:avLst/>
          </a:prstGeom>
        </p:spPr>
        <p:txBody>
          <a:bodyPr wrap="square" lIns="0" tIns="0" rIns="0" bIns="0" anchor="t" anchorCtr="0">
            <a:noAutofit/>
          </a:bodyPr>
          <a:lstStyle/>
          <a:p>
            <a:pPr eaLnBrk="0" hangingPunct="0"/>
            <a:r>
              <a:rPr lang="de-DE" sz="1800" dirty="0">
                <a:solidFill>
                  <a:schemeClr val="tx1"/>
                </a:solidFill>
                <a:latin typeface="+mn-lt"/>
                <a:ea typeface="MS PGothic" panose="020B0600070205080204" charset="-128"/>
                <a:cs typeface="Arial" panose="020B0604020202020204"/>
              </a:rPr>
              <a:t>Alle Inhalte in dieser Präsentation, insbesondere Texte, Fotografien und Grafiken sind urheberrechtlich geschützt und alle in dieser Präsentation enthaltenen Strategien, Modelle, Konzepte und Schlussfolgerungen sind ebenfalls geistiges Eigentum von Phoenix Contact, sofern dies nicht anders, zum Beispiel durch Quellenangaben, gekennzeichnet ist. Alle in dieser Präsentation enthaltenen Informationen sind vertraulich zu behandeln. Es ist ohne vorherige schriftliche Genehmigung durch Phoenix Contact untersagt, diese Präsentation ganz oder auszugsweise zu kopieren, zu verändern, zu vervielfältigen, zu veröffentlichen, zu verbreiten oder in einer sonstigen Weise Dritten zugänglich zu machen. </a:t>
            </a:r>
            <a:endParaRPr lang="de-DE" sz="1800" dirty="0">
              <a:solidFill>
                <a:schemeClr val="tx1"/>
              </a:solidFill>
              <a:latin typeface="+mn-lt"/>
              <a:ea typeface="MS PGothic" panose="020B0600070205080204" charset="-128"/>
              <a:cs typeface="Arial" panose="020B0604020202020204"/>
            </a:endParaRPr>
          </a:p>
        </p:txBody>
      </p:sp>
      <p:sp>
        <p:nvSpPr>
          <p:cNvPr id="9" name="Rechteck 8"/>
          <p:cNvSpPr/>
          <p:nvPr userDrawn="1"/>
        </p:nvSpPr>
        <p:spPr>
          <a:xfrm>
            <a:off x="549344" y="918558"/>
            <a:ext cx="11091793" cy="523220"/>
          </a:xfrm>
          <a:prstGeom prst="rect">
            <a:avLst/>
          </a:prstGeom>
        </p:spPr>
        <p:txBody>
          <a:bodyPr vert="horz" lIns="0" tIns="0" rIns="0" bIns="0" rtlCol="0" anchor="t">
            <a:noAutofit/>
          </a:bodyPr>
          <a:lstStyle/>
          <a:p>
            <a:pPr lvl="0" defTabSz="914400">
              <a:spcBef>
                <a:spcPct val="0"/>
              </a:spcBef>
              <a:buNone/>
            </a:pPr>
            <a:endParaRPr lang="en-US" sz="2800" b="1" noProof="0" dirty="0">
              <a:latin typeface="+mj-lt"/>
              <a:ea typeface="+mj-ea"/>
              <a:cs typeface="+mj-cs"/>
            </a:endParaRPr>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llkommen">
    <p:spTree>
      <p:nvGrpSpPr>
        <p:cNvPr id="1" name=""/>
        <p:cNvGrpSpPr/>
        <p:nvPr/>
      </p:nvGrpSpPr>
      <p:grpSpPr>
        <a:xfrm>
          <a:off x="0" y="0"/>
          <a:ext cx="0" cy="0"/>
          <a:chOff x="0" y="0"/>
          <a:chExt cx="0" cy="0"/>
        </a:xfrm>
      </p:grpSpPr>
      <p:sp>
        <p:nvSpPr>
          <p:cNvPr id="8" name="Bild 1"/>
          <p:cNvSpPr>
            <a:spLocks noGrp="1" noChangeAspect="1"/>
          </p:cNvSpPr>
          <p:nvPr>
            <p:ph type="pic" sz="quarter" idx="12" hasCustomPrompt="1"/>
          </p:nvPr>
        </p:nvSpPr>
        <p:spPr bwMode="gray">
          <a:xfrm>
            <a:off x="0" y="0"/>
            <a:ext cx="6095999" cy="685800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sp>
        <p:nvSpPr>
          <p:cNvPr id="5"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0"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Willkommen</a:t>
            </a:r>
            <a:endParaRPr lang="de-DE" sz="2800" b="0" dirty="0">
              <a:solidFill>
                <a:schemeClr val="accent1"/>
              </a:solidFill>
              <a:latin typeface="+mn-lt"/>
            </a:endParaRPr>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11"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llkommen optional 1">
    <p:spTree>
      <p:nvGrpSpPr>
        <p:cNvPr id="1" name=""/>
        <p:cNvGrpSpPr/>
        <p:nvPr/>
      </p:nvGrpSpPr>
      <p:grpSpPr>
        <a:xfrm>
          <a:off x="0" y="0"/>
          <a:ext cx="0" cy="0"/>
          <a:chOff x="0" y="0"/>
          <a:chExt cx="0" cy="0"/>
        </a:xfrm>
      </p:grpSpPr>
      <p:sp>
        <p:nvSpPr>
          <p:cNvPr id="5"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pic>
        <p:nvPicPr>
          <p:cNvPr id="11" name="Bildplatzhalter 13"/>
          <p:cNvPicPr>
            <a:picLocks noChangeAspect="1"/>
          </p:cNvPicPr>
          <p:nvPr userDrawn="1"/>
        </p:nvPicPr>
        <p:blipFill rotWithShape="1">
          <a:blip r:embed="rId4" cstate="print">
            <a:extLst>
              <a:ext uri="{28A0092B-C50C-407E-A947-70E740481C1C}">
                <a14:useLocalDpi xmlns:a14="http://schemas.microsoft.com/office/drawing/2010/main" val="0"/>
              </a:ext>
            </a:extLst>
          </a:blip>
          <a:srcRect l="8461" r="24939"/>
          <a:stretch>
            <a:fillRect/>
          </a:stretch>
        </p:blipFill>
        <p:spPr bwMode="gray">
          <a:xfrm>
            <a:off x="0" y="0"/>
            <a:ext cx="6095999" cy="6858000"/>
          </a:xfrm>
          <a:prstGeom prst="rect">
            <a:avLst/>
          </a:prstGeom>
        </p:spPr>
      </p:pic>
      <p:sp>
        <p:nvSpPr>
          <p:cNvPr id="9"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Willkommen</a:t>
            </a:r>
            <a:endParaRPr lang="de-DE" sz="2800" b="0" dirty="0">
              <a:solidFill>
                <a:schemeClr val="accent1"/>
              </a:solidFill>
              <a:latin typeface="+mn-lt"/>
            </a:endParaRPr>
          </a:p>
        </p:txBody>
      </p:sp>
      <p:sp>
        <p:nvSpPr>
          <p:cNvPr id="10"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Willkommen optional 1">
    <p:spTree>
      <p:nvGrpSpPr>
        <p:cNvPr id="1" name=""/>
        <p:cNvGrpSpPr/>
        <p:nvPr/>
      </p:nvGrpSpPr>
      <p:grpSpPr>
        <a:xfrm>
          <a:off x="0" y="0"/>
          <a:ext cx="0" cy="0"/>
          <a:chOff x="0" y="0"/>
          <a:chExt cx="0" cy="0"/>
        </a:xfrm>
      </p:grpSpPr>
      <p:sp>
        <p:nvSpPr>
          <p:cNvPr id="5"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pic>
        <p:nvPicPr>
          <p:cNvPr id="11" name="Bildplatzhalter 13" descr="Ein Bild, das draußen, Outdoorobjekt, Stern, Nachthimmel enthält.&#10;&#10;Automatisch generierte Beschreibung"/>
          <p:cNvPicPr>
            <a:picLocks noChangeAspect="1"/>
          </p:cNvPicPr>
          <p:nvPr userDrawn="1"/>
        </p:nvPicPr>
        <p:blipFill>
          <a:blip r:embed="rId4" cstate="print">
            <a:extLst>
              <a:ext uri="{28A0092B-C50C-407E-A947-70E740481C1C}">
                <a14:useLocalDpi xmlns:a14="http://schemas.microsoft.com/office/drawing/2010/main" val="0"/>
              </a:ext>
            </a:extLst>
          </a:blip>
          <a:srcRect l="19618" r="19618"/>
          <a:stretch>
            <a:fillRect/>
          </a:stretch>
        </p:blipFill>
        <p:spPr bwMode="gray">
          <a:xfrm>
            <a:off x="0" y="0"/>
            <a:ext cx="6095999" cy="6858000"/>
          </a:xfrm>
          <a:prstGeom prst="rect">
            <a:avLst/>
          </a:prstGeom>
        </p:spPr>
      </p:pic>
      <p:pic>
        <p:nvPicPr>
          <p:cNvPr id="13" name="Grafik 1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95693" y="500255"/>
            <a:ext cx="4860476" cy="407795"/>
          </a:xfrm>
          <a:prstGeom prst="rect">
            <a:avLst/>
          </a:prstGeom>
        </p:spPr>
      </p:pic>
      <p:sp>
        <p:nvSpPr>
          <p:cNvPr id="9"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Willkommen</a:t>
            </a:r>
            <a:endParaRPr lang="de-DE" sz="2800" b="0" dirty="0">
              <a:solidFill>
                <a:schemeClr val="accent1"/>
              </a:solidFill>
              <a:latin typeface="+mn-lt"/>
            </a:endParaRPr>
          </a:p>
        </p:txBody>
      </p:sp>
      <p:sp>
        <p:nvSpPr>
          <p:cNvPr id="10"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Bild"/>
          <p:cNvSpPr>
            <a:spLocks noGrp="1" noChangeAspect="1"/>
          </p:cNvSpPr>
          <p:nvPr>
            <p:ph type="pic" sz="quarter" idx="12" hasCustomPrompt="1"/>
          </p:nvPr>
        </p:nvSpPr>
        <p:spPr bwMode="gray">
          <a:xfrm>
            <a:off x="8038561" y="1557435"/>
            <a:ext cx="3600468" cy="424671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pic>
        <p:nvPicPr>
          <p:cNvPr id="11" name="Grafik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10" name="Text"/>
          <p:cNvSpPr>
            <a:spLocks noGrp="1"/>
          </p:cNvSpPr>
          <p:nvPr>
            <p:ph type="body" sz="quarter" idx="16" hasCustomPrompt="1"/>
          </p:nvPr>
        </p:nvSpPr>
        <p:spPr bwMode="gray">
          <a:xfrm>
            <a:off x="55341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4" name="Textfeld 13"/>
          <p:cNvSpPr txBox="1"/>
          <p:nvPr userDrawn="1"/>
        </p:nvSpPr>
        <p:spPr>
          <a:xfrm>
            <a:off x="553403" y="912178"/>
            <a:ext cx="11090274" cy="649287"/>
          </a:xfrm>
          <a:prstGeom prst="rect">
            <a:avLst/>
          </a:prstGeom>
          <a:noFill/>
          <a:ln>
            <a:noFill/>
          </a:ln>
        </p:spPr>
        <p:txBody>
          <a:bodyPr wrap="square" lIns="0" tIns="0" rIns="0" bIns="0" rtlCol="0">
            <a:noAutofit/>
          </a:bodyPr>
          <a:lstStyle/>
          <a:p>
            <a:pPr algn="l"/>
            <a:r>
              <a:rPr lang="de-DE" sz="2800" b="1" dirty="0">
                <a:latin typeface="+mj-lt"/>
              </a:rPr>
              <a:t>Agenda</a:t>
            </a:r>
            <a:endParaRPr lang="de-DE" sz="2800" b="1" dirty="0">
              <a:latin typeface="+mj-lt"/>
            </a:endParaRPr>
          </a:p>
        </p:txBody>
      </p:sp>
      <p:sp>
        <p:nvSpPr>
          <p:cNvPr id="15" name="Text 2"/>
          <p:cNvSpPr>
            <a:spLocks noGrp="1"/>
          </p:cNvSpPr>
          <p:nvPr>
            <p:ph type="body" sz="quarter" idx="19" hasCustomPrompt="1"/>
          </p:nvPr>
        </p:nvSpPr>
        <p:spPr bwMode="gray">
          <a:xfrm>
            <a:off x="553403" y="1988459"/>
            <a:ext cx="6945312" cy="3312107"/>
          </a:xfrm>
        </p:spPr>
        <p:txBody>
          <a:bodyPr anchor="t" anchorCtr="0"/>
          <a:lstStyle>
            <a:lvl1pPr marL="265430" indent="-265430" algn="l">
              <a:spcAft>
                <a:spcPts val="600"/>
              </a:spcAft>
              <a:buSzPct val="120000"/>
              <a:buFontTx/>
              <a:buBlip>
                <a:blip r:embed="rId4"/>
              </a:buBlip>
              <a:defRPr baseline="0"/>
            </a:lvl1pPr>
            <a:lvl2pPr marL="716280" indent="-266700" algn="l">
              <a:spcAft>
                <a:spcPts val="600"/>
              </a:spcAft>
              <a:buSzPct val="120000"/>
              <a:buFontTx/>
              <a:buBlip>
                <a:blip r:embed="rId4"/>
              </a:buBlip>
              <a:defRPr/>
            </a:lvl2pPr>
            <a:lvl3pPr marL="1080135" indent="-269875" algn="l">
              <a:spcAft>
                <a:spcPts val="600"/>
              </a:spcAft>
              <a:buSzPct val="120000"/>
              <a:buFontTx/>
              <a:buBlip>
                <a:blip r:embed="rId5"/>
              </a:buBlip>
              <a:defRPr/>
            </a:lvl3pPr>
            <a:lvl4pPr marL="1440180" indent="-269875" algn="l">
              <a:spcAft>
                <a:spcPts val="600"/>
              </a:spcAft>
              <a:buSzPct val="120000"/>
              <a:buFontTx/>
              <a:buBlip>
                <a:blip r:embed="rId5"/>
              </a:buBlip>
              <a:defRPr/>
            </a:lvl4pPr>
            <a:lvl5pPr marL="1800225" indent="-269875" algn="l">
              <a:spcAft>
                <a:spcPts val="600"/>
              </a:spcAft>
              <a:buSzPct val="120000"/>
              <a:buFontTx/>
              <a:buBlip>
                <a:blip r:embed="rId5"/>
              </a:buBlip>
              <a:defRPr/>
            </a:lvl5pPr>
          </a:lstStyle>
          <a:p>
            <a:pPr lvl="0"/>
            <a:r>
              <a:rPr lang="de-DE" noProof="0" dirty="0"/>
              <a:t>Chapter 1</a:t>
            </a:r>
            <a:endParaRPr lang="de-DE" noProof="0" dirty="0"/>
          </a:p>
          <a:p>
            <a:pPr lvl="0"/>
            <a:r>
              <a:rPr lang="de-DE" noProof="0" dirty="0"/>
              <a:t>Chapter 2</a:t>
            </a:r>
            <a:endParaRPr lang="de-DE" noProof="0" dirty="0"/>
          </a:p>
          <a:p>
            <a:pPr lvl="1"/>
            <a:r>
              <a:rPr lang="de-DE" noProof="0" dirty="0"/>
              <a:t>Second </a:t>
            </a:r>
            <a:r>
              <a:rPr lang="de-DE" noProof="0" dirty="0" err="1"/>
              <a:t>level</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 small  picture">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2"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19" name="Inhalt"/>
          <p:cNvSpPr>
            <a:spLocks noGrp="1"/>
          </p:cNvSpPr>
          <p:nvPr>
            <p:ph idx="15" hasCustomPrompt="1"/>
          </p:nvPr>
        </p:nvSpPr>
        <p:spPr bwMode="gray">
          <a:xfrm>
            <a:off x="550873" y="1558924"/>
            <a:ext cx="7344956" cy="4246531"/>
          </a:xfrm>
          <a:prstGeom prst="rect">
            <a:avLst/>
          </a:prstGeom>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8" name="Bild"/>
          <p:cNvSpPr>
            <a:spLocks noGrp="1" noChangeAspect="1"/>
          </p:cNvSpPr>
          <p:nvPr>
            <p:ph type="pic" sz="quarter" idx="12" hasCustomPrompt="1"/>
          </p:nvPr>
        </p:nvSpPr>
        <p:spPr bwMode="gray">
          <a:xfrm>
            <a:off x="8038561" y="1557435"/>
            <a:ext cx="3600468" cy="424671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pic>
        <p:nvPicPr>
          <p:cNvPr id="9" name="Grafik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 advantages">
    <p:spTree>
      <p:nvGrpSpPr>
        <p:cNvPr id="1" name=""/>
        <p:cNvGrpSpPr/>
        <p:nvPr/>
      </p:nvGrpSpPr>
      <p:grpSpPr>
        <a:xfrm>
          <a:off x="0" y="0"/>
          <a:ext cx="0" cy="0"/>
          <a:chOff x="0" y="0"/>
          <a:chExt cx="0" cy="0"/>
        </a:xfrm>
      </p:grpSpPr>
      <p:sp>
        <p:nvSpPr>
          <p:cNvPr id="8" name="Bild"/>
          <p:cNvSpPr>
            <a:spLocks noGrp="1" noChangeAspect="1"/>
          </p:cNvSpPr>
          <p:nvPr>
            <p:ph type="pic" sz="quarter" idx="12" hasCustomPrompt="1"/>
          </p:nvPr>
        </p:nvSpPr>
        <p:spPr bwMode="gray">
          <a:xfrm>
            <a:off x="549345" y="1558924"/>
            <a:ext cx="5548244" cy="4283075"/>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14" name="Textplatzhalter 13"/>
          <p:cNvSpPr>
            <a:spLocks noGrp="1"/>
          </p:cNvSpPr>
          <p:nvPr>
            <p:ph type="body" sz="quarter" idx="21" hasCustomPrompt="1"/>
          </p:nvPr>
        </p:nvSpPr>
        <p:spPr>
          <a:xfrm>
            <a:off x="6530976" y="1895642"/>
            <a:ext cx="5109342" cy="3666958"/>
          </a:xfrm>
        </p:spPr>
        <p:txBody>
          <a:bodyPr/>
          <a:lstStyle>
            <a:lvl1pPr marL="344805" indent="-344805">
              <a:buSzPct val="120000"/>
              <a:buFontTx/>
              <a:buBlip>
                <a:blip r:embed="rId2"/>
              </a:buBlip>
              <a:defRPr baseline="0"/>
            </a:lvl1pPr>
          </a:lstStyle>
          <a:p>
            <a:pPr lvl="0"/>
            <a:r>
              <a:rPr lang="de-DE" dirty="0"/>
              <a:t>Advantage 1</a:t>
            </a:r>
            <a:endParaRPr lang="de-DE" dirty="0"/>
          </a:p>
          <a:p>
            <a:pPr lvl="0"/>
            <a:r>
              <a:rPr lang="de-DE" dirty="0"/>
              <a:t>Advantage 2</a:t>
            </a:r>
            <a:endParaRPr lang="de-DE" dirty="0"/>
          </a:p>
          <a:p>
            <a:pPr lvl="0"/>
            <a:r>
              <a:rPr lang="de-DE" dirty="0"/>
              <a:t>Advantage 3</a:t>
            </a:r>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3"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1" name="Grafik 10"/>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mall picture + advantages">
    <p:spTree>
      <p:nvGrpSpPr>
        <p:cNvPr id="1" name=""/>
        <p:cNvGrpSpPr/>
        <p:nvPr/>
      </p:nvGrpSpPr>
      <p:grpSpPr>
        <a:xfrm>
          <a:off x="0" y="0"/>
          <a:ext cx="0" cy="0"/>
          <a:chOff x="0" y="0"/>
          <a:chExt cx="0" cy="0"/>
        </a:xfrm>
      </p:grpSpPr>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9" name="Bild"/>
          <p:cNvSpPr>
            <a:spLocks noGrp="1" noChangeAspect="1"/>
          </p:cNvSpPr>
          <p:nvPr>
            <p:ph type="pic" sz="quarter" idx="12" hasCustomPrompt="1"/>
          </p:nvPr>
        </p:nvSpPr>
        <p:spPr bwMode="gray">
          <a:xfrm>
            <a:off x="550873" y="1558440"/>
            <a:ext cx="3600468"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11" name="Textplatzhalter 13"/>
          <p:cNvSpPr>
            <a:spLocks noGrp="1"/>
          </p:cNvSpPr>
          <p:nvPr>
            <p:ph type="body" sz="quarter" idx="22" hasCustomPrompt="1"/>
          </p:nvPr>
        </p:nvSpPr>
        <p:spPr>
          <a:xfrm>
            <a:off x="4577593" y="1895642"/>
            <a:ext cx="7062724" cy="3539900"/>
          </a:xfrm>
        </p:spPr>
        <p:txBody>
          <a:bodyPr/>
          <a:lstStyle>
            <a:lvl1pPr marL="344805" indent="-344805">
              <a:buSzPct val="120000"/>
              <a:buFontTx/>
              <a:buBlip>
                <a:blip r:embed="rId2"/>
              </a:buBlip>
              <a:defRPr baseline="0"/>
            </a:lvl1pPr>
          </a:lstStyle>
          <a:p>
            <a:pPr lvl="0"/>
            <a:r>
              <a:rPr lang="de-DE" dirty="0"/>
              <a:t>Advantage 1</a:t>
            </a:r>
            <a:endParaRPr lang="de-DE" dirty="0"/>
          </a:p>
          <a:p>
            <a:pPr lvl="0"/>
            <a:r>
              <a:rPr lang="de-DE" dirty="0"/>
              <a:t>Advantage 2</a:t>
            </a:r>
            <a:endParaRPr lang="de-DE" dirty="0"/>
          </a:p>
          <a:p>
            <a:pPr lvl="0"/>
            <a:r>
              <a:rPr lang="de-DE" dirty="0"/>
              <a:t>Advantage 3</a:t>
            </a:r>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5"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picture + advantages">
    <p:spTree>
      <p:nvGrpSpPr>
        <p:cNvPr id="1" name=""/>
        <p:cNvGrpSpPr/>
        <p:nvPr/>
      </p:nvGrpSpPr>
      <p:grpSpPr>
        <a:xfrm>
          <a:off x="0" y="0"/>
          <a:ext cx="0" cy="0"/>
          <a:chOff x="0" y="0"/>
          <a:chExt cx="0" cy="0"/>
        </a:xfrm>
      </p:grpSpPr>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9" name="Bild"/>
          <p:cNvSpPr>
            <a:spLocks noGrp="1" noChangeAspect="1"/>
          </p:cNvSpPr>
          <p:nvPr>
            <p:ph type="pic" sz="quarter" idx="12" hasCustomPrompt="1"/>
          </p:nvPr>
        </p:nvSpPr>
        <p:spPr bwMode="gray">
          <a:xfrm>
            <a:off x="550873"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14" name="Textplatzhalter 13"/>
          <p:cNvSpPr>
            <a:spLocks noGrp="1"/>
          </p:cNvSpPr>
          <p:nvPr>
            <p:ph type="body" sz="quarter" idx="22" hasCustomPrompt="1"/>
          </p:nvPr>
        </p:nvSpPr>
        <p:spPr>
          <a:xfrm>
            <a:off x="8335218" y="1895642"/>
            <a:ext cx="3305100" cy="3651718"/>
          </a:xfrm>
        </p:spPr>
        <p:txBody>
          <a:bodyPr/>
          <a:lstStyle>
            <a:lvl1pPr marL="344805" indent="-344805">
              <a:buSzPct val="120000"/>
              <a:buFontTx/>
              <a:buBlip>
                <a:blip r:embed="rId2"/>
              </a:buBlip>
              <a:defRPr baseline="0"/>
            </a:lvl1pPr>
          </a:lstStyle>
          <a:p>
            <a:pPr lvl="0"/>
            <a:r>
              <a:rPr lang="de-DE" dirty="0"/>
              <a:t>Advantage 1</a:t>
            </a:r>
            <a:endParaRPr lang="de-DE" dirty="0"/>
          </a:p>
          <a:p>
            <a:pPr lvl="0"/>
            <a:r>
              <a:rPr lang="de-DE" dirty="0"/>
              <a:t>Advantage 2</a:t>
            </a:r>
            <a:endParaRPr lang="de-DE" dirty="0"/>
          </a:p>
          <a:p>
            <a:pPr lvl="0"/>
            <a:r>
              <a:rPr lang="de-DE" dirty="0"/>
              <a:t>Advantage 3</a:t>
            </a:r>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5"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2" name="Grafik 11"/>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Fußzeilenplatzhalter 2"/>
          <p:cNvSpPr>
            <a:spLocks noGrp="1"/>
          </p:cNvSpPr>
          <p:nvPr>
            <p:ph type="ftr" sz="quarter" idx="16"/>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7"/>
          </p:nvPr>
        </p:nvSpPr>
        <p:spPr/>
        <p:txBody>
          <a:bodyPr/>
          <a:lstStyle/>
          <a:p>
            <a:fld id="{B227C86F-CC2D-492F-A88C-C748186E73FB}" type="slidenum">
              <a:rPr lang="de-DE" smtClean="0"/>
            </a:fld>
            <a:endParaRPr lang="de-DE" dirty="0"/>
          </a:p>
        </p:txBody>
      </p:sp>
      <p:sp>
        <p:nvSpPr>
          <p:cNvPr id="10" name="Text"/>
          <p:cNvSpPr>
            <a:spLocks noGrp="1"/>
          </p:cNvSpPr>
          <p:nvPr>
            <p:ph type="body" sz="quarter" idx="18"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2" name="Fußzeilenplatzhalter 1"/>
          <p:cNvSpPr>
            <a:spLocks noGrp="1"/>
          </p:cNvSpPr>
          <p:nvPr>
            <p:ph type="ftr" sz="quarter" idx="10"/>
          </p:nvPr>
        </p:nvSpPr>
        <p:spPr/>
        <p:txBody>
          <a:bodyPr/>
          <a:lstStyle/>
          <a:p>
            <a:r>
              <a:rPr lang="en-US"/>
              <a:t>Name of the speaker / title of the presentation / date / confidentiality class</a:t>
            </a:r>
            <a:endParaRPr lang="de-DE" dirty="0"/>
          </a:p>
        </p:txBody>
      </p:sp>
      <p:sp>
        <p:nvSpPr>
          <p:cNvPr id="3" name="Foliennummernplatzhalter 2"/>
          <p:cNvSpPr>
            <a:spLocks noGrp="1"/>
          </p:cNvSpPr>
          <p:nvPr>
            <p:ph type="sldNum" sz="quarter" idx="11"/>
          </p:nvPr>
        </p:nvSpPr>
        <p:spPr/>
        <p:txBody>
          <a:bodyPr/>
          <a:lstStyle/>
          <a:p>
            <a:fld id="{B227C86F-CC2D-492F-A88C-C748186E73FB}" type="slidenum">
              <a:rPr lang="de-DE" smtClean="0"/>
            </a:fld>
            <a:endParaRPr lang="de-DE" dirty="0"/>
          </a:p>
        </p:txBody>
      </p:sp>
      <p:pic>
        <p:nvPicPr>
          <p:cNvPr id="5" name="Grafik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0" name="Fußzeilenplatzhalter 9"/>
          <p:cNvSpPr>
            <a:spLocks noGrp="1"/>
          </p:cNvSpPr>
          <p:nvPr>
            <p:ph type="ftr" sz="quarter" idx="10"/>
          </p:nvPr>
        </p:nvSpPr>
        <p:spPr/>
        <p:txBody>
          <a:bodyPr/>
          <a:lstStyle/>
          <a:p>
            <a:r>
              <a:rPr lang="en-US"/>
              <a:t>Name of the speaker / title of the presentation / date / confidentiality class</a:t>
            </a:r>
            <a:endParaRPr lang="de-DE" dirty="0"/>
          </a:p>
        </p:txBody>
      </p:sp>
      <p:sp>
        <p:nvSpPr>
          <p:cNvPr id="11" name="Foliennummernplatzhalter 10"/>
          <p:cNvSpPr>
            <a:spLocks noGrp="1"/>
          </p:cNvSpPr>
          <p:nvPr>
            <p:ph type="sldNum" sz="quarter" idx="11"/>
          </p:nvPr>
        </p:nvSpPr>
        <p:spPr/>
        <p:txBody>
          <a:bodyPr/>
          <a:lstStyle/>
          <a:p>
            <a:fld id="{B227C86F-CC2D-492F-A88C-C748186E73FB}" type="slidenum">
              <a:rPr lang="de-DE" smtClean="0"/>
            </a:fld>
            <a:endParaRPr lang="de-DE" dirty="0"/>
          </a:p>
        </p:txBody>
      </p:sp>
      <p:pic>
        <p:nvPicPr>
          <p:cNvPr id="15" name="Grafik 1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02216" y="1574173"/>
            <a:ext cx="745609" cy="652409"/>
          </a:xfrm>
          <a:prstGeom prst="rect">
            <a:avLst/>
          </a:prstGeom>
        </p:spPr>
      </p:pic>
      <p:sp>
        <p:nvSpPr>
          <p:cNvPr id="3" name="Textplatzhalter 2"/>
          <p:cNvSpPr>
            <a:spLocks noGrp="1"/>
          </p:cNvSpPr>
          <p:nvPr>
            <p:ph type="body" sz="quarter" idx="12" hasCustomPrompt="1"/>
          </p:nvPr>
        </p:nvSpPr>
        <p:spPr>
          <a:xfrm>
            <a:off x="1976437" y="1574174"/>
            <a:ext cx="9227127" cy="2915395"/>
          </a:xfrm>
        </p:spPr>
        <p:txBody>
          <a:bodyPr>
            <a:noAutofit/>
          </a:bodyPr>
          <a:lstStyle>
            <a:lvl1pPr marL="0" indent="0">
              <a:buNone/>
              <a:defRPr sz="3600">
                <a:solidFill>
                  <a:schemeClr val="accent2"/>
                </a:solidFill>
              </a:defRPr>
            </a:lvl1pPr>
          </a:lstStyle>
          <a:p>
            <a:pPr lvl="0"/>
            <a:r>
              <a:rPr lang="de-DE" dirty="0"/>
              <a:t>Lorem ipsum dolor sit amet, consectetuer adipiscing elit. Maecenas porttitor congue massa. Fusce posuere, magna sed pulvinar ultricies, purus lectus malesuada libero, sit amet commodo magna eros quis </a:t>
            </a:r>
            <a:r>
              <a:rPr lang="de-DE" dirty="0" err="1"/>
              <a:t>urna</a:t>
            </a:r>
            <a:r>
              <a:rPr lang="de-DE" dirty="0"/>
              <a:t>.</a:t>
            </a:r>
            <a:endParaRPr lang="de-DE" dirty="0"/>
          </a:p>
        </p:txBody>
      </p:sp>
      <p:sp>
        <p:nvSpPr>
          <p:cNvPr id="5" name="Textplatzhalter 4"/>
          <p:cNvSpPr>
            <a:spLocks noGrp="1"/>
          </p:cNvSpPr>
          <p:nvPr>
            <p:ph type="body" sz="quarter" idx="13" hasCustomPrompt="1"/>
          </p:nvPr>
        </p:nvSpPr>
        <p:spPr>
          <a:xfrm>
            <a:off x="1976437" y="4299884"/>
            <a:ext cx="9227127" cy="845575"/>
          </a:xfrm>
        </p:spPr>
        <p:txBody>
          <a:bodyPr tIns="540000"/>
          <a:lstStyle>
            <a:lvl1pPr marL="0" indent="0">
              <a:buNone/>
              <a:defRPr sz="1600"/>
            </a:lvl1pPr>
          </a:lstStyle>
          <a:p>
            <a:pPr lvl="0"/>
            <a:r>
              <a:rPr lang="de-DE" dirty="0"/>
              <a:t>Name, </a:t>
            </a:r>
            <a:r>
              <a:rPr lang="de-DE" dirty="0" err="1"/>
              <a:t>Function</a:t>
            </a:r>
            <a:endParaRPr lang="de-DE" dirty="0"/>
          </a:p>
        </p:txBody>
      </p:sp>
      <p:pic>
        <p:nvPicPr>
          <p:cNvPr id="8" name="Grafik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highlight standard">
    <p:spTree>
      <p:nvGrpSpPr>
        <p:cNvPr id="1" name=""/>
        <p:cNvGrpSpPr/>
        <p:nvPr/>
      </p:nvGrpSpPr>
      <p:grpSpPr>
        <a:xfrm>
          <a:off x="0" y="0"/>
          <a:ext cx="0" cy="0"/>
          <a:chOff x="0" y="0"/>
          <a:chExt cx="0" cy="0"/>
        </a:xfrm>
      </p:grpSpPr>
      <p:sp>
        <p:nvSpPr>
          <p:cNvPr id="17" name="Inhalt"/>
          <p:cNvSpPr>
            <a:spLocks noGrp="1"/>
          </p:cNvSpPr>
          <p:nvPr>
            <p:ph idx="1" hasCustomPrompt="1"/>
          </p:nvPr>
        </p:nvSpPr>
        <p:spPr bwMode="gray">
          <a:xfrm>
            <a:off x="550873" y="1558439"/>
            <a:ext cx="7344956" cy="2051525"/>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a:lvl4pPr>
            <a:lvl5pPr marL="1800225" indent="-269875" defTabSz="914400">
              <a:spcAft>
                <a:spcPts val="0"/>
              </a:spcAft>
              <a:buClr>
                <a:schemeClr val="accent2"/>
              </a:buClr>
              <a:buFont typeface="Wingdings" panose="05000000000000000000" pitchFamily="2" charset="2"/>
              <a:defRPr/>
            </a:lvl5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p:txBody>
      </p:sp>
      <p:sp>
        <p:nvSpPr>
          <p:cNvPr id="12" name="Textbox"/>
          <p:cNvSpPr>
            <a:spLocks noGrp="1" noChangeAspect="1"/>
          </p:cNvSpPr>
          <p:nvPr>
            <p:ph type="body" sz="quarter" idx="17" hasCustomPrompt="1"/>
          </p:nvPr>
        </p:nvSpPr>
        <p:spPr bwMode="gray">
          <a:xfrm>
            <a:off x="1" y="3753931"/>
            <a:ext cx="12192000" cy="2051525"/>
          </a:xfrm>
          <a:prstGeom prst="rect">
            <a:avLst/>
          </a:prstGeom>
          <a:solidFill>
            <a:schemeClr val="accent2"/>
          </a:solidFill>
        </p:spPr>
        <p:txBody>
          <a:bodyPr lIns="540000" tIns="252000" rIns="540000" bIns="252000" anchor="ctr" anchorCtr="0"/>
          <a:lstStyle>
            <a:lvl1pPr marL="0" indent="0" algn="ctr">
              <a:buFontTx/>
              <a:buNone/>
              <a:defRPr sz="2400">
                <a:solidFill>
                  <a:schemeClr val="bg1"/>
                </a:solidFill>
              </a:defRPr>
            </a:lvl1pPr>
            <a:lvl2pPr marL="632460" indent="0">
              <a:buFontTx/>
              <a:buNone/>
              <a:defRPr/>
            </a:lvl2pPr>
            <a:lvl3pPr marL="1108710" indent="0">
              <a:buFontTx/>
              <a:buNone/>
              <a:defRPr/>
            </a:lvl3pPr>
            <a:lvl4pPr marL="1652905" indent="0">
              <a:buFontTx/>
              <a:buNone/>
              <a:defRPr/>
            </a:lvl4pPr>
            <a:lvl5pPr marL="1925320" indent="0">
              <a:buFontTx/>
              <a:buNone/>
              <a:defRPr/>
            </a:lvl5pPr>
          </a:lstStyle>
          <a:p>
            <a:pPr lvl="0"/>
            <a:r>
              <a:rPr lang="de-DE" noProof="0" dirty="0" err="1"/>
              <a:t>Important</a:t>
            </a:r>
            <a:r>
              <a:rPr lang="de-DE" noProof="0" dirty="0"/>
              <a:t> </a:t>
            </a:r>
            <a:r>
              <a:rPr lang="de-DE" noProof="0" dirty="0" err="1"/>
              <a:t>or</a:t>
            </a:r>
            <a:r>
              <a:rPr lang="de-DE" noProof="0" dirty="0"/>
              <a:t> </a:t>
            </a:r>
            <a:r>
              <a:rPr lang="de-DE" noProof="0" dirty="0" err="1"/>
              <a:t>strategic</a:t>
            </a:r>
            <a:r>
              <a:rPr lang="de-DE" noProof="0" dirty="0"/>
              <a:t> </a:t>
            </a:r>
            <a:r>
              <a:rPr lang="de-DE" noProof="0" dirty="0" err="1"/>
              <a:t>statement</a:t>
            </a:r>
            <a:r>
              <a:rPr lang="de-DE" noProof="0" dirty="0"/>
              <a:t>, </a:t>
            </a:r>
            <a:r>
              <a:rPr lang="de-DE" noProof="0" dirty="0" err="1"/>
              <a:t>result</a:t>
            </a:r>
            <a:r>
              <a:rPr lang="de-DE" noProof="0" dirty="0"/>
              <a:t>, </a:t>
            </a:r>
            <a:r>
              <a:rPr lang="de-DE" noProof="0" dirty="0" err="1"/>
              <a:t>core</a:t>
            </a:r>
            <a:r>
              <a:rPr lang="de-DE" noProof="0" dirty="0"/>
              <a:t> </a:t>
            </a:r>
            <a:r>
              <a:rPr lang="de-DE" noProof="0" dirty="0" err="1"/>
              <a:t>information</a:t>
            </a:r>
            <a:endParaRPr lang="de-DE" noProof="0" dirty="0"/>
          </a:p>
        </p:txBody>
      </p:sp>
      <p:sp>
        <p:nvSpPr>
          <p:cNvPr id="3" name="Fußzeilenplatzhalter 2"/>
          <p:cNvSpPr>
            <a:spLocks noGrp="1"/>
          </p:cNvSpPr>
          <p:nvPr>
            <p:ph type="ftr" sz="quarter" idx="18"/>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9"/>
          </p:nvPr>
        </p:nvSpPr>
        <p:spPr/>
        <p:txBody>
          <a:bodyPr/>
          <a:lstStyle/>
          <a:p>
            <a:fld id="{B227C86F-CC2D-492F-A88C-C748186E73FB}" type="slidenum">
              <a:rPr lang="de-DE" smtClean="0"/>
            </a:fld>
            <a:endParaRPr lang="de-DE" dirty="0"/>
          </a:p>
        </p:txBody>
      </p:sp>
      <p:sp>
        <p:nvSpPr>
          <p:cNvPr id="9"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Statement black">
    <p:spTree>
      <p:nvGrpSpPr>
        <p:cNvPr id="1" name=""/>
        <p:cNvGrpSpPr/>
        <p:nvPr/>
      </p:nvGrpSpPr>
      <p:grpSpPr>
        <a:xfrm>
          <a:off x="0" y="0"/>
          <a:ext cx="0" cy="0"/>
          <a:chOff x="0" y="0"/>
          <a:chExt cx="0" cy="0"/>
        </a:xfrm>
      </p:grpSpPr>
      <p:sp>
        <p:nvSpPr>
          <p:cNvPr id="2" name="Rechteck 1"/>
          <p:cNvSpPr/>
          <p:nvPr userDrawn="1"/>
        </p:nvSpPr>
        <p:spPr>
          <a:xfrm>
            <a:off x="0" y="0"/>
            <a:ext cx="12192000" cy="6858000"/>
          </a:xfrm>
          <a:prstGeom prst="rect">
            <a:avLst/>
          </a:prstGeom>
          <a:solidFill>
            <a:schemeClr val="tx2"/>
          </a:solidFill>
          <a:ln>
            <a:noFill/>
          </a:ln>
        </p:spPr>
        <p:txBody>
          <a:bodyPr rot="0" spcFirstLastPara="0" vertOverflow="overflow" horzOverflow="overflow" vert="horz" wrap="square" lIns="72000" tIns="72000" rIns="72000" bIns="72000" numCol="1" spcCol="0" rtlCol="0" fromWordArt="0" anchor="ctr" anchorCtr="0" forceAA="0" compatLnSpc="1">
            <a:noAutofit/>
          </a:bodyPr>
          <a:lstStyle/>
          <a:p>
            <a:pPr algn="ctr"/>
            <a:endParaRPr lang="de-DE" sz="1800" dirty="0"/>
          </a:p>
        </p:txBody>
      </p:sp>
      <p:sp>
        <p:nvSpPr>
          <p:cNvPr id="3" name="Textbox"/>
          <p:cNvSpPr>
            <a:spLocks noGrp="1" noChangeAspect="1"/>
          </p:cNvSpPr>
          <p:nvPr>
            <p:ph type="body" sz="quarter" idx="17" hasCustomPrompt="1"/>
          </p:nvPr>
        </p:nvSpPr>
        <p:spPr bwMode="gray">
          <a:xfrm>
            <a:off x="550863" y="909637"/>
            <a:ext cx="11090275" cy="4895851"/>
          </a:xfrm>
          <a:prstGeom prst="rect">
            <a:avLst/>
          </a:prstGeom>
          <a:solidFill>
            <a:schemeClr val="tx1"/>
          </a:solidFill>
          <a:ln>
            <a:noFill/>
          </a:ln>
        </p:spPr>
        <p:txBody>
          <a:bodyPr lIns="540000" tIns="540000" rIns="540000" bIns="540000" anchor="ctr" anchorCtr="0"/>
          <a:lstStyle>
            <a:lvl1pPr marL="0" indent="0" algn="ctr">
              <a:buFontTx/>
              <a:buNone/>
              <a:defRPr sz="2400" baseline="0">
                <a:solidFill>
                  <a:schemeClr val="bg1"/>
                </a:solidFill>
              </a:defRPr>
            </a:lvl1pPr>
            <a:lvl2pPr marL="632460" indent="0">
              <a:buFontTx/>
              <a:buNone/>
              <a:defRPr/>
            </a:lvl2pPr>
            <a:lvl3pPr marL="1108710" indent="0">
              <a:buFontTx/>
              <a:buNone/>
              <a:defRPr/>
            </a:lvl3pPr>
            <a:lvl4pPr marL="1652905" indent="0">
              <a:buFontTx/>
              <a:buNone/>
              <a:defRPr/>
            </a:lvl4pPr>
            <a:lvl5pPr marL="1925320" indent="0">
              <a:buFontTx/>
              <a:buNone/>
              <a:defRPr/>
            </a:lvl5pPr>
          </a:lstStyle>
          <a:p>
            <a:pPr lvl="0"/>
            <a:r>
              <a:rPr lang="de-DE" noProof="0" dirty="0" err="1">
                <a:solidFill>
                  <a:schemeClr val="bg1"/>
                </a:solidFill>
              </a:rPr>
              <a:t>S</a:t>
            </a:r>
            <a:r>
              <a:rPr lang="de-DE" noProof="0" dirty="0" err="1"/>
              <a:t>ummaries</a:t>
            </a:r>
            <a:r>
              <a:rPr lang="de-DE" noProof="0" dirty="0"/>
              <a:t>, </a:t>
            </a:r>
            <a:r>
              <a:rPr lang="de-DE" noProof="0" dirty="0" err="1">
                <a:solidFill>
                  <a:schemeClr val="bg1"/>
                </a:solidFill>
              </a:rPr>
              <a:t>exceptional</a:t>
            </a:r>
            <a:r>
              <a:rPr lang="de-DE" noProof="0" dirty="0">
                <a:solidFill>
                  <a:schemeClr val="bg1"/>
                </a:solidFill>
              </a:rPr>
              <a:t> </a:t>
            </a:r>
            <a:r>
              <a:rPr lang="de-DE" noProof="0" dirty="0" err="1">
                <a:solidFill>
                  <a:schemeClr val="bg1"/>
                </a:solidFill>
              </a:rPr>
              <a:t>cases</a:t>
            </a:r>
            <a:r>
              <a:rPr lang="de-DE" noProof="0" dirty="0">
                <a:solidFill>
                  <a:schemeClr val="bg1"/>
                </a:solidFill>
              </a:rPr>
              <a:t>, </a:t>
            </a:r>
            <a:br>
              <a:rPr lang="de-DE" noProof="0" dirty="0">
                <a:solidFill>
                  <a:schemeClr val="bg1"/>
                </a:solidFill>
              </a:rPr>
            </a:br>
            <a:r>
              <a:rPr lang="de-DE" noProof="0" dirty="0" err="1">
                <a:solidFill>
                  <a:schemeClr val="bg1"/>
                </a:solidFill>
              </a:rPr>
              <a:t>core</a:t>
            </a:r>
            <a:r>
              <a:rPr lang="de-DE" noProof="0" dirty="0">
                <a:solidFill>
                  <a:schemeClr val="bg1"/>
                </a:solidFill>
              </a:rPr>
              <a:t> </a:t>
            </a:r>
            <a:r>
              <a:rPr lang="de-DE" noProof="0" dirty="0" err="1">
                <a:solidFill>
                  <a:schemeClr val="bg1"/>
                </a:solidFill>
              </a:rPr>
              <a:t>information</a:t>
            </a:r>
            <a:r>
              <a:rPr lang="de-DE" noProof="0" dirty="0">
                <a:solidFill>
                  <a:schemeClr val="bg1"/>
                </a:solidFill>
              </a:rPr>
              <a:t> </a:t>
            </a:r>
            <a:r>
              <a:rPr lang="de-DE" noProof="0" dirty="0" err="1">
                <a:solidFill>
                  <a:schemeClr val="bg1"/>
                </a:solidFill>
              </a:rPr>
              <a:t>or</a:t>
            </a:r>
            <a:r>
              <a:rPr lang="de-DE" noProof="0" dirty="0">
                <a:solidFill>
                  <a:schemeClr val="bg1"/>
                </a:solidFill>
              </a:rPr>
              <a:t> </a:t>
            </a:r>
            <a:r>
              <a:rPr lang="de-DE" noProof="0" dirty="0" err="1">
                <a:solidFill>
                  <a:schemeClr val="bg1"/>
                </a:solidFill>
              </a:rPr>
              <a:t>strategic</a:t>
            </a:r>
            <a:r>
              <a:rPr lang="de-DE" noProof="0" dirty="0">
                <a:solidFill>
                  <a:schemeClr val="bg1"/>
                </a:solidFill>
              </a:rPr>
              <a:t> </a:t>
            </a:r>
            <a:r>
              <a:rPr lang="de-DE" noProof="0" dirty="0" err="1">
                <a:solidFill>
                  <a:schemeClr val="bg1"/>
                </a:solidFill>
              </a:rPr>
              <a:t>statement</a:t>
            </a:r>
            <a:endParaRPr lang="de-DE" noProof="0" dirty="0"/>
          </a:p>
        </p:txBody>
      </p:sp>
      <p:sp>
        <p:nvSpPr>
          <p:cNvPr id="4" name="Freihandform: Form 3"/>
          <p:cNvSpPr/>
          <p:nvPr userDrawn="1"/>
        </p:nvSpPr>
        <p:spPr>
          <a:xfrm>
            <a:off x="10238618" y="6129944"/>
            <a:ext cx="1255237" cy="309274"/>
          </a:xfrm>
          <a:custGeom>
            <a:avLst/>
            <a:gdLst>
              <a:gd name="connsiteX0" fmla="*/ 1253854 w 1255237"/>
              <a:gd name="connsiteY0" fmla="*/ 161377 h 309274"/>
              <a:gd name="connsiteX1" fmla="*/ 1253854 w 1255237"/>
              <a:gd name="connsiteY1" fmla="*/ 199670 h 309274"/>
              <a:gd name="connsiteX2" fmla="*/ 1218004 w 1255237"/>
              <a:gd name="connsiteY2" fmla="*/ 199670 h 309274"/>
              <a:gd name="connsiteX3" fmla="*/ 1218004 w 1255237"/>
              <a:gd name="connsiteY3" fmla="*/ 305471 h 309274"/>
              <a:gd name="connsiteX4" fmla="*/ 1165628 w 1255237"/>
              <a:gd name="connsiteY4" fmla="*/ 305471 h 309274"/>
              <a:gd name="connsiteX5" fmla="*/ 1165628 w 1255237"/>
              <a:gd name="connsiteY5" fmla="*/ 199670 h 309274"/>
              <a:gd name="connsiteX6" fmla="*/ 1118721 w 1255237"/>
              <a:gd name="connsiteY6" fmla="*/ 199670 h 309274"/>
              <a:gd name="connsiteX7" fmla="*/ 1087528 w 1255237"/>
              <a:gd name="connsiteY7" fmla="*/ 233890 h 309274"/>
              <a:gd name="connsiteX8" fmla="*/ 1124075 w 1255237"/>
              <a:gd name="connsiteY8" fmla="*/ 269215 h 309274"/>
              <a:gd name="connsiteX9" fmla="*/ 1151137 w 1255237"/>
              <a:gd name="connsiteY9" fmla="*/ 259845 h 309274"/>
              <a:gd name="connsiteX10" fmla="*/ 1151137 w 1255237"/>
              <a:gd name="connsiteY10" fmla="*/ 298953 h 309274"/>
              <a:gd name="connsiteX11" fmla="*/ 1114298 w 1255237"/>
              <a:gd name="connsiteY11" fmla="*/ 308614 h 309274"/>
              <a:gd name="connsiteX12" fmla="*/ 1035733 w 1255237"/>
              <a:gd name="connsiteY12" fmla="*/ 233890 h 309274"/>
              <a:gd name="connsiteX13" fmla="*/ 1114356 w 1255237"/>
              <a:gd name="connsiteY13" fmla="*/ 161377 h 309274"/>
              <a:gd name="connsiteX14" fmla="*/ 768554 w 1255237"/>
              <a:gd name="connsiteY14" fmla="*/ 161377 h 309274"/>
              <a:gd name="connsiteX15" fmla="*/ 715362 w 1255237"/>
              <a:gd name="connsiteY15" fmla="*/ 161377 h 309274"/>
              <a:gd name="connsiteX16" fmla="*/ 715362 w 1255237"/>
              <a:gd name="connsiteY16" fmla="*/ 223473 h 309274"/>
              <a:gd name="connsiteX17" fmla="*/ 653092 w 1255237"/>
              <a:gd name="connsiteY17" fmla="*/ 161377 h 309274"/>
              <a:gd name="connsiteX18" fmla="*/ 611714 w 1255237"/>
              <a:gd name="connsiteY18" fmla="*/ 161377 h 309274"/>
              <a:gd name="connsiteX19" fmla="*/ 611714 w 1255237"/>
              <a:gd name="connsiteY19" fmla="*/ 305471 h 309274"/>
              <a:gd name="connsiteX20" fmla="*/ 664091 w 1255237"/>
              <a:gd name="connsiteY20" fmla="*/ 305471 h 309274"/>
              <a:gd name="connsiteX21" fmla="*/ 664091 w 1255237"/>
              <a:gd name="connsiteY21" fmla="*/ 244482 h 309274"/>
              <a:gd name="connsiteX22" fmla="*/ 724732 w 1255237"/>
              <a:gd name="connsiteY22" fmla="*/ 305471 h 309274"/>
              <a:gd name="connsiteX23" fmla="*/ 768496 w 1255237"/>
              <a:gd name="connsiteY23" fmla="*/ 305471 h 309274"/>
              <a:gd name="connsiteX24" fmla="*/ 768496 w 1255237"/>
              <a:gd name="connsiteY24" fmla="*/ 161377 h 309274"/>
              <a:gd name="connsiteX25" fmla="*/ 432004 w 1255237"/>
              <a:gd name="connsiteY25" fmla="*/ 165684 h 309274"/>
              <a:gd name="connsiteX26" fmla="*/ 389462 w 1255237"/>
              <a:gd name="connsiteY26" fmla="*/ 158293 h 309274"/>
              <a:gd name="connsiteX27" fmla="*/ 312469 w 1255237"/>
              <a:gd name="connsiteY27" fmla="*/ 233948 h 309274"/>
              <a:gd name="connsiteX28" fmla="*/ 393944 w 1255237"/>
              <a:gd name="connsiteY28" fmla="*/ 308672 h 309274"/>
              <a:gd name="connsiteX29" fmla="*/ 432993 w 1255237"/>
              <a:gd name="connsiteY29" fmla="*/ 300467 h 309274"/>
              <a:gd name="connsiteX30" fmla="*/ 432993 w 1255237"/>
              <a:gd name="connsiteY30" fmla="*/ 258565 h 309274"/>
              <a:gd name="connsiteX31" fmla="*/ 401625 w 1255237"/>
              <a:gd name="connsiteY31" fmla="*/ 268226 h 309274"/>
              <a:gd name="connsiteX32" fmla="*/ 366707 w 1255237"/>
              <a:gd name="connsiteY32" fmla="*/ 233948 h 309274"/>
              <a:gd name="connsiteX33" fmla="*/ 401800 w 1255237"/>
              <a:gd name="connsiteY33" fmla="*/ 198506 h 309274"/>
              <a:gd name="connsiteX34" fmla="*/ 401975 w 1255237"/>
              <a:gd name="connsiteY34" fmla="*/ 198506 h 309274"/>
              <a:gd name="connsiteX35" fmla="*/ 431945 w 1255237"/>
              <a:gd name="connsiteY35" fmla="*/ 208516 h 309274"/>
              <a:gd name="connsiteX36" fmla="*/ 431945 w 1255237"/>
              <a:gd name="connsiteY36" fmla="*/ 165742 h 309274"/>
              <a:gd name="connsiteX37" fmla="*/ 899146 w 1255237"/>
              <a:gd name="connsiteY37" fmla="*/ 161377 h 309274"/>
              <a:gd name="connsiteX38" fmla="*/ 775304 w 1255237"/>
              <a:gd name="connsiteY38" fmla="*/ 161377 h 309274"/>
              <a:gd name="connsiteX39" fmla="*/ 775304 w 1255237"/>
              <a:gd name="connsiteY39" fmla="*/ 199728 h 309274"/>
              <a:gd name="connsiteX40" fmla="*/ 812026 w 1255237"/>
              <a:gd name="connsiteY40" fmla="*/ 199728 h 309274"/>
              <a:gd name="connsiteX41" fmla="*/ 812026 w 1255237"/>
              <a:gd name="connsiteY41" fmla="*/ 305530 h 309274"/>
              <a:gd name="connsiteX42" fmla="*/ 863880 w 1255237"/>
              <a:gd name="connsiteY42" fmla="*/ 305530 h 309274"/>
              <a:gd name="connsiteX43" fmla="*/ 863880 w 1255237"/>
              <a:gd name="connsiteY43" fmla="*/ 199670 h 309274"/>
              <a:gd name="connsiteX44" fmla="*/ 899379 w 1255237"/>
              <a:gd name="connsiteY44" fmla="*/ 199670 h 309274"/>
              <a:gd name="connsiteX45" fmla="*/ 899379 w 1255237"/>
              <a:gd name="connsiteY45" fmla="*/ 161377 h 309274"/>
              <a:gd name="connsiteX46" fmla="*/ 1169411 w 1255237"/>
              <a:gd name="connsiteY46" fmla="*/ 104752 h 309274"/>
              <a:gd name="connsiteX47" fmla="*/ 1193911 w 1255237"/>
              <a:gd name="connsiteY47" fmla="*/ 143569 h 309274"/>
              <a:gd name="connsiteX48" fmla="*/ 1254319 w 1255237"/>
              <a:gd name="connsiteY48" fmla="*/ 143569 h 309274"/>
              <a:gd name="connsiteX49" fmla="*/ 1200138 w 1255237"/>
              <a:gd name="connsiteY49" fmla="*/ 69834 h 309274"/>
              <a:gd name="connsiteX50" fmla="*/ 1254028 w 1255237"/>
              <a:gd name="connsiteY50" fmla="*/ -409 h 309274"/>
              <a:gd name="connsiteX51" fmla="*/ 1194493 w 1255237"/>
              <a:gd name="connsiteY51" fmla="*/ -409 h 309274"/>
              <a:gd name="connsiteX52" fmla="*/ 1169294 w 1255237"/>
              <a:gd name="connsiteY52" fmla="*/ 33869 h 309274"/>
              <a:gd name="connsiteX53" fmla="*/ 1169643 w 1255237"/>
              <a:gd name="connsiteY53" fmla="*/ 33869 h 309274"/>
              <a:gd name="connsiteX54" fmla="*/ 1144619 w 1255237"/>
              <a:gd name="connsiteY54" fmla="*/ -409 h 309274"/>
              <a:gd name="connsiteX55" fmla="*/ 1084968 w 1255237"/>
              <a:gd name="connsiteY55" fmla="*/ -409 h 309274"/>
              <a:gd name="connsiteX56" fmla="*/ 1138799 w 1255237"/>
              <a:gd name="connsiteY56" fmla="*/ 69834 h 309274"/>
              <a:gd name="connsiteX57" fmla="*/ 1084618 w 1255237"/>
              <a:gd name="connsiteY57" fmla="*/ 143569 h 309274"/>
              <a:gd name="connsiteX58" fmla="*/ 1145142 w 1255237"/>
              <a:gd name="connsiteY58" fmla="*/ 143569 h 309274"/>
              <a:gd name="connsiteX59" fmla="*/ 1169643 w 1255237"/>
              <a:gd name="connsiteY59" fmla="*/ 104752 h 309274"/>
              <a:gd name="connsiteX60" fmla="*/ 1022115 w 1255237"/>
              <a:gd name="connsiteY60" fmla="*/ -409 h 309274"/>
              <a:gd name="connsiteX61" fmla="*/ 1022115 w 1255237"/>
              <a:gd name="connsiteY61" fmla="*/ 143569 h 309274"/>
              <a:gd name="connsiteX62" fmla="*/ 1078275 w 1255237"/>
              <a:gd name="connsiteY62" fmla="*/ 143569 h 309274"/>
              <a:gd name="connsiteX63" fmla="*/ 1078275 w 1255237"/>
              <a:gd name="connsiteY63" fmla="*/ -409 h 309274"/>
              <a:gd name="connsiteX64" fmla="*/ 512780 w 1255237"/>
              <a:gd name="connsiteY64" fmla="*/ -409 h 309274"/>
              <a:gd name="connsiteX65" fmla="*/ 460403 w 1255237"/>
              <a:gd name="connsiteY65" fmla="*/ -409 h 309274"/>
              <a:gd name="connsiteX66" fmla="*/ 460403 w 1255237"/>
              <a:gd name="connsiteY66" fmla="*/ 143627 h 309274"/>
              <a:gd name="connsiteX67" fmla="*/ 512780 w 1255237"/>
              <a:gd name="connsiteY67" fmla="*/ 143627 h 309274"/>
              <a:gd name="connsiteX68" fmla="*/ 512780 w 1255237"/>
              <a:gd name="connsiteY68" fmla="*/ 91250 h 309274"/>
              <a:gd name="connsiteX69" fmla="*/ 557650 w 1255237"/>
              <a:gd name="connsiteY69" fmla="*/ 91250 h 309274"/>
              <a:gd name="connsiteX70" fmla="*/ 557650 w 1255237"/>
              <a:gd name="connsiteY70" fmla="*/ 143627 h 309274"/>
              <a:gd name="connsiteX71" fmla="*/ 610027 w 1255237"/>
              <a:gd name="connsiteY71" fmla="*/ 143627 h 309274"/>
              <a:gd name="connsiteX72" fmla="*/ 610027 w 1255237"/>
              <a:gd name="connsiteY72" fmla="*/ -467 h 309274"/>
              <a:gd name="connsiteX73" fmla="*/ 557650 w 1255237"/>
              <a:gd name="connsiteY73" fmla="*/ -467 h 309274"/>
              <a:gd name="connsiteX74" fmla="*/ 557650 w 1255237"/>
              <a:gd name="connsiteY74" fmla="*/ 48709 h 309274"/>
              <a:gd name="connsiteX75" fmla="*/ 512722 w 1255237"/>
              <a:gd name="connsiteY75" fmla="*/ 48709 h 309274"/>
              <a:gd name="connsiteX76" fmla="*/ 512722 w 1255237"/>
              <a:gd name="connsiteY76" fmla="*/ -467 h 309274"/>
              <a:gd name="connsiteX77" fmla="*/ 1004481 w 1255237"/>
              <a:gd name="connsiteY77" fmla="*/ -409 h 309274"/>
              <a:gd name="connsiteX78" fmla="*/ 952105 w 1255237"/>
              <a:gd name="connsiteY78" fmla="*/ -409 h 309274"/>
              <a:gd name="connsiteX79" fmla="*/ 952105 w 1255237"/>
              <a:gd name="connsiteY79" fmla="*/ 60639 h 309274"/>
              <a:gd name="connsiteX80" fmla="*/ 887682 w 1255237"/>
              <a:gd name="connsiteY80" fmla="*/ -467 h 309274"/>
              <a:gd name="connsiteX81" fmla="*/ 846188 w 1255237"/>
              <a:gd name="connsiteY81" fmla="*/ -467 h 309274"/>
              <a:gd name="connsiteX82" fmla="*/ 846188 w 1255237"/>
              <a:gd name="connsiteY82" fmla="*/ 143569 h 309274"/>
              <a:gd name="connsiteX83" fmla="*/ 898564 w 1255237"/>
              <a:gd name="connsiteY83" fmla="*/ 143569 h 309274"/>
              <a:gd name="connsiteX84" fmla="*/ 898564 w 1255237"/>
              <a:gd name="connsiteY84" fmla="*/ 82637 h 309274"/>
              <a:gd name="connsiteX85" fmla="*/ 960485 w 1255237"/>
              <a:gd name="connsiteY85" fmla="*/ 143569 h 309274"/>
              <a:gd name="connsiteX86" fmla="*/ 1004481 w 1255237"/>
              <a:gd name="connsiteY86" fmla="*/ 143569 h 309274"/>
              <a:gd name="connsiteX87" fmla="*/ 1004481 w 1255237"/>
              <a:gd name="connsiteY87" fmla="*/ -467 h 309274"/>
              <a:gd name="connsiteX88" fmla="*/ 158365 w 1255237"/>
              <a:gd name="connsiteY88" fmla="*/ 214161 h 309274"/>
              <a:gd name="connsiteX89" fmla="*/ 158365 w 1255237"/>
              <a:gd name="connsiteY89" fmla="*/ 187856 h 309274"/>
              <a:gd name="connsiteX90" fmla="*/ 169306 w 1255237"/>
              <a:gd name="connsiteY90" fmla="*/ 167895 h 309274"/>
              <a:gd name="connsiteX91" fmla="*/ 190430 w 1255237"/>
              <a:gd name="connsiteY91" fmla="*/ 130882 h 309274"/>
              <a:gd name="connsiteX92" fmla="*/ 175416 w 1255237"/>
              <a:gd name="connsiteY92" fmla="*/ 98641 h 309274"/>
              <a:gd name="connsiteX93" fmla="*/ 158481 w 1255237"/>
              <a:gd name="connsiteY93" fmla="*/ 78971 h 309274"/>
              <a:gd name="connsiteX94" fmla="*/ 158481 w 1255237"/>
              <a:gd name="connsiteY94" fmla="*/ 51037 h 309274"/>
              <a:gd name="connsiteX95" fmla="*/ 174136 w 1255237"/>
              <a:gd name="connsiteY95" fmla="*/ 34218 h 309274"/>
              <a:gd name="connsiteX96" fmla="*/ 268355 w 1255237"/>
              <a:gd name="connsiteY96" fmla="*/ 129834 h 309274"/>
              <a:gd name="connsiteX97" fmla="*/ 173903 w 1255237"/>
              <a:gd name="connsiteY97" fmla="*/ 227023 h 309274"/>
              <a:gd name="connsiteX98" fmla="*/ 158539 w 1255237"/>
              <a:gd name="connsiteY98" fmla="*/ 214161 h 309274"/>
              <a:gd name="connsiteX99" fmla="*/ 135843 w 1255237"/>
              <a:gd name="connsiteY99" fmla="*/ 187973 h 309274"/>
              <a:gd name="connsiteX100" fmla="*/ 135843 w 1255237"/>
              <a:gd name="connsiteY100" fmla="*/ 255713 h 309274"/>
              <a:gd name="connsiteX101" fmla="*/ 119839 w 1255237"/>
              <a:gd name="connsiteY101" fmla="*/ 271601 h 309274"/>
              <a:gd name="connsiteX102" fmla="*/ 50876 w 1255237"/>
              <a:gd name="connsiteY102" fmla="*/ 271601 h 309274"/>
              <a:gd name="connsiteX103" fmla="*/ 33824 w 1255237"/>
              <a:gd name="connsiteY103" fmla="*/ 255422 h 309274"/>
              <a:gd name="connsiteX104" fmla="*/ 33824 w 1255237"/>
              <a:gd name="connsiteY104" fmla="*/ 50222 h 309274"/>
              <a:gd name="connsiteX105" fmla="*/ 49654 w 1255237"/>
              <a:gd name="connsiteY105" fmla="*/ 34392 h 309274"/>
              <a:gd name="connsiteX106" fmla="*/ 119955 w 1255237"/>
              <a:gd name="connsiteY106" fmla="*/ 34392 h 309274"/>
              <a:gd name="connsiteX107" fmla="*/ 135668 w 1255237"/>
              <a:gd name="connsiteY107" fmla="*/ 51095 h 309274"/>
              <a:gd name="connsiteX108" fmla="*/ 135668 w 1255237"/>
              <a:gd name="connsiteY108" fmla="*/ 79029 h 309274"/>
              <a:gd name="connsiteX109" fmla="*/ 118733 w 1255237"/>
              <a:gd name="connsiteY109" fmla="*/ 98641 h 309274"/>
              <a:gd name="connsiteX110" fmla="*/ 103544 w 1255237"/>
              <a:gd name="connsiteY110" fmla="*/ 130824 h 309274"/>
              <a:gd name="connsiteX111" fmla="*/ 124611 w 1255237"/>
              <a:gd name="connsiteY111" fmla="*/ 167895 h 309274"/>
              <a:gd name="connsiteX112" fmla="*/ 135552 w 1255237"/>
              <a:gd name="connsiteY112" fmla="*/ 187973 h 309274"/>
              <a:gd name="connsiteX113" fmla="*/ 147482 w 1255237"/>
              <a:gd name="connsiteY113" fmla="*/ 151716 h 309274"/>
              <a:gd name="connsiteX114" fmla="*/ 126589 w 1255237"/>
              <a:gd name="connsiteY114" fmla="*/ 130940 h 309274"/>
              <a:gd name="connsiteX115" fmla="*/ 147366 w 1255237"/>
              <a:gd name="connsiteY115" fmla="*/ 110048 h 309274"/>
              <a:gd name="connsiteX116" fmla="*/ 168258 w 1255237"/>
              <a:gd name="connsiteY116" fmla="*/ 130824 h 309274"/>
              <a:gd name="connsiteX117" fmla="*/ 168258 w 1255237"/>
              <a:gd name="connsiteY117" fmla="*/ 130940 h 309274"/>
              <a:gd name="connsiteX118" fmla="*/ 147482 w 1255237"/>
              <a:gd name="connsiteY118" fmla="*/ 151716 h 309274"/>
              <a:gd name="connsiteX119" fmla="*/ 20555 w 1255237"/>
              <a:gd name="connsiteY119" fmla="*/ -467 h 309274"/>
              <a:gd name="connsiteX120" fmla="*/ -919 w 1255237"/>
              <a:gd name="connsiteY120" fmla="*/ 20949 h 309274"/>
              <a:gd name="connsiteX121" fmla="*/ -919 w 1255237"/>
              <a:gd name="connsiteY121" fmla="*/ 284113 h 309274"/>
              <a:gd name="connsiteX122" fmla="*/ 20497 w 1255237"/>
              <a:gd name="connsiteY122" fmla="*/ 305530 h 309274"/>
              <a:gd name="connsiteX123" fmla="*/ 20555 w 1255237"/>
              <a:gd name="connsiteY123" fmla="*/ 305530 h 309274"/>
              <a:gd name="connsiteX124" fmla="*/ 280868 w 1255237"/>
              <a:gd name="connsiteY124" fmla="*/ 305530 h 309274"/>
              <a:gd name="connsiteX125" fmla="*/ 302284 w 1255237"/>
              <a:gd name="connsiteY125" fmla="*/ 284113 h 309274"/>
              <a:gd name="connsiteX126" fmla="*/ 302284 w 1255237"/>
              <a:gd name="connsiteY126" fmla="*/ 20949 h 309274"/>
              <a:gd name="connsiteX127" fmla="*/ 280868 w 1255237"/>
              <a:gd name="connsiteY127" fmla="*/ -467 h 309274"/>
              <a:gd name="connsiteX128" fmla="*/ 373109 w 1255237"/>
              <a:gd name="connsiteY128" fmla="*/ 34043 h 309274"/>
              <a:gd name="connsiteX129" fmla="*/ 381373 w 1255237"/>
              <a:gd name="connsiteY129" fmla="*/ 34043 h 309274"/>
              <a:gd name="connsiteX130" fmla="*/ 399880 w 1255237"/>
              <a:gd name="connsiteY130" fmla="*/ 48604 h 309274"/>
              <a:gd name="connsiteX131" fmla="*/ 385331 w 1255237"/>
              <a:gd name="connsiteY131" fmla="*/ 67099 h 309274"/>
              <a:gd name="connsiteX132" fmla="*/ 381373 w 1255237"/>
              <a:gd name="connsiteY132" fmla="*/ 67099 h 309274"/>
              <a:gd name="connsiteX133" fmla="*/ 373167 w 1255237"/>
              <a:gd name="connsiteY133" fmla="*/ 67099 h 309274"/>
              <a:gd name="connsiteX134" fmla="*/ 373167 w 1255237"/>
              <a:gd name="connsiteY134" fmla="*/ 34043 h 309274"/>
              <a:gd name="connsiteX135" fmla="*/ 392547 w 1255237"/>
              <a:gd name="connsiteY135" fmla="*/ -467 h 309274"/>
              <a:gd name="connsiteX136" fmla="*/ 320558 w 1255237"/>
              <a:gd name="connsiteY136" fmla="*/ -467 h 309274"/>
              <a:gd name="connsiteX137" fmla="*/ 320558 w 1255237"/>
              <a:gd name="connsiteY137" fmla="*/ 143569 h 309274"/>
              <a:gd name="connsiteX138" fmla="*/ 372935 w 1255237"/>
              <a:gd name="connsiteY138" fmla="*/ 143569 h 309274"/>
              <a:gd name="connsiteX139" fmla="*/ 372935 w 1255237"/>
              <a:gd name="connsiteY139" fmla="*/ 102017 h 309274"/>
              <a:gd name="connsiteX140" fmla="*/ 392372 w 1255237"/>
              <a:gd name="connsiteY140" fmla="*/ 102017 h 309274"/>
              <a:gd name="connsiteX141" fmla="*/ 452140 w 1255237"/>
              <a:gd name="connsiteY141" fmla="*/ 50396 h 309274"/>
              <a:gd name="connsiteX142" fmla="*/ 392372 w 1255237"/>
              <a:gd name="connsiteY142" fmla="*/ -467 h 309274"/>
              <a:gd name="connsiteX143" fmla="*/ 699533 w 1255237"/>
              <a:gd name="connsiteY143" fmla="*/ 41260 h 309274"/>
              <a:gd name="connsiteX144" fmla="*/ 724208 w 1255237"/>
              <a:gd name="connsiteY144" fmla="*/ 72278 h 309274"/>
              <a:gd name="connsiteX145" fmla="*/ 699591 w 1255237"/>
              <a:gd name="connsiteY145" fmla="*/ 102424 h 309274"/>
              <a:gd name="connsiteX146" fmla="*/ 675207 w 1255237"/>
              <a:gd name="connsiteY146" fmla="*/ 72278 h 309274"/>
              <a:gd name="connsiteX147" fmla="*/ 699533 w 1255237"/>
              <a:gd name="connsiteY147" fmla="*/ 41260 h 309274"/>
              <a:gd name="connsiteX148" fmla="*/ 830765 w 1255237"/>
              <a:gd name="connsiteY148" fmla="*/ -467 h 309274"/>
              <a:gd name="connsiteX149" fmla="*/ 699707 w 1255237"/>
              <a:gd name="connsiteY149" fmla="*/ -467 h 309274"/>
              <a:gd name="connsiteX150" fmla="*/ 644305 w 1255237"/>
              <a:gd name="connsiteY150" fmla="*/ 18330 h 309274"/>
              <a:gd name="connsiteX151" fmla="*/ 624110 w 1255237"/>
              <a:gd name="connsiteY151" fmla="*/ 72045 h 309274"/>
              <a:gd name="connsiteX152" fmla="*/ 644305 w 1255237"/>
              <a:gd name="connsiteY152" fmla="*/ 122909 h 309274"/>
              <a:gd name="connsiteX153" fmla="*/ 699765 w 1255237"/>
              <a:gd name="connsiteY153" fmla="*/ 143569 h 309274"/>
              <a:gd name="connsiteX154" fmla="*/ 830765 w 1255237"/>
              <a:gd name="connsiteY154" fmla="*/ 143569 h 309274"/>
              <a:gd name="connsiteX155" fmla="*/ 830765 w 1255237"/>
              <a:gd name="connsiteY155" fmla="*/ 108651 h 309274"/>
              <a:gd name="connsiteX156" fmla="*/ 771812 w 1255237"/>
              <a:gd name="connsiteY156" fmla="*/ 108651 h 309274"/>
              <a:gd name="connsiteX157" fmla="*/ 771812 w 1255237"/>
              <a:gd name="connsiteY157" fmla="*/ 88515 h 309274"/>
              <a:gd name="connsiteX158" fmla="*/ 830009 w 1255237"/>
              <a:gd name="connsiteY158" fmla="*/ 88515 h 309274"/>
              <a:gd name="connsiteX159" fmla="*/ 830009 w 1255237"/>
              <a:gd name="connsiteY159" fmla="*/ 54237 h 309274"/>
              <a:gd name="connsiteX160" fmla="*/ 771812 w 1255237"/>
              <a:gd name="connsiteY160" fmla="*/ 54237 h 309274"/>
              <a:gd name="connsiteX161" fmla="*/ 771812 w 1255237"/>
              <a:gd name="connsiteY161" fmla="*/ 34334 h 309274"/>
              <a:gd name="connsiteX162" fmla="*/ 830765 w 1255237"/>
              <a:gd name="connsiteY162" fmla="*/ 34334 h 309274"/>
              <a:gd name="connsiteX163" fmla="*/ 830765 w 1255237"/>
              <a:gd name="connsiteY163" fmla="*/ -293 h 309274"/>
              <a:gd name="connsiteX164" fmla="*/ 948090 w 1255237"/>
              <a:gd name="connsiteY164" fmla="*/ 246111 h 309274"/>
              <a:gd name="connsiteX165" fmla="*/ 959322 w 1255237"/>
              <a:gd name="connsiteY165" fmla="*/ 210204 h 309274"/>
              <a:gd name="connsiteX166" fmla="*/ 970495 w 1255237"/>
              <a:gd name="connsiteY166" fmla="*/ 246111 h 309274"/>
              <a:gd name="connsiteX167" fmla="*/ 987314 w 1255237"/>
              <a:gd name="connsiteY167" fmla="*/ 161377 h 309274"/>
              <a:gd name="connsiteX168" fmla="*/ 931504 w 1255237"/>
              <a:gd name="connsiteY168" fmla="*/ 161377 h 309274"/>
              <a:gd name="connsiteX169" fmla="*/ 871969 w 1255237"/>
              <a:gd name="connsiteY169" fmla="*/ 305471 h 309274"/>
              <a:gd name="connsiteX170" fmla="*/ 925916 w 1255237"/>
              <a:gd name="connsiteY170" fmla="*/ 305471 h 309274"/>
              <a:gd name="connsiteX171" fmla="*/ 936159 w 1255237"/>
              <a:gd name="connsiteY171" fmla="*/ 279457 h 309274"/>
              <a:gd name="connsiteX172" fmla="*/ 982716 w 1255237"/>
              <a:gd name="connsiteY172" fmla="*/ 279457 h 309274"/>
              <a:gd name="connsiteX173" fmla="*/ 992959 w 1255237"/>
              <a:gd name="connsiteY173" fmla="*/ 305471 h 309274"/>
              <a:gd name="connsiteX174" fmla="*/ 1046267 w 1255237"/>
              <a:gd name="connsiteY174" fmla="*/ 305471 h 309274"/>
              <a:gd name="connsiteX175" fmla="*/ 987372 w 1255237"/>
              <a:gd name="connsiteY175" fmla="*/ 161377 h 309274"/>
              <a:gd name="connsiteX176" fmla="*/ 519881 w 1255237"/>
              <a:gd name="connsiteY176" fmla="*/ 202115 h 309274"/>
              <a:gd name="connsiteX177" fmla="*/ 544847 w 1255237"/>
              <a:gd name="connsiteY177" fmla="*/ 234064 h 309274"/>
              <a:gd name="connsiteX178" fmla="*/ 519881 w 1255237"/>
              <a:gd name="connsiteY178" fmla="*/ 265258 h 309274"/>
              <a:gd name="connsiteX179" fmla="*/ 495089 w 1255237"/>
              <a:gd name="connsiteY179" fmla="*/ 234064 h 309274"/>
              <a:gd name="connsiteX180" fmla="*/ 519881 w 1255237"/>
              <a:gd name="connsiteY180" fmla="*/ 202115 h 309274"/>
              <a:gd name="connsiteX181" fmla="*/ 597805 w 1255237"/>
              <a:gd name="connsiteY181" fmla="*/ 233831 h 309274"/>
              <a:gd name="connsiteX182" fmla="*/ 519531 w 1255237"/>
              <a:gd name="connsiteY182" fmla="*/ 158176 h 309274"/>
              <a:gd name="connsiteX183" fmla="*/ 442363 w 1255237"/>
              <a:gd name="connsiteY183" fmla="*/ 233831 h 309274"/>
              <a:gd name="connsiteX184" fmla="*/ 519531 w 1255237"/>
              <a:gd name="connsiteY184" fmla="*/ 308497 h 309274"/>
              <a:gd name="connsiteX185" fmla="*/ 597805 w 1255237"/>
              <a:gd name="connsiteY185" fmla="*/ 233831 h 30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255237" h="309274">
                <a:moveTo>
                  <a:pt x="1253854" y="161377"/>
                </a:moveTo>
                <a:lnTo>
                  <a:pt x="1253854" y="199670"/>
                </a:lnTo>
                <a:lnTo>
                  <a:pt x="1218004" y="199670"/>
                </a:lnTo>
                <a:lnTo>
                  <a:pt x="1218004" y="305471"/>
                </a:lnTo>
                <a:lnTo>
                  <a:pt x="1165628" y="305471"/>
                </a:lnTo>
                <a:lnTo>
                  <a:pt x="1165628" y="199670"/>
                </a:lnTo>
                <a:lnTo>
                  <a:pt x="1118721" y="199670"/>
                </a:lnTo>
                <a:cubicBezTo>
                  <a:pt x="1097247" y="199670"/>
                  <a:pt x="1087528" y="216140"/>
                  <a:pt x="1087528" y="233890"/>
                </a:cubicBezTo>
                <a:cubicBezTo>
                  <a:pt x="1087528" y="253793"/>
                  <a:pt x="1104230" y="268226"/>
                  <a:pt x="1124075" y="269215"/>
                </a:cubicBezTo>
                <a:cubicBezTo>
                  <a:pt x="1134027" y="270175"/>
                  <a:pt x="1143921" y="266753"/>
                  <a:pt x="1151137" y="259845"/>
                </a:cubicBezTo>
                <a:lnTo>
                  <a:pt x="1151137" y="298953"/>
                </a:lnTo>
                <a:cubicBezTo>
                  <a:pt x="1140021" y="305599"/>
                  <a:pt x="1127218" y="308946"/>
                  <a:pt x="1114298" y="308614"/>
                </a:cubicBezTo>
                <a:cubicBezTo>
                  <a:pt x="1071990" y="308963"/>
                  <a:pt x="1035617" y="276315"/>
                  <a:pt x="1035733" y="233890"/>
                </a:cubicBezTo>
                <a:cubicBezTo>
                  <a:pt x="1035733" y="192570"/>
                  <a:pt x="1059711" y="161377"/>
                  <a:pt x="1114356" y="161377"/>
                </a:cubicBezTo>
                <a:close/>
                <a:moveTo>
                  <a:pt x="768554" y="161377"/>
                </a:moveTo>
                <a:lnTo>
                  <a:pt x="715362" y="161377"/>
                </a:lnTo>
                <a:lnTo>
                  <a:pt x="715362" y="223473"/>
                </a:lnTo>
                <a:lnTo>
                  <a:pt x="653092" y="161377"/>
                </a:lnTo>
                <a:lnTo>
                  <a:pt x="611714" y="161377"/>
                </a:lnTo>
                <a:lnTo>
                  <a:pt x="611714" y="305471"/>
                </a:lnTo>
                <a:lnTo>
                  <a:pt x="664091" y="305471"/>
                </a:lnTo>
                <a:lnTo>
                  <a:pt x="664091" y="244482"/>
                </a:lnTo>
                <a:lnTo>
                  <a:pt x="724732" y="305471"/>
                </a:lnTo>
                <a:lnTo>
                  <a:pt x="768496" y="305471"/>
                </a:lnTo>
                <a:lnTo>
                  <a:pt x="768496" y="161377"/>
                </a:lnTo>
                <a:close/>
                <a:moveTo>
                  <a:pt x="432004" y="165684"/>
                </a:moveTo>
                <a:cubicBezTo>
                  <a:pt x="418619" y="159945"/>
                  <a:pt x="404012" y="157414"/>
                  <a:pt x="389462" y="158293"/>
                </a:cubicBezTo>
                <a:cubicBezTo>
                  <a:pt x="347445" y="158223"/>
                  <a:pt x="313109" y="191924"/>
                  <a:pt x="312469" y="233948"/>
                </a:cubicBezTo>
                <a:cubicBezTo>
                  <a:pt x="312469" y="277013"/>
                  <a:pt x="345466" y="308672"/>
                  <a:pt x="393944" y="308672"/>
                </a:cubicBezTo>
                <a:cubicBezTo>
                  <a:pt x="407445" y="309481"/>
                  <a:pt x="420947" y="306647"/>
                  <a:pt x="432993" y="300467"/>
                </a:cubicBezTo>
                <a:lnTo>
                  <a:pt x="432993" y="258565"/>
                </a:lnTo>
                <a:cubicBezTo>
                  <a:pt x="423740" y="264833"/>
                  <a:pt x="412799" y="268196"/>
                  <a:pt x="401625" y="268226"/>
                </a:cubicBezTo>
                <a:cubicBezTo>
                  <a:pt x="382595" y="268232"/>
                  <a:pt x="367057" y="252984"/>
                  <a:pt x="366707" y="233948"/>
                </a:cubicBezTo>
                <a:cubicBezTo>
                  <a:pt x="366591" y="214470"/>
                  <a:pt x="382304" y="198605"/>
                  <a:pt x="401800" y="198506"/>
                </a:cubicBezTo>
                <a:cubicBezTo>
                  <a:pt x="401858" y="198506"/>
                  <a:pt x="401917" y="198506"/>
                  <a:pt x="401975" y="198506"/>
                </a:cubicBezTo>
                <a:cubicBezTo>
                  <a:pt x="412799" y="198326"/>
                  <a:pt x="423391" y="201858"/>
                  <a:pt x="431945" y="208516"/>
                </a:cubicBezTo>
                <a:cubicBezTo>
                  <a:pt x="431945" y="208516"/>
                  <a:pt x="431945" y="165218"/>
                  <a:pt x="431945" y="165742"/>
                </a:cubicBezTo>
                <a:close/>
                <a:moveTo>
                  <a:pt x="899146" y="161377"/>
                </a:moveTo>
                <a:lnTo>
                  <a:pt x="775304" y="161377"/>
                </a:lnTo>
                <a:lnTo>
                  <a:pt x="775304" y="199728"/>
                </a:lnTo>
                <a:lnTo>
                  <a:pt x="812026" y="199728"/>
                </a:lnTo>
                <a:lnTo>
                  <a:pt x="812026" y="305530"/>
                </a:lnTo>
                <a:lnTo>
                  <a:pt x="863880" y="305530"/>
                </a:lnTo>
                <a:lnTo>
                  <a:pt x="863880" y="199670"/>
                </a:lnTo>
                <a:lnTo>
                  <a:pt x="899379" y="199670"/>
                </a:lnTo>
                <a:lnTo>
                  <a:pt x="899379" y="161377"/>
                </a:lnTo>
                <a:close/>
                <a:moveTo>
                  <a:pt x="1169411" y="104752"/>
                </a:moveTo>
                <a:lnTo>
                  <a:pt x="1193911" y="143569"/>
                </a:lnTo>
                <a:lnTo>
                  <a:pt x="1254319" y="143569"/>
                </a:lnTo>
                <a:cubicBezTo>
                  <a:pt x="1254319" y="143569"/>
                  <a:pt x="1218878" y="94626"/>
                  <a:pt x="1200138" y="69834"/>
                </a:cubicBezTo>
                <a:lnTo>
                  <a:pt x="1254028" y="-409"/>
                </a:lnTo>
                <a:lnTo>
                  <a:pt x="1194493" y="-409"/>
                </a:lnTo>
                <a:lnTo>
                  <a:pt x="1169294" y="33869"/>
                </a:lnTo>
                <a:lnTo>
                  <a:pt x="1169643" y="33869"/>
                </a:lnTo>
                <a:lnTo>
                  <a:pt x="1144619" y="-409"/>
                </a:lnTo>
                <a:lnTo>
                  <a:pt x="1084968" y="-409"/>
                </a:lnTo>
                <a:lnTo>
                  <a:pt x="1138799" y="69834"/>
                </a:lnTo>
                <a:cubicBezTo>
                  <a:pt x="1120060" y="94626"/>
                  <a:pt x="1084618" y="143569"/>
                  <a:pt x="1084618" y="143569"/>
                </a:cubicBezTo>
                <a:lnTo>
                  <a:pt x="1145142" y="143569"/>
                </a:lnTo>
                <a:lnTo>
                  <a:pt x="1169643" y="104752"/>
                </a:lnTo>
                <a:close/>
                <a:moveTo>
                  <a:pt x="1022115" y="-409"/>
                </a:moveTo>
                <a:lnTo>
                  <a:pt x="1022115" y="143569"/>
                </a:lnTo>
                <a:lnTo>
                  <a:pt x="1078275" y="143569"/>
                </a:lnTo>
                <a:lnTo>
                  <a:pt x="1078275" y="-409"/>
                </a:lnTo>
                <a:close/>
                <a:moveTo>
                  <a:pt x="512780" y="-409"/>
                </a:moveTo>
                <a:lnTo>
                  <a:pt x="460403" y="-409"/>
                </a:lnTo>
                <a:lnTo>
                  <a:pt x="460403" y="143627"/>
                </a:lnTo>
                <a:lnTo>
                  <a:pt x="512780" y="143627"/>
                </a:lnTo>
                <a:lnTo>
                  <a:pt x="512780" y="91250"/>
                </a:lnTo>
                <a:lnTo>
                  <a:pt x="557650" y="91250"/>
                </a:lnTo>
                <a:lnTo>
                  <a:pt x="557650" y="143627"/>
                </a:lnTo>
                <a:lnTo>
                  <a:pt x="610027" y="143627"/>
                </a:lnTo>
                <a:lnTo>
                  <a:pt x="610027" y="-467"/>
                </a:lnTo>
                <a:lnTo>
                  <a:pt x="557650" y="-467"/>
                </a:lnTo>
                <a:lnTo>
                  <a:pt x="557650" y="48709"/>
                </a:lnTo>
                <a:lnTo>
                  <a:pt x="512722" y="48709"/>
                </a:lnTo>
                <a:lnTo>
                  <a:pt x="512722" y="-467"/>
                </a:lnTo>
                <a:close/>
                <a:moveTo>
                  <a:pt x="1004481" y="-409"/>
                </a:moveTo>
                <a:lnTo>
                  <a:pt x="952105" y="-409"/>
                </a:lnTo>
                <a:lnTo>
                  <a:pt x="952105" y="60639"/>
                </a:lnTo>
                <a:lnTo>
                  <a:pt x="887682" y="-467"/>
                </a:lnTo>
                <a:lnTo>
                  <a:pt x="846188" y="-467"/>
                </a:lnTo>
                <a:lnTo>
                  <a:pt x="846188" y="143569"/>
                </a:lnTo>
                <a:lnTo>
                  <a:pt x="898564" y="143569"/>
                </a:lnTo>
                <a:lnTo>
                  <a:pt x="898564" y="82637"/>
                </a:lnTo>
                <a:lnTo>
                  <a:pt x="960485" y="143569"/>
                </a:lnTo>
                <a:lnTo>
                  <a:pt x="1004481" y="143569"/>
                </a:lnTo>
                <a:lnTo>
                  <a:pt x="1004481" y="-467"/>
                </a:lnTo>
                <a:close/>
                <a:moveTo>
                  <a:pt x="158365" y="214161"/>
                </a:moveTo>
                <a:lnTo>
                  <a:pt x="158365" y="187856"/>
                </a:lnTo>
                <a:cubicBezTo>
                  <a:pt x="158190" y="179726"/>
                  <a:pt x="162380" y="172126"/>
                  <a:pt x="169306" y="167895"/>
                </a:cubicBezTo>
                <a:cubicBezTo>
                  <a:pt x="182167" y="159910"/>
                  <a:pt x="190082" y="145996"/>
                  <a:pt x="190430" y="130882"/>
                </a:cubicBezTo>
                <a:cubicBezTo>
                  <a:pt x="190430" y="118445"/>
                  <a:pt x="184960" y="106643"/>
                  <a:pt x="175416" y="98641"/>
                </a:cubicBezTo>
                <a:cubicBezTo>
                  <a:pt x="168258" y="91949"/>
                  <a:pt x="158481" y="89330"/>
                  <a:pt x="158481" y="78971"/>
                </a:cubicBezTo>
                <a:lnTo>
                  <a:pt x="158481" y="51037"/>
                </a:lnTo>
                <a:cubicBezTo>
                  <a:pt x="158481" y="42133"/>
                  <a:pt x="158481" y="34218"/>
                  <a:pt x="174136" y="34218"/>
                </a:cubicBezTo>
                <a:cubicBezTo>
                  <a:pt x="225698" y="34218"/>
                  <a:pt x="268355" y="81764"/>
                  <a:pt x="268355" y="129834"/>
                </a:cubicBezTo>
                <a:cubicBezTo>
                  <a:pt x="268355" y="177905"/>
                  <a:pt x="228549" y="227023"/>
                  <a:pt x="173903" y="227023"/>
                </a:cubicBezTo>
                <a:cubicBezTo>
                  <a:pt x="157550" y="227023"/>
                  <a:pt x="158539" y="214161"/>
                  <a:pt x="158539" y="214161"/>
                </a:cubicBezTo>
                <a:close/>
                <a:moveTo>
                  <a:pt x="135843" y="187973"/>
                </a:moveTo>
                <a:lnTo>
                  <a:pt x="135843" y="255713"/>
                </a:lnTo>
                <a:cubicBezTo>
                  <a:pt x="135726" y="264495"/>
                  <a:pt x="128626" y="271572"/>
                  <a:pt x="119839" y="271601"/>
                </a:cubicBezTo>
                <a:lnTo>
                  <a:pt x="50876" y="271601"/>
                </a:lnTo>
                <a:cubicBezTo>
                  <a:pt x="41856" y="271415"/>
                  <a:pt x="34464" y="264408"/>
                  <a:pt x="33824" y="255422"/>
                </a:cubicBezTo>
                <a:lnTo>
                  <a:pt x="33824" y="50222"/>
                </a:lnTo>
                <a:cubicBezTo>
                  <a:pt x="33883" y="41504"/>
                  <a:pt x="40924" y="34457"/>
                  <a:pt x="49654" y="34392"/>
                </a:cubicBezTo>
                <a:lnTo>
                  <a:pt x="119955" y="34392"/>
                </a:lnTo>
                <a:cubicBezTo>
                  <a:pt x="135668" y="34392"/>
                  <a:pt x="135668" y="42307"/>
                  <a:pt x="135668" y="51095"/>
                </a:cubicBezTo>
                <a:lnTo>
                  <a:pt x="135668" y="79029"/>
                </a:lnTo>
                <a:cubicBezTo>
                  <a:pt x="135668" y="89737"/>
                  <a:pt x="126299" y="91774"/>
                  <a:pt x="118733" y="98641"/>
                </a:cubicBezTo>
                <a:cubicBezTo>
                  <a:pt x="108955" y="106440"/>
                  <a:pt x="103369" y="118323"/>
                  <a:pt x="103544" y="130824"/>
                </a:cubicBezTo>
                <a:cubicBezTo>
                  <a:pt x="104242" y="145833"/>
                  <a:pt x="112098" y="159608"/>
                  <a:pt x="124611" y="167895"/>
                </a:cubicBezTo>
                <a:cubicBezTo>
                  <a:pt x="131478" y="172266"/>
                  <a:pt x="135610" y="179848"/>
                  <a:pt x="135552" y="187973"/>
                </a:cubicBezTo>
                <a:close/>
                <a:moveTo>
                  <a:pt x="147482" y="151716"/>
                </a:moveTo>
                <a:cubicBezTo>
                  <a:pt x="135959" y="151751"/>
                  <a:pt x="126647" y="142446"/>
                  <a:pt x="126589" y="130940"/>
                </a:cubicBezTo>
                <a:cubicBezTo>
                  <a:pt x="126531" y="119435"/>
                  <a:pt x="135843" y="110083"/>
                  <a:pt x="147366" y="110048"/>
                </a:cubicBezTo>
                <a:cubicBezTo>
                  <a:pt x="158888" y="110019"/>
                  <a:pt x="168200" y="119319"/>
                  <a:pt x="168258" y="130824"/>
                </a:cubicBezTo>
                <a:cubicBezTo>
                  <a:pt x="168258" y="130865"/>
                  <a:pt x="168258" y="130900"/>
                  <a:pt x="168258" y="130940"/>
                </a:cubicBezTo>
                <a:cubicBezTo>
                  <a:pt x="168200" y="142399"/>
                  <a:pt x="158947" y="151687"/>
                  <a:pt x="147482" y="151716"/>
                </a:cubicBezTo>
                <a:close/>
                <a:moveTo>
                  <a:pt x="20555" y="-467"/>
                </a:moveTo>
                <a:cubicBezTo>
                  <a:pt x="8741" y="-467"/>
                  <a:pt x="-861" y="9112"/>
                  <a:pt x="-919" y="20949"/>
                </a:cubicBezTo>
                <a:lnTo>
                  <a:pt x="-919" y="284113"/>
                </a:lnTo>
                <a:cubicBezTo>
                  <a:pt x="-919" y="295939"/>
                  <a:pt x="8683" y="305530"/>
                  <a:pt x="20497" y="305530"/>
                </a:cubicBezTo>
                <a:cubicBezTo>
                  <a:pt x="20497" y="305530"/>
                  <a:pt x="20555" y="305530"/>
                  <a:pt x="20555" y="305530"/>
                </a:cubicBezTo>
                <a:lnTo>
                  <a:pt x="280868" y="305530"/>
                </a:lnTo>
                <a:cubicBezTo>
                  <a:pt x="292682" y="305530"/>
                  <a:pt x="302284" y="295939"/>
                  <a:pt x="302284" y="284113"/>
                </a:cubicBezTo>
                <a:lnTo>
                  <a:pt x="302284" y="20949"/>
                </a:lnTo>
                <a:cubicBezTo>
                  <a:pt x="302284" y="9123"/>
                  <a:pt x="292682" y="-467"/>
                  <a:pt x="280868" y="-467"/>
                </a:cubicBezTo>
                <a:close/>
                <a:moveTo>
                  <a:pt x="373109" y="34043"/>
                </a:moveTo>
                <a:lnTo>
                  <a:pt x="381373" y="34043"/>
                </a:lnTo>
                <a:cubicBezTo>
                  <a:pt x="390510" y="32961"/>
                  <a:pt x="398774" y="39479"/>
                  <a:pt x="399880" y="48604"/>
                </a:cubicBezTo>
                <a:cubicBezTo>
                  <a:pt x="400927" y="57735"/>
                  <a:pt x="394409" y="66016"/>
                  <a:pt x="385331" y="67099"/>
                </a:cubicBezTo>
                <a:cubicBezTo>
                  <a:pt x="383992" y="67256"/>
                  <a:pt x="382653" y="67256"/>
                  <a:pt x="381373" y="67099"/>
                </a:cubicBezTo>
                <a:lnTo>
                  <a:pt x="373167" y="67099"/>
                </a:lnTo>
                <a:lnTo>
                  <a:pt x="373167" y="34043"/>
                </a:lnTo>
                <a:close/>
                <a:moveTo>
                  <a:pt x="392547" y="-467"/>
                </a:moveTo>
                <a:lnTo>
                  <a:pt x="320558" y="-467"/>
                </a:lnTo>
                <a:lnTo>
                  <a:pt x="320558" y="143569"/>
                </a:lnTo>
                <a:lnTo>
                  <a:pt x="372935" y="143569"/>
                </a:lnTo>
                <a:lnTo>
                  <a:pt x="372935" y="102017"/>
                </a:lnTo>
                <a:lnTo>
                  <a:pt x="392372" y="102017"/>
                </a:lnTo>
                <a:cubicBezTo>
                  <a:pt x="422111" y="102017"/>
                  <a:pt x="452314" y="81182"/>
                  <a:pt x="452140" y="50396"/>
                </a:cubicBezTo>
                <a:cubicBezTo>
                  <a:pt x="451965" y="19610"/>
                  <a:pt x="431480" y="-467"/>
                  <a:pt x="392372" y="-467"/>
                </a:cubicBezTo>
                <a:close/>
                <a:moveTo>
                  <a:pt x="699533" y="41260"/>
                </a:moveTo>
                <a:cubicBezTo>
                  <a:pt x="715013" y="41260"/>
                  <a:pt x="724382" y="56798"/>
                  <a:pt x="724208" y="72278"/>
                </a:cubicBezTo>
                <a:cubicBezTo>
                  <a:pt x="724033" y="87759"/>
                  <a:pt x="714839" y="102482"/>
                  <a:pt x="699591" y="102424"/>
                </a:cubicBezTo>
                <a:cubicBezTo>
                  <a:pt x="684344" y="102366"/>
                  <a:pt x="675381" y="87351"/>
                  <a:pt x="675207" y="72278"/>
                </a:cubicBezTo>
                <a:cubicBezTo>
                  <a:pt x="675032" y="57205"/>
                  <a:pt x="684169" y="41376"/>
                  <a:pt x="699533" y="41260"/>
                </a:cubicBezTo>
                <a:close/>
                <a:moveTo>
                  <a:pt x="830765" y="-467"/>
                </a:moveTo>
                <a:lnTo>
                  <a:pt x="699707" y="-467"/>
                </a:lnTo>
                <a:cubicBezTo>
                  <a:pt x="674101" y="-467"/>
                  <a:pt x="658970" y="4363"/>
                  <a:pt x="644305" y="18330"/>
                </a:cubicBezTo>
                <a:cubicBezTo>
                  <a:pt x="629639" y="32297"/>
                  <a:pt x="624110" y="49698"/>
                  <a:pt x="624110" y="72045"/>
                </a:cubicBezTo>
                <a:cubicBezTo>
                  <a:pt x="624052" y="90965"/>
                  <a:pt x="631268" y="109175"/>
                  <a:pt x="644305" y="122909"/>
                </a:cubicBezTo>
                <a:cubicBezTo>
                  <a:pt x="659261" y="136952"/>
                  <a:pt x="679280" y="144389"/>
                  <a:pt x="699765" y="143569"/>
                </a:cubicBezTo>
                <a:lnTo>
                  <a:pt x="830765" y="143569"/>
                </a:lnTo>
                <a:lnTo>
                  <a:pt x="830765" y="108651"/>
                </a:lnTo>
                <a:lnTo>
                  <a:pt x="771812" y="108651"/>
                </a:lnTo>
                <a:lnTo>
                  <a:pt x="771812" y="88515"/>
                </a:lnTo>
                <a:lnTo>
                  <a:pt x="830009" y="88515"/>
                </a:lnTo>
                <a:lnTo>
                  <a:pt x="830009" y="54237"/>
                </a:lnTo>
                <a:lnTo>
                  <a:pt x="771812" y="54237"/>
                </a:lnTo>
                <a:lnTo>
                  <a:pt x="771812" y="34334"/>
                </a:lnTo>
                <a:lnTo>
                  <a:pt x="830765" y="34334"/>
                </a:lnTo>
                <a:lnTo>
                  <a:pt x="830765" y="-293"/>
                </a:lnTo>
                <a:close/>
                <a:moveTo>
                  <a:pt x="948090" y="246111"/>
                </a:moveTo>
                <a:lnTo>
                  <a:pt x="959322" y="210204"/>
                </a:lnTo>
                <a:lnTo>
                  <a:pt x="970495" y="246111"/>
                </a:lnTo>
                <a:close/>
                <a:moveTo>
                  <a:pt x="987314" y="161377"/>
                </a:moveTo>
                <a:lnTo>
                  <a:pt x="931504" y="161377"/>
                </a:lnTo>
                <a:lnTo>
                  <a:pt x="871969" y="305471"/>
                </a:lnTo>
                <a:lnTo>
                  <a:pt x="925916" y="305471"/>
                </a:lnTo>
                <a:lnTo>
                  <a:pt x="936159" y="279457"/>
                </a:lnTo>
                <a:lnTo>
                  <a:pt x="982716" y="279457"/>
                </a:lnTo>
                <a:lnTo>
                  <a:pt x="992959" y="305471"/>
                </a:lnTo>
                <a:lnTo>
                  <a:pt x="1046267" y="305471"/>
                </a:lnTo>
                <a:lnTo>
                  <a:pt x="987372" y="161377"/>
                </a:lnTo>
                <a:close/>
                <a:moveTo>
                  <a:pt x="519881" y="202115"/>
                </a:moveTo>
                <a:cubicBezTo>
                  <a:pt x="535710" y="202115"/>
                  <a:pt x="545080" y="218293"/>
                  <a:pt x="544847" y="234064"/>
                </a:cubicBezTo>
                <a:cubicBezTo>
                  <a:pt x="544614" y="249835"/>
                  <a:pt x="535477" y="265316"/>
                  <a:pt x="519881" y="265258"/>
                </a:cubicBezTo>
                <a:cubicBezTo>
                  <a:pt x="504284" y="265199"/>
                  <a:pt x="495263" y="249603"/>
                  <a:pt x="495089" y="234064"/>
                </a:cubicBezTo>
                <a:cubicBezTo>
                  <a:pt x="494914" y="218526"/>
                  <a:pt x="504109" y="202231"/>
                  <a:pt x="519881" y="202115"/>
                </a:cubicBezTo>
                <a:close/>
                <a:moveTo>
                  <a:pt x="597805" y="233831"/>
                </a:moveTo>
                <a:cubicBezTo>
                  <a:pt x="597805" y="191406"/>
                  <a:pt x="567485" y="158176"/>
                  <a:pt x="519531" y="158176"/>
                </a:cubicBezTo>
                <a:cubicBezTo>
                  <a:pt x="472974" y="158176"/>
                  <a:pt x="442130" y="191523"/>
                  <a:pt x="442363" y="233831"/>
                </a:cubicBezTo>
                <a:cubicBezTo>
                  <a:pt x="442596" y="276140"/>
                  <a:pt x="473032" y="308556"/>
                  <a:pt x="519531" y="308497"/>
                </a:cubicBezTo>
                <a:cubicBezTo>
                  <a:pt x="567485" y="308497"/>
                  <a:pt x="597573" y="276024"/>
                  <a:pt x="597805" y="233831"/>
                </a:cubicBezTo>
                <a:close/>
              </a:path>
            </a:pathLst>
          </a:custGeom>
          <a:solidFill>
            <a:schemeClr val="bg1"/>
          </a:solidFill>
          <a:ln w="5818" cap="flat">
            <a:noFill/>
            <a:prstDash val="solid"/>
            <a:miter/>
          </a:ln>
        </p:spPr>
        <p:txBody>
          <a:bodyPr rtlCol="0" anchor="ctr"/>
          <a:lstStyle/>
          <a:p>
            <a:endParaRPr lang="de-DE"/>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Medienplatzhalter 2"/>
          <p:cNvSpPr>
            <a:spLocks noGrp="1"/>
          </p:cNvSpPr>
          <p:nvPr>
            <p:ph type="media" sz="quarter" idx="10" hasCustomPrompt="1"/>
          </p:nvPr>
        </p:nvSpPr>
        <p:spPr>
          <a:xfrm>
            <a:off x="0" y="0"/>
            <a:ext cx="12192000" cy="6858000"/>
          </a:xfrm>
          <a:solidFill>
            <a:schemeClr val="bg2">
              <a:lumMod val="95000"/>
            </a:schemeClr>
          </a:solidFill>
        </p:spPr>
        <p:txBody>
          <a:bodyPr bIns="720000" anchor="ctr" anchorCtr="0"/>
          <a:lstStyle>
            <a:lvl1pPr marL="0" indent="0" algn="ctr">
              <a:buNone/>
              <a:defRPr/>
            </a:lvl1pPr>
          </a:lstStyle>
          <a:p>
            <a:r>
              <a:rPr lang="de-DE" dirty="0"/>
              <a:t>Video</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4" name="Bildplatzhalter 3"/>
          <p:cNvSpPr>
            <a:spLocks noGrp="1"/>
          </p:cNvSpPr>
          <p:nvPr>
            <p:ph type="pic" sz="quarter" idx="10" hasCustomPrompt="1"/>
          </p:nvPr>
        </p:nvSpPr>
        <p:spPr>
          <a:xfrm>
            <a:off x="0" y="0"/>
            <a:ext cx="12192000" cy="6858000"/>
          </a:xfrm>
          <a:solidFill>
            <a:schemeClr val="bg1">
              <a:lumMod val="95000"/>
            </a:schemeClr>
          </a:solidFill>
        </p:spPr>
        <p:txBody>
          <a:bodyPr anchor="ctr"/>
          <a:lstStyle>
            <a:lvl1pPr marL="0" indent="0" algn="ctr">
              <a:buNone/>
              <a:defRPr/>
            </a:lvl1pPr>
          </a:lstStyle>
          <a:p>
            <a:r>
              <a:rPr lang="de-DE" dirty="0"/>
              <a:t>Picture</a:t>
            </a:r>
            <a:endParaRPr lang="de-DE" dirty="0"/>
          </a:p>
          <a:p>
            <a:endParaRPr lang="de-DE" dirty="0"/>
          </a:p>
          <a:p>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pter intro black">
    <p:spTree>
      <p:nvGrpSpPr>
        <p:cNvPr id="1" name=""/>
        <p:cNvGrpSpPr/>
        <p:nvPr/>
      </p:nvGrpSpPr>
      <p:grpSpPr>
        <a:xfrm>
          <a:off x="0" y="0"/>
          <a:ext cx="0" cy="0"/>
          <a:chOff x="0" y="0"/>
          <a:chExt cx="0" cy="0"/>
        </a:xfrm>
      </p:grpSpPr>
      <p:sp>
        <p:nvSpPr>
          <p:cNvPr id="2" name="Rechteck 1"/>
          <p:cNvSpPr/>
          <p:nvPr userDrawn="1"/>
        </p:nvSpPr>
        <p:spPr>
          <a:xfrm>
            <a:off x="0" y="0"/>
            <a:ext cx="12192000" cy="6858000"/>
          </a:xfrm>
          <a:prstGeom prst="rect">
            <a:avLst/>
          </a:prstGeom>
          <a:solidFill>
            <a:schemeClr val="accent4"/>
          </a:solidFill>
          <a:ln>
            <a:noFill/>
          </a:ln>
        </p:spPr>
        <p:txBody>
          <a:bodyPr rot="0" spcFirstLastPara="0" vertOverflow="overflow" horzOverflow="overflow" vert="horz" wrap="square" lIns="72000" tIns="72000" rIns="72000" bIns="72000" numCol="1" spcCol="0" rtlCol="0" fromWordArt="0" anchor="ctr" anchorCtr="0" forceAA="0" compatLnSpc="1">
            <a:noAutofit/>
          </a:bodyPr>
          <a:lstStyle/>
          <a:p>
            <a:pPr algn="ctr"/>
            <a:endParaRPr lang="de-DE" sz="1800" dirty="0"/>
          </a:p>
        </p:txBody>
      </p:sp>
      <p:sp>
        <p:nvSpPr>
          <p:cNvPr id="3" name="Textplatzhalter 2"/>
          <p:cNvSpPr>
            <a:spLocks noGrp="1"/>
          </p:cNvSpPr>
          <p:nvPr>
            <p:ph type="body" sz="quarter" idx="14" hasCustomPrompt="1"/>
          </p:nvPr>
        </p:nvSpPr>
        <p:spPr>
          <a:xfrm>
            <a:off x="558903" y="1145949"/>
            <a:ext cx="11059292" cy="3453720"/>
          </a:xfrm>
        </p:spPr>
        <p:txBody>
          <a:bodyPr/>
          <a:lstStyle>
            <a:lvl1pPr marL="0" indent="0">
              <a:buNone/>
              <a:defRPr sz="8000" b="1">
                <a:solidFill>
                  <a:schemeClr val="bg1"/>
                </a:solidFill>
              </a:defRPr>
            </a:lvl1pPr>
          </a:lstStyle>
          <a:p>
            <a:pPr lvl="0"/>
            <a:r>
              <a:rPr lang="de-DE" dirty="0"/>
              <a:t>Chapter </a:t>
            </a:r>
            <a:br>
              <a:rPr lang="de-DE" dirty="0"/>
            </a:br>
            <a:r>
              <a:rPr lang="de-DE" dirty="0" err="1"/>
              <a:t>separator</a:t>
            </a:r>
            <a:r>
              <a:rPr lang="de-DE" dirty="0"/>
              <a:t> </a:t>
            </a:r>
            <a:br>
              <a:rPr lang="de-DE" dirty="0"/>
            </a:br>
            <a:endParaRPr lang="de-DE" dirty="0"/>
          </a:p>
        </p:txBody>
      </p:sp>
      <p:sp>
        <p:nvSpPr>
          <p:cNvPr id="6" name="Freihandform: Form 5"/>
          <p:cNvSpPr/>
          <p:nvPr userDrawn="1"/>
        </p:nvSpPr>
        <p:spPr>
          <a:xfrm>
            <a:off x="10238618" y="6129944"/>
            <a:ext cx="1255237" cy="309274"/>
          </a:xfrm>
          <a:custGeom>
            <a:avLst/>
            <a:gdLst>
              <a:gd name="connsiteX0" fmla="*/ 1253854 w 1255237"/>
              <a:gd name="connsiteY0" fmla="*/ 161377 h 309274"/>
              <a:gd name="connsiteX1" fmla="*/ 1253854 w 1255237"/>
              <a:gd name="connsiteY1" fmla="*/ 199670 h 309274"/>
              <a:gd name="connsiteX2" fmla="*/ 1218004 w 1255237"/>
              <a:gd name="connsiteY2" fmla="*/ 199670 h 309274"/>
              <a:gd name="connsiteX3" fmla="*/ 1218004 w 1255237"/>
              <a:gd name="connsiteY3" fmla="*/ 305471 h 309274"/>
              <a:gd name="connsiteX4" fmla="*/ 1165628 w 1255237"/>
              <a:gd name="connsiteY4" fmla="*/ 305471 h 309274"/>
              <a:gd name="connsiteX5" fmla="*/ 1165628 w 1255237"/>
              <a:gd name="connsiteY5" fmla="*/ 199670 h 309274"/>
              <a:gd name="connsiteX6" fmla="*/ 1118721 w 1255237"/>
              <a:gd name="connsiteY6" fmla="*/ 199670 h 309274"/>
              <a:gd name="connsiteX7" fmla="*/ 1087528 w 1255237"/>
              <a:gd name="connsiteY7" fmla="*/ 233890 h 309274"/>
              <a:gd name="connsiteX8" fmla="*/ 1124075 w 1255237"/>
              <a:gd name="connsiteY8" fmla="*/ 269215 h 309274"/>
              <a:gd name="connsiteX9" fmla="*/ 1151137 w 1255237"/>
              <a:gd name="connsiteY9" fmla="*/ 259845 h 309274"/>
              <a:gd name="connsiteX10" fmla="*/ 1151137 w 1255237"/>
              <a:gd name="connsiteY10" fmla="*/ 298953 h 309274"/>
              <a:gd name="connsiteX11" fmla="*/ 1114298 w 1255237"/>
              <a:gd name="connsiteY11" fmla="*/ 308614 h 309274"/>
              <a:gd name="connsiteX12" fmla="*/ 1035733 w 1255237"/>
              <a:gd name="connsiteY12" fmla="*/ 233890 h 309274"/>
              <a:gd name="connsiteX13" fmla="*/ 1114356 w 1255237"/>
              <a:gd name="connsiteY13" fmla="*/ 161377 h 309274"/>
              <a:gd name="connsiteX14" fmla="*/ 768554 w 1255237"/>
              <a:gd name="connsiteY14" fmla="*/ 161377 h 309274"/>
              <a:gd name="connsiteX15" fmla="*/ 715362 w 1255237"/>
              <a:gd name="connsiteY15" fmla="*/ 161377 h 309274"/>
              <a:gd name="connsiteX16" fmla="*/ 715362 w 1255237"/>
              <a:gd name="connsiteY16" fmla="*/ 223473 h 309274"/>
              <a:gd name="connsiteX17" fmla="*/ 653092 w 1255237"/>
              <a:gd name="connsiteY17" fmla="*/ 161377 h 309274"/>
              <a:gd name="connsiteX18" fmla="*/ 611714 w 1255237"/>
              <a:gd name="connsiteY18" fmla="*/ 161377 h 309274"/>
              <a:gd name="connsiteX19" fmla="*/ 611714 w 1255237"/>
              <a:gd name="connsiteY19" fmla="*/ 305471 h 309274"/>
              <a:gd name="connsiteX20" fmla="*/ 664091 w 1255237"/>
              <a:gd name="connsiteY20" fmla="*/ 305471 h 309274"/>
              <a:gd name="connsiteX21" fmla="*/ 664091 w 1255237"/>
              <a:gd name="connsiteY21" fmla="*/ 244482 h 309274"/>
              <a:gd name="connsiteX22" fmla="*/ 724732 w 1255237"/>
              <a:gd name="connsiteY22" fmla="*/ 305471 h 309274"/>
              <a:gd name="connsiteX23" fmla="*/ 768496 w 1255237"/>
              <a:gd name="connsiteY23" fmla="*/ 305471 h 309274"/>
              <a:gd name="connsiteX24" fmla="*/ 768496 w 1255237"/>
              <a:gd name="connsiteY24" fmla="*/ 161377 h 309274"/>
              <a:gd name="connsiteX25" fmla="*/ 432004 w 1255237"/>
              <a:gd name="connsiteY25" fmla="*/ 165684 h 309274"/>
              <a:gd name="connsiteX26" fmla="*/ 389462 w 1255237"/>
              <a:gd name="connsiteY26" fmla="*/ 158293 h 309274"/>
              <a:gd name="connsiteX27" fmla="*/ 312469 w 1255237"/>
              <a:gd name="connsiteY27" fmla="*/ 233948 h 309274"/>
              <a:gd name="connsiteX28" fmla="*/ 393944 w 1255237"/>
              <a:gd name="connsiteY28" fmla="*/ 308672 h 309274"/>
              <a:gd name="connsiteX29" fmla="*/ 432993 w 1255237"/>
              <a:gd name="connsiteY29" fmla="*/ 300467 h 309274"/>
              <a:gd name="connsiteX30" fmla="*/ 432993 w 1255237"/>
              <a:gd name="connsiteY30" fmla="*/ 258565 h 309274"/>
              <a:gd name="connsiteX31" fmla="*/ 401625 w 1255237"/>
              <a:gd name="connsiteY31" fmla="*/ 268226 h 309274"/>
              <a:gd name="connsiteX32" fmla="*/ 366707 w 1255237"/>
              <a:gd name="connsiteY32" fmla="*/ 233948 h 309274"/>
              <a:gd name="connsiteX33" fmla="*/ 401800 w 1255237"/>
              <a:gd name="connsiteY33" fmla="*/ 198506 h 309274"/>
              <a:gd name="connsiteX34" fmla="*/ 401975 w 1255237"/>
              <a:gd name="connsiteY34" fmla="*/ 198506 h 309274"/>
              <a:gd name="connsiteX35" fmla="*/ 431945 w 1255237"/>
              <a:gd name="connsiteY35" fmla="*/ 208516 h 309274"/>
              <a:gd name="connsiteX36" fmla="*/ 431945 w 1255237"/>
              <a:gd name="connsiteY36" fmla="*/ 165742 h 309274"/>
              <a:gd name="connsiteX37" fmla="*/ 899146 w 1255237"/>
              <a:gd name="connsiteY37" fmla="*/ 161377 h 309274"/>
              <a:gd name="connsiteX38" fmla="*/ 775304 w 1255237"/>
              <a:gd name="connsiteY38" fmla="*/ 161377 h 309274"/>
              <a:gd name="connsiteX39" fmla="*/ 775304 w 1255237"/>
              <a:gd name="connsiteY39" fmla="*/ 199728 h 309274"/>
              <a:gd name="connsiteX40" fmla="*/ 812026 w 1255237"/>
              <a:gd name="connsiteY40" fmla="*/ 199728 h 309274"/>
              <a:gd name="connsiteX41" fmla="*/ 812026 w 1255237"/>
              <a:gd name="connsiteY41" fmla="*/ 305530 h 309274"/>
              <a:gd name="connsiteX42" fmla="*/ 863880 w 1255237"/>
              <a:gd name="connsiteY42" fmla="*/ 305530 h 309274"/>
              <a:gd name="connsiteX43" fmla="*/ 863880 w 1255237"/>
              <a:gd name="connsiteY43" fmla="*/ 199670 h 309274"/>
              <a:gd name="connsiteX44" fmla="*/ 899379 w 1255237"/>
              <a:gd name="connsiteY44" fmla="*/ 199670 h 309274"/>
              <a:gd name="connsiteX45" fmla="*/ 899379 w 1255237"/>
              <a:gd name="connsiteY45" fmla="*/ 161377 h 309274"/>
              <a:gd name="connsiteX46" fmla="*/ 1169411 w 1255237"/>
              <a:gd name="connsiteY46" fmla="*/ 104752 h 309274"/>
              <a:gd name="connsiteX47" fmla="*/ 1193911 w 1255237"/>
              <a:gd name="connsiteY47" fmla="*/ 143569 h 309274"/>
              <a:gd name="connsiteX48" fmla="*/ 1254319 w 1255237"/>
              <a:gd name="connsiteY48" fmla="*/ 143569 h 309274"/>
              <a:gd name="connsiteX49" fmla="*/ 1200138 w 1255237"/>
              <a:gd name="connsiteY49" fmla="*/ 69834 h 309274"/>
              <a:gd name="connsiteX50" fmla="*/ 1254028 w 1255237"/>
              <a:gd name="connsiteY50" fmla="*/ -409 h 309274"/>
              <a:gd name="connsiteX51" fmla="*/ 1194493 w 1255237"/>
              <a:gd name="connsiteY51" fmla="*/ -409 h 309274"/>
              <a:gd name="connsiteX52" fmla="*/ 1169294 w 1255237"/>
              <a:gd name="connsiteY52" fmla="*/ 33869 h 309274"/>
              <a:gd name="connsiteX53" fmla="*/ 1169643 w 1255237"/>
              <a:gd name="connsiteY53" fmla="*/ 33869 h 309274"/>
              <a:gd name="connsiteX54" fmla="*/ 1144619 w 1255237"/>
              <a:gd name="connsiteY54" fmla="*/ -409 h 309274"/>
              <a:gd name="connsiteX55" fmla="*/ 1084968 w 1255237"/>
              <a:gd name="connsiteY55" fmla="*/ -409 h 309274"/>
              <a:gd name="connsiteX56" fmla="*/ 1138799 w 1255237"/>
              <a:gd name="connsiteY56" fmla="*/ 69834 h 309274"/>
              <a:gd name="connsiteX57" fmla="*/ 1084618 w 1255237"/>
              <a:gd name="connsiteY57" fmla="*/ 143569 h 309274"/>
              <a:gd name="connsiteX58" fmla="*/ 1145142 w 1255237"/>
              <a:gd name="connsiteY58" fmla="*/ 143569 h 309274"/>
              <a:gd name="connsiteX59" fmla="*/ 1169643 w 1255237"/>
              <a:gd name="connsiteY59" fmla="*/ 104752 h 309274"/>
              <a:gd name="connsiteX60" fmla="*/ 1022115 w 1255237"/>
              <a:gd name="connsiteY60" fmla="*/ -409 h 309274"/>
              <a:gd name="connsiteX61" fmla="*/ 1022115 w 1255237"/>
              <a:gd name="connsiteY61" fmla="*/ 143569 h 309274"/>
              <a:gd name="connsiteX62" fmla="*/ 1078275 w 1255237"/>
              <a:gd name="connsiteY62" fmla="*/ 143569 h 309274"/>
              <a:gd name="connsiteX63" fmla="*/ 1078275 w 1255237"/>
              <a:gd name="connsiteY63" fmla="*/ -409 h 309274"/>
              <a:gd name="connsiteX64" fmla="*/ 512780 w 1255237"/>
              <a:gd name="connsiteY64" fmla="*/ -409 h 309274"/>
              <a:gd name="connsiteX65" fmla="*/ 460403 w 1255237"/>
              <a:gd name="connsiteY65" fmla="*/ -409 h 309274"/>
              <a:gd name="connsiteX66" fmla="*/ 460403 w 1255237"/>
              <a:gd name="connsiteY66" fmla="*/ 143627 h 309274"/>
              <a:gd name="connsiteX67" fmla="*/ 512780 w 1255237"/>
              <a:gd name="connsiteY67" fmla="*/ 143627 h 309274"/>
              <a:gd name="connsiteX68" fmla="*/ 512780 w 1255237"/>
              <a:gd name="connsiteY68" fmla="*/ 91250 h 309274"/>
              <a:gd name="connsiteX69" fmla="*/ 557650 w 1255237"/>
              <a:gd name="connsiteY69" fmla="*/ 91250 h 309274"/>
              <a:gd name="connsiteX70" fmla="*/ 557650 w 1255237"/>
              <a:gd name="connsiteY70" fmla="*/ 143627 h 309274"/>
              <a:gd name="connsiteX71" fmla="*/ 610027 w 1255237"/>
              <a:gd name="connsiteY71" fmla="*/ 143627 h 309274"/>
              <a:gd name="connsiteX72" fmla="*/ 610027 w 1255237"/>
              <a:gd name="connsiteY72" fmla="*/ -467 h 309274"/>
              <a:gd name="connsiteX73" fmla="*/ 557650 w 1255237"/>
              <a:gd name="connsiteY73" fmla="*/ -467 h 309274"/>
              <a:gd name="connsiteX74" fmla="*/ 557650 w 1255237"/>
              <a:gd name="connsiteY74" fmla="*/ 48709 h 309274"/>
              <a:gd name="connsiteX75" fmla="*/ 512722 w 1255237"/>
              <a:gd name="connsiteY75" fmla="*/ 48709 h 309274"/>
              <a:gd name="connsiteX76" fmla="*/ 512722 w 1255237"/>
              <a:gd name="connsiteY76" fmla="*/ -467 h 309274"/>
              <a:gd name="connsiteX77" fmla="*/ 1004481 w 1255237"/>
              <a:gd name="connsiteY77" fmla="*/ -409 h 309274"/>
              <a:gd name="connsiteX78" fmla="*/ 952105 w 1255237"/>
              <a:gd name="connsiteY78" fmla="*/ -409 h 309274"/>
              <a:gd name="connsiteX79" fmla="*/ 952105 w 1255237"/>
              <a:gd name="connsiteY79" fmla="*/ 60639 h 309274"/>
              <a:gd name="connsiteX80" fmla="*/ 887682 w 1255237"/>
              <a:gd name="connsiteY80" fmla="*/ -467 h 309274"/>
              <a:gd name="connsiteX81" fmla="*/ 846188 w 1255237"/>
              <a:gd name="connsiteY81" fmla="*/ -467 h 309274"/>
              <a:gd name="connsiteX82" fmla="*/ 846188 w 1255237"/>
              <a:gd name="connsiteY82" fmla="*/ 143569 h 309274"/>
              <a:gd name="connsiteX83" fmla="*/ 898564 w 1255237"/>
              <a:gd name="connsiteY83" fmla="*/ 143569 h 309274"/>
              <a:gd name="connsiteX84" fmla="*/ 898564 w 1255237"/>
              <a:gd name="connsiteY84" fmla="*/ 82637 h 309274"/>
              <a:gd name="connsiteX85" fmla="*/ 960485 w 1255237"/>
              <a:gd name="connsiteY85" fmla="*/ 143569 h 309274"/>
              <a:gd name="connsiteX86" fmla="*/ 1004481 w 1255237"/>
              <a:gd name="connsiteY86" fmla="*/ 143569 h 309274"/>
              <a:gd name="connsiteX87" fmla="*/ 1004481 w 1255237"/>
              <a:gd name="connsiteY87" fmla="*/ -467 h 309274"/>
              <a:gd name="connsiteX88" fmla="*/ 158365 w 1255237"/>
              <a:gd name="connsiteY88" fmla="*/ 214161 h 309274"/>
              <a:gd name="connsiteX89" fmla="*/ 158365 w 1255237"/>
              <a:gd name="connsiteY89" fmla="*/ 187856 h 309274"/>
              <a:gd name="connsiteX90" fmla="*/ 169306 w 1255237"/>
              <a:gd name="connsiteY90" fmla="*/ 167895 h 309274"/>
              <a:gd name="connsiteX91" fmla="*/ 190430 w 1255237"/>
              <a:gd name="connsiteY91" fmla="*/ 130882 h 309274"/>
              <a:gd name="connsiteX92" fmla="*/ 175416 w 1255237"/>
              <a:gd name="connsiteY92" fmla="*/ 98641 h 309274"/>
              <a:gd name="connsiteX93" fmla="*/ 158481 w 1255237"/>
              <a:gd name="connsiteY93" fmla="*/ 78971 h 309274"/>
              <a:gd name="connsiteX94" fmla="*/ 158481 w 1255237"/>
              <a:gd name="connsiteY94" fmla="*/ 51037 h 309274"/>
              <a:gd name="connsiteX95" fmla="*/ 174136 w 1255237"/>
              <a:gd name="connsiteY95" fmla="*/ 34218 h 309274"/>
              <a:gd name="connsiteX96" fmla="*/ 268355 w 1255237"/>
              <a:gd name="connsiteY96" fmla="*/ 129834 h 309274"/>
              <a:gd name="connsiteX97" fmla="*/ 173903 w 1255237"/>
              <a:gd name="connsiteY97" fmla="*/ 227023 h 309274"/>
              <a:gd name="connsiteX98" fmla="*/ 158539 w 1255237"/>
              <a:gd name="connsiteY98" fmla="*/ 214161 h 309274"/>
              <a:gd name="connsiteX99" fmla="*/ 135843 w 1255237"/>
              <a:gd name="connsiteY99" fmla="*/ 187973 h 309274"/>
              <a:gd name="connsiteX100" fmla="*/ 135843 w 1255237"/>
              <a:gd name="connsiteY100" fmla="*/ 255713 h 309274"/>
              <a:gd name="connsiteX101" fmla="*/ 119839 w 1255237"/>
              <a:gd name="connsiteY101" fmla="*/ 271601 h 309274"/>
              <a:gd name="connsiteX102" fmla="*/ 50876 w 1255237"/>
              <a:gd name="connsiteY102" fmla="*/ 271601 h 309274"/>
              <a:gd name="connsiteX103" fmla="*/ 33824 w 1255237"/>
              <a:gd name="connsiteY103" fmla="*/ 255422 h 309274"/>
              <a:gd name="connsiteX104" fmla="*/ 33824 w 1255237"/>
              <a:gd name="connsiteY104" fmla="*/ 50222 h 309274"/>
              <a:gd name="connsiteX105" fmla="*/ 49654 w 1255237"/>
              <a:gd name="connsiteY105" fmla="*/ 34392 h 309274"/>
              <a:gd name="connsiteX106" fmla="*/ 119955 w 1255237"/>
              <a:gd name="connsiteY106" fmla="*/ 34392 h 309274"/>
              <a:gd name="connsiteX107" fmla="*/ 135668 w 1255237"/>
              <a:gd name="connsiteY107" fmla="*/ 51095 h 309274"/>
              <a:gd name="connsiteX108" fmla="*/ 135668 w 1255237"/>
              <a:gd name="connsiteY108" fmla="*/ 79029 h 309274"/>
              <a:gd name="connsiteX109" fmla="*/ 118733 w 1255237"/>
              <a:gd name="connsiteY109" fmla="*/ 98641 h 309274"/>
              <a:gd name="connsiteX110" fmla="*/ 103544 w 1255237"/>
              <a:gd name="connsiteY110" fmla="*/ 130824 h 309274"/>
              <a:gd name="connsiteX111" fmla="*/ 124611 w 1255237"/>
              <a:gd name="connsiteY111" fmla="*/ 167895 h 309274"/>
              <a:gd name="connsiteX112" fmla="*/ 135552 w 1255237"/>
              <a:gd name="connsiteY112" fmla="*/ 187973 h 309274"/>
              <a:gd name="connsiteX113" fmla="*/ 147482 w 1255237"/>
              <a:gd name="connsiteY113" fmla="*/ 151716 h 309274"/>
              <a:gd name="connsiteX114" fmla="*/ 126589 w 1255237"/>
              <a:gd name="connsiteY114" fmla="*/ 130940 h 309274"/>
              <a:gd name="connsiteX115" fmla="*/ 147366 w 1255237"/>
              <a:gd name="connsiteY115" fmla="*/ 110048 h 309274"/>
              <a:gd name="connsiteX116" fmla="*/ 168258 w 1255237"/>
              <a:gd name="connsiteY116" fmla="*/ 130824 h 309274"/>
              <a:gd name="connsiteX117" fmla="*/ 168258 w 1255237"/>
              <a:gd name="connsiteY117" fmla="*/ 130940 h 309274"/>
              <a:gd name="connsiteX118" fmla="*/ 147482 w 1255237"/>
              <a:gd name="connsiteY118" fmla="*/ 151716 h 309274"/>
              <a:gd name="connsiteX119" fmla="*/ 20555 w 1255237"/>
              <a:gd name="connsiteY119" fmla="*/ -467 h 309274"/>
              <a:gd name="connsiteX120" fmla="*/ -919 w 1255237"/>
              <a:gd name="connsiteY120" fmla="*/ 20949 h 309274"/>
              <a:gd name="connsiteX121" fmla="*/ -919 w 1255237"/>
              <a:gd name="connsiteY121" fmla="*/ 284113 h 309274"/>
              <a:gd name="connsiteX122" fmla="*/ 20497 w 1255237"/>
              <a:gd name="connsiteY122" fmla="*/ 305530 h 309274"/>
              <a:gd name="connsiteX123" fmla="*/ 20555 w 1255237"/>
              <a:gd name="connsiteY123" fmla="*/ 305530 h 309274"/>
              <a:gd name="connsiteX124" fmla="*/ 280868 w 1255237"/>
              <a:gd name="connsiteY124" fmla="*/ 305530 h 309274"/>
              <a:gd name="connsiteX125" fmla="*/ 302284 w 1255237"/>
              <a:gd name="connsiteY125" fmla="*/ 284113 h 309274"/>
              <a:gd name="connsiteX126" fmla="*/ 302284 w 1255237"/>
              <a:gd name="connsiteY126" fmla="*/ 20949 h 309274"/>
              <a:gd name="connsiteX127" fmla="*/ 280868 w 1255237"/>
              <a:gd name="connsiteY127" fmla="*/ -467 h 309274"/>
              <a:gd name="connsiteX128" fmla="*/ 373109 w 1255237"/>
              <a:gd name="connsiteY128" fmla="*/ 34043 h 309274"/>
              <a:gd name="connsiteX129" fmla="*/ 381373 w 1255237"/>
              <a:gd name="connsiteY129" fmla="*/ 34043 h 309274"/>
              <a:gd name="connsiteX130" fmla="*/ 399880 w 1255237"/>
              <a:gd name="connsiteY130" fmla="*/ 48604 h 309274"/>
              <a:gd name="connsiteX131" fmla="*/ 385331 w 1255237"/>
              <a:gd name="connsiteY131" fmla="*/ 67099 h 309274"/>
              <a:gd name="connsiteX132" fmla="*/ 381373 w 1255237"/>
              <a:gd name="connsiteY132" fmla="*/ 67099 h 309274"/>
              <a:gd name="connsiteX133" fmla="*/ 373167 w 1255237"/>
              <a:gd name="connsiteY133" fmla="*/ 67099 h 309274"/>
              <a:gd name="connsiteX134" fmla="*/ 373167 w 1255237"/>
              <a:gd name="connsiteY134" fmla="*/ 34043 h 309274"/>
              <a:gd name="connsiteX135" fmla="*/ 392547 w 1255237"/>
              <a:gd name="connsiteY135" fmla="*/ -467 h 309274"/>
              <a:gd name="connsiteX136" fmla="*/ 320558 w 1255237"/>
              <a:gd name="connsiteY136" fmla="*/ -467 h 309274"/>
              <a:gd name="connsiteX137" fmla="*/ 320558 w 1255237"/>
              <a:gd name="connsiteY137" fmla="*/ 143569 h 309274"/>
              <a:gd name="connsiteX138" fmla="*/ 372935 w 1255237"/>
              <a:gd name="connsiteY138" fmla="*/ 143569 h 309274"/>
              <a:gd name="connsiteX139" fmla="*/ 372935 w 1255237"/>
              <a:gd name="connsiteY139" fmla="*/ 102017 h 309274"/>
              <a:gd name="connsiteX140" fmla="*/ 392372 w 1255237"/>
              <a:gd name="connsiteY140" fmla="*/ 102017 h 309274"/>
              <a:gd name="connsiteX141" fmla="*/ 452140 w 1255237"/>
              <a:gd name="connsiteY141" fmla="*/ 50396 h 309274"/>
              <a:gd name="connsiteX142" fmla="*/ 392372 w 1255237"/>
              <a:gd name="connsiteY142" fmla="*/ -467 h 309274"/>
              <a:gd name="connsiteX143" fmla="*/ 699533 w 1255237"/>
              <a:gd name="connsiteY143" fmla="*/ 41260 h 309274"/>
              <a:gd name="connsiteX144" fmla="*/ 724208 w 1255237"/>
              <a:gd name="connsiteY144" fmla="*/ 72278 h 309274"/>
              <a:gd name="connsiteX145" fmla="*/ 699591 w 1255237"/>
              <a:gd name="connsiteY145" fmla="*/ 102424 h 309274"/>
              <a:gd name="connsiteX146" fmla="*/ 675207 w 1255237"/>
              <a:gd name="connsiteY146" fmla="*/ 72278 h 309274"/>
              <a:gd name="connsiteX147" fmla="*/ 699533 w 1255237"/>
              <a:gd name="connsiteY147" fmla="*/ 41260 h 309274"/>
              <a:gd name="connsiteX148" fmla="*/ 830765 w 1255237"/>
              <a:gd name="connsiteY148" fmla="*/ -467 h 309274"/>
              <a:gd name="connsiteX149" fmla="*/ 699707 w 1255237"/>
              <a:gd name="connsiteY149" fmla="*/ -467 h 309274"/>
              <a:gd name="connsiteX150" fmla="*/ 644305 w 1255237"/>
              <a:gd name="connsiteY150" fmla="*/ 18330 h 309274"/>
              <a:gd name="connsiteX151" fmla="*/ 624110 w 1255237"/>
              <a:gd name="connsiteY151" fmla="*/ 72045 h 309274"/>
              <a:gd name="connsiteX152" fmla="*/ 644305 w 1255237"/>
              <a:gd name="connsiteY152" fmla="*/ 122909 h 309274"/>
              <a:gd name="connsiteX153" fmla="*/ 699765 w 1255237"/>
              <a:gd name="connsiteY153" fmla="*/ 143569 h 309274"/>
              <a:gd name="connsiteX154" fmla="*/ 830765 w 1255237"/>
              <a:gd name="connsiteY154" fmla="*/ 143569 h 309274"/>
              <a:gd name="connsiteX155" fmla="*/ 830765 w 1255237"/>
              <a:gd name="connsiteY155" fmla="*/ 108651 h 309274"/>
              <a:gd name="connsiteX156" fmla="*/ 771812 w 1255237"/>
              <a:gd name="connsiteY156" fmla="*/ 108651 h 309274"/>
              <a:gd name="connsiteX157" fmla="*/ 771812 w 1255237"/>
              <a:gd name="connsiteY157" fmla="*/ 88515 h 309274"/>
              <a:gd name="connsiteX158" fmla="*/ 830009 w 1255237"/>
              <a:gd name="connsiteY158" fmla="*/ 88515 h 309274"/>
              <a:gd name="connsiteX159" fmla="*/ 830009 w 1255237"/>
              <a:gd name="connsiteY159" fmla="*/ 54237 h 309274"/>
              <a:gd name="connsiteX160" fmla="*/ 771812 w 1255237"/>
              <a:gd name="connsiteY160" fmla="*/ 54237 h 309274"/>
              <a:gd name="connsiteX161" fmla="*/ 771812 w 1255237"/>
              <a:gd name="connsiteY161" fmla="*/ 34334 h 309274"/>
              <a:gd name="connsiteX162" fmla="*/ 830765 w 1255237"/>
              <a:gd name="connsiteY162" fmla="*/ 34334 h 309274"/>
              <a:gd name="connsiteX163" fmla="*/ 830765 w 1255237"/>
              <a:gd name="connsiteY163" fmla="*/ -293 h 309274"/>
              <a:gd name="connsiteX164" fmla="*/ 948090 w 1255237"/>
              <a:gd name="connsiteY164" fmla="*/ 246111 h 309274"/>
              <a:gd name="connsiteX165" fmla="*/ 959322 w 1255237"/>
              <a:gd name="connsiteY165" fmla="*/ 210204 h 309274"/>
              <a:gd name="connsiteX166" fmla="*/ 970495 w 1255237"/>
              <a:gd name="connsiteY166" fmla="*/ 246111 h 309274"/>
              <a:gd name="connsiteX167" fmla="*/ 987314 w 1255237"/>
              <a:gd name="connsiteY167" fmla="*/ 161377 h 309274"/>
              <a:gd name="connsiteX168" fmla="*/ 931504 w 1255237"/>
              <a:gd name="connsiteY168" fmla="*/ 161377 h 309274"/>
              <a:gd name="connsiteX169" fmla="*/ 871969 w 1255237"/>
              <a:gd name="connsiteY169" fmla="*/ 305471 h 309274"/>
              <a:gd name="connsiteX170" fmla="*/ 925916 w 1255237"/>
              <a:gd name="connsiteY170" fmla="*/ 305471 h 309274"/>
              <a:gd name="connsiteX171" fmla="*/ 936159 w 1255237"/>
              <a:gd name="connsiteY171" fmla="*/ 279457 h 309274"/>
              <a:gd name="connsiteX172" fmla="*/ 982716 w 1255237"/>
              <a:gd name="connsiteY172" fmla="*/ 279457 h 309274"/>
              <a:gd name="connsiteX173" fmla="*/ 992959 w 1255237"/>
              <a:gd name="connsiteY173" fmla="*/ 305471 h 309274"/>
              <a:gd name="connsiteX174" fmla="*/ 1046267 w 1255237"/>
              <a:gd name="connsiteY174" fmla="*/ 305471 h 309274"/>
              <a:gd name="connsiteX175" fmla="*/ 987372 w 1255237"/>
              <a:gd name="connsiteY175" fmla="*/ 161377 h 309274"/>
              <a:gd name="connsiteX176" fmla="*/ 519881 w 1255237"/>
              <a:gd name="connsiteY176" fmla="*/ 202115 h 309274"/>
              <a:gd name="connsiteX177" fmla="*/ 544847 w 1255237"/>
              <a:gd name="connsiteY177" fmla="*/ 234064 h 309274"/>
              <a:gd name="connsiteX178" fmla="*/ 519881 w 1255237"/>
              <a:gd name="connsiteY178" fmla="*/ 265258 h 309274"/>
              <a:gd name="connsiteX179" fmla="*/ 495089 w 1255237"/>
              <a:gd name="connsiteY179" fmla="*/ 234064 h 309274"/>
              <a:gd name="connsiteX180" fmla="*/ 519881 w 1255237"/>
              <a:gd name="connsiteY180" fmla="*/ 202115 h 309274"/>
              <a:gd name="connsiteX181" fmla="*/ 597805 w 1255237"/>
              <a:gd name="connsiteY181" fmla="*/ 233831 h 309274"/>
              <a:gd name="connsiteX182" fmla="*/ 519531 w 1255237"/>
              <a:gd name="connsiteY182" fmla="*/ 158176 h 309274"/>
              <a:gd name="connsiteX183" fmla="*/ 442363 w 1255237"/>
              <a:gd name="connsiteY183" fmla="*/ 233831 h 309274"/>
              <a:gd name="connsiteX184" fmla="*/ 519531 w 1255237"/>
              <a:gd name="connsiteY184" fmla="*/ 308497 h 309274"/>
              <a:gd name="connsiteX185" fmla="*/ 597805 w 1255237"/>
              <a:gd name="connsiteY185" fmla="*/ 233831 h 30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255237" h="309274">
                <a:moveTo>
                  <a:pt x="1253854" y="161377"/>
                </a:moveTo>
                <a:lnTo>
                  <a:pt x="1253854" y="199670"/>
                </a:lnTo>
                <a:lnTo>
                  <a:pt x="1218004" y="199670"/>
                </a:lnTo>
                <a:lnTo>
                  <a:pt x="1218004" y="305471"/>
                </a:lnTo>
                <a:lnTo>
                  <a:pt x="1165628" y="305471"/>
                </a:lnTo>
                <a:lnTo>
                  <a:pt x="1165628" y="199670"/>
                </a:lnTo>
                <a:lnTo>
                  <a:pt x="1118721" y="199670"/>
                </a:lnTo>
                <a:cubicBezTo>
                  <a:pt x="1097247" y="199670"/>
                  <a:pt x="1087528" y="216140"/>
                  <a:pt x="1087528" y="233890"/>
                </a:cubicBezTo>
                <a:cubicBezTo>
                  <a:pt x="1087528" y="253793"/>
                  <a:pt x="1104230" y="268226"/>
                  <a:pt x="1124075" y="269215"/>
                </a:cubicBezTo>
                <a:cubicBezTo>
                  <a:pt x="1134027" y="270175"/>
                  <a:pt x="1143921" y="266753"/>
                  <a:pt x="1151137" y="259845"/>
                </a:cubicBezTo>
                <a:lnTo>
                  <a:pt x="1151137" y="298953"/>
                </a:lnTo>
                <a:cubicBezTo>
                  <a:pt x="1140021" y="305599"/>
                  <a:pt x="1127218" y="308946"/>
                  <a:pt x="1114298" y="308614"/>
                </a:cubicBezTo>
                <a:cubicBezTo>
                  <a:pt x="1071990" y="308963"/>
                  <a:pt x="1035617" y="276315"/>
                  <a:pt x="1035733" y="233890"/>
                </a:cubicBezTo>
                <a:cubicBezTo>
                  <a:pt x="1035733" y="192570"/>
                  <a:pt x="1059711" y="161377"/>
                  <a:pt x="1114356" y="161377"/>
                </a:cubicBezTo>
                <a:close/>
                <a:moveTo>
                  <a:pt x="768554" y="161377"/>
                </a:moveTo>
                <a:lnTo>
                  <a:pt x="715362" y="161377"/>
                </a:lnTo>
                <a:lnTo>
                  <a:pt x="715362" y="223473"/>
                </a:lnTo>
                <a:lnTo>
                  <a:pt x="653092" y="161377"/>
                </a:lnTo>
                <a:lnTo>
                  <a:pt x="611714" y="161377"/>
                </a:lnTo>
                <a:lnTo>
                  <a:pt x="611714" y="305471"/>
                </a:lnTo>
                <a:lnTo>
                  <a:pt x="664091" y="305471"/>
                </a:lnTo>
                <a:lnTo>
                  <a:pt x="664091" y="244482"/>
                </a:lnTo>
                <a:lnTo>
                  <a:pt x="724732" y="305471"/>
                </a:lnTo>
                <a:lnTo>
                  <a:pt x="768496" y="305471"/>
                </a:lnTo>
                <a:lnTo>
                  <a:pt x="768496" y="161377"/>
                </a:lnTo>
                <a:close/>
                <a:moveTo>
                  <a:pt x="432004" y="165684"/>
                </a:moveTo>
                <a:cubicBezTo>
                  <a:pt x="418619" y="159945"/>
                  <a:pt x="404012" y="157414"/>
                  <a:pt x="389462" y="158293"/>
                </a:cubicBezTo>
                <a:cubicBezTo>
                  <a:pt x="347445" y="158223"/>
                  <a:pt x="313109" y="191924"/>
                  <a:pt x="312469" y="233948"/>
                </a:cubicBezTo>
                <a:cubicBezTo>
                  <a:pt x="312469" y="277013"/>
                  <a:pt x="345466" y="308672"/>
                  <a:pt x="393944" y="308672"/>
                </a:cubicBezTo>
                <a:cubicBezTo>
                  <a:pt x="407445" y="309481"/>
                  <a:pt x="420947" y="306647"/>
                  <a:pt x="432993" y="300467"/>
                </a:cubicBezTo>
                <a:lnTo>
                  <a:pt x="432993" y="258565"/>
                </a:lnTo>
                <a:cubicBezTo>
                  <a:pt x="423740" y="264833"/>
                  <a:pt x="412799" y="268196"/>
                  <a:pt x="401625" y="268226"/>
                </a:cubicBezTo>
                <a:cubicBezTo>
                  <a:pt x="382595" y="268232"/>
                  <a:pt x="367057" y="252984"/>
                  <a:pt x="366707" y="233948"/>
                </a:cubicBezTo>
                <a:cubicBezTo>
                  <a:pt x="366591" y="214470"/>
                  <a:pt x="382304" y="198605"/>
                  <a:pt x="401800" y="198506"/>
                </a:cubicBezTo>
                <a:cubicBezTo>
                  <a:pt x="401858" y="198506"/>
                  <a:pt x="401917" y="198506"/>
                  <a:pt x="401975" y="198506"/>
                </a:cubicBezTo>
                <a:cubicBezTo>
                  <a:pt x="412799" y="198326"/>
                  <a:pt x="423391" y="201858"/>
                  <a:pt x="431945" y="208516"/>
                </a:cubicBezTo>
                <a:cubicBezTo>
                  <a:pt x="431945" y="208516"/>
                  <a:pt x="431945" y="165218"/>
                  <a:pt x="431945" y="165742"/>
                </a:cubicBezTo>
                <a:close/>
                <a:moveTo>
                  <a:pt x="899146" y="161377"/>
                </a:moveTo>
                <a:lnTo>
                  <a:pt x="775304" y="161377"/>
                </a:lnTo>
                <a:lnTo>
                  <a:pt x="775304" y="199728"/>
                </a:lnTo>
                <a:lnTo>
                  <a:pt x="812026" y="199728"/>
                </a:lnTo>
                <a:lnTo>
                  <a:pt x="812026" y="305530"/>
                </a:lnTo>
                <a:lnTo>
                  <a:pt x="863880" y="305530"/>
                </a:lnTo>
                <a:lnTo>
                  <a:pt x="863880" y="199670"/>
                </a:lnTo>
                <a:lnTo>
                  <a:pt x="899379" y="199670"/>
                </a:lnTo>
                <a:lnTo>
                  <a:pt x="899379" y="161377"/>
                </a:lnTo>
                <a:close/>
                <a:moveTo>
                  <a:pt x="1169411" y="104752"/>
                </a:moveTo>
                <a:lnTo>
                  <a:pt x="1193911" y="143569"/>
                </a:lnTo>
                <a:lnTo>
                  <a:pt x="1254319" y="143569"/>
                </a:lnTo>
                <a:cubicBezTo>
                  <a:pt x="1254319" y="143569"/>
                  <a:pt x="1218878" y="94626"/>
                  <a:pt x="1200138" y="69834"/>
                </a:cubicBezTo>
                <a:lnTo>
                  <a:pt x="1254028" y="-409"/>
                </a:lnTo>
                <a:lnTo>
                  <a:pt x="1194493" y="-409"/>
                </a:lnTo>
                <a:lnTo>
                  <a:pt x="1169294" y="33869"/>
                </a:lnTo>
                <a:lnTo>
                  <a:pt x="1169643" y="33869"/>
                </a:lnTo>
                <a:lnTo>
                  <a:pt x="1144619" y="-409"/>
                </a:lnTo>
                <a:lnTo>
                  <a:pt x="1084968" y="-409"/>
                </a:lnTo>
                <a:lnTo>
                  <a:pt x="1138799" y="69834"/>
                </a:lnTo>
                <a:cubicBezTo>
                  <a:pt x="1120060" y="94626"/>
                  <a:pt x="1084618" y="143569"/>
                  <a:pt x="1084618" y="143569"/>
                </a:cubicBezTo>
                <a:lnTo>
                  <a:pt x="1145142" y="143569"/>
                </a:lnTo>
                <a:lnTo>
                  <a:pt x="1169643" y="104752"/>
                </a:lnTo>
                <a:close/>
                <a:moveTo>
                  <a:pt x="1022115" y="-409"/>
                </a:moveTo>
                <a:lnTo>
                  <a:pt x="1022115" y="143569"/>
                </a:lnTo>
                <a:lnTo>
                  <a:pt x="1078275" y="143569"/>
                </a:lnTo>
                <a:lnTo>
                  <a:pt x="1078275" y="-409"/>
                </a:lnTo>
                <a:close/>
                <a:moveTo>
                  <a:pt x="512780" y="-409"/>
                </a:moveTo>
                <a:lnTo>
                  <a:pt x="460403" y="-409"/>
                </a:lnTo>
                <a:lnTo>
                  <a:pt x="460403" y="143627"/>
                </a:lnTo>
                <a:lnTo>
                  <a:pt x="512780" y="143627"/>
                </a:lnTo>
                <a:lnTo>
                  <a:pt x="512780" y="91250"/>
                </a:lnTo>
                <a:lnTo>
                  <a:pt x="557650" y="91250"/>
                </a:lnTo>
                <a:lnTo>
                  <a:pt x="557650" y="143627"/>
                </a:lnTo>
                <a:lnTo>
                  <a:pt x="610027" y="143627"/>
                </a:lnTo>
                <a:lnTo>
                  <a:pt x="610027" y="-467"/>
                </a:lnTo>
                <a:lnTo>
                  <a:pt x="557650" y="-467"/>
                </a:lnTo>
                <a:lnTo>
                  <a:pt x="557650" y="48709"/>
                </a:lnTo>
                <a:lnTo>
                  <a:pt x="512722" y="48709"/>
                </a:lnTo>
                <a:lnTo>
                  <a:pt x="512722" y="-467"/>
                </a:lnTo>
                <a:close/>
                <a:moveTo>
                  <a:pt x="1004481" y="-409"/>
                </a:moveTo>
                <a:lnTo>
                  <a:pt x="952105" y="-409"/>
                </a:lnTo>
                <a:lnTo>
                  <a:pt x="952105" y="60639"/>
                </a:lnTo>
                <a:lnTo>
                  <a:pt x="887682" y="-467"/>
                </a:lnTo>
                <a:lnTo>
                  <a:pt x="846188" y="-467"/>
                </a:lnTo>
                <a:lnTo>
                  <a:pt x="846188" y="143569"/>
                </a:lnTo>
                <a:lnTo>
                  <a:pt x="898564" y="143569"/>
                </a:lnTo>
                <a:lnTo>
                  <a:pt x="898564" y="82637"/>
                </a:lnTo>
                <a:lnTo>
                  <a:pt x="960485" y="143569"/>
                </a:lnTo>
                <a:lnTo>
                  <a:pt x="1004481" y="143569"/>
                </a:lnTo>
                <a:lnTo>
                  <a:pt x="1004481" y="-467"/>
                </a:lnTo>
                <a:close/>
                <a:moveTo>
                  <a:pt x="158365" y="214161"/>
                </a:moveTo>
                <a:lnTo>
                  <a:pt x="158365" y="187856"/>
                </a:lnTo>
                <a:cubicBezTo>
                  <a:pt x="158190" y="179726"/>
                  <a:pt x="162380" y="172126"/>
                  <a:pt x="169306" y="167895"/>
                </a:cubicBezTo>
                <a:cubicBezTo>
                  <a:pt x="182167" y="159910"/>
                  <a:pt x="190082" y="145996"/>
                  <a:pt x="190430" y="130882"/>
                </a:cubicBezTo>
                <a:cubicBezTo>
                  <a:pt x="190430" y="118445"/>
                  <a:pt x="184960" y="106643"/>
                  <a:pt x="175416" y="98641"/>
                </a:cubicBezTo>
                <a:cubicBezTo>
                  <a:pt x="168258" y="91949"/>
                  <a:pt x="158481" y="89330"/>
                  <a:pt x="158481" y="78971"/>
                </a:cubicBezTo>
                <a:lnTo>
                  <a:pt x="158481" y="51037"/>
                </a:lnTo>
                <a:cubicBezTo>
                  <a:pt x="158481" y="42133"/>
                  <a:pt x="158481" y="34218"/>
                  <a:pt x="174136" y="34218"/>
                </a:cubicBezTo>
                <a:cubicBezTo>
                  <a:pt x="225698" y="34218"/>
                  <a:pt x="268355" y="81764"/>
                  <a:pt x="268355" y="129834"/>
                </a:cubicBezTo>
                <a:cubicBezTo>
                  <a:pt x="268355" y="177905"/>
                  <a:pt x="228549" y="227023"/>
                  <a:pt x="173903" y="227023"/>
                </a:cubicBezTo>
                <a:cubicBezTo>
                  <a:pt x="157550" y="227023"/>
                  <a:pt x="158539" y="214161"/>
                  <a:pt x="158539" y="214161"/>
                </a:cubicBezTo>
                <a:close/>
                <a:moveTo>
                  <a:pt x="135843" y="187973"/>
                </a:moveTo>
                <a:lnTo>
                  <a:pt x="135843" y="255713"/>
                </a:lnTo>
                <a:cubicBezTo>
                  <a:pt x="135726" y="264495"/>
                  <a:pt x="128626" y="271572"/>
                  <a:pt x="119839" y="271601"/>
                </a:cubicBezTo>
                <a:lnTo>
                  <a:pt x="50876" y="271601"/>
                </a:lnTo>
                <a:cubicBezTo>
                  <a:pt x="41856" y="271415"/>
                  <a:pt x="34464" y="264408"/>
                  <a:pt x="33824" y="255422"/>
                </a:cubicBezTo>
                <a:lnTo>
                  <a:pt x="33824" y="50222"/>
                </a:lnTo>
                <a:cubicBezTo>
                  <a:pt x="33883" y="41504"/>
                  <a:pt x="40924" y="34457"/>
                  <a:pt x="49654" y="34392"/>
                </a:cubicBezTo>
                <a:lnTo>
                  <a:pt x="119955" y="34392"/>
                </a:lnTo>
                <a:cubicBezTo>
                  <a:pt x="135668" y="34392"/>
                  <a:pt x="135668" y="42307"/>
                  <a:pt x="135668" y="51095"/>
                </a:cubicBezTo>
                <a:lnTo>
                  <a:pt x="135668" y="79029"/>
                </a:lnTo>
                <a:cubicBezTo>
                  <a:pt x="135668" y="89737"/>
                  <a:pt x="126299" y="91774"/>
                  <a:pt x="118733" y="98641"/>
                </a:cubicBezTo>
                <a:cubicBezTo>
                  <a:pt x="108955" y="106440"/>
                  <a:pt x="103369" y="118323"/>
                  <a:pt x="103544" y="130824"/>
                </a:cubicBezTo>
                <a:cubicBezTo>
                  <a:pt x="104242" y="145833"/>
                  <a:pt x="112098" y="159608"/>
                  <a:pt x="124611" y="167895"/>
                </a:cubicBezTo>
                <a:cubicBezTo>
                  <a:pt x="131478" y="172266"/>
                  <a:pt x="135610" y="179848"/>
                  <a:pt x="135552" y="187973"/>
                </a:cubicBezTo>
                <a:close/>
                <a:moveTo>
                  <a:pt x="147482" y="151716"/>
                </a:moveTo>
                <a:cubicBezTo>
                  <a:pt x="135959" y="151751"/>
                  <a:pt x="126647" y="142446"/>
                  <a:pt x="126589" y="130940"/>
                </a:cubicBezTo>
                <a:cubicBezTo>
                  <a:pt x="126531" y="119435"/>
                  <a:pt x="135843" y="110083"/>
                  <a:pt x="147366" y="110048"/>
                </a:cubicBezTo>
                <a:cubicBezTo>
                  <a:pt x="158888" y="110019"/>
                  <a:pt x="168200" y="119319"/>
                  <a:pt x="168258" y="130824"/>
                </a:cubicBezTo>
                <a:cubicBezTo>
                  <a:pt x="168258" y="130865"/>
                  <a:pt x="168258" y="130900"/>
                  <a:pt x="168258" y="130940"/>
                </a:cubicBezTo>
                <a:cubicBezTo>
                  <a:pt x="168200" y="142399"/>
                  <a:pt x="158947" y="151687"/>
                  <a:pt x="147482" y="151716"/>
                </a:cubicBezTo>
                <a:close/>
                <a:moveTo>
                  <a:pt x="20555" y="-467"/>
                </a:moveTo>
                <a:cubicBezTo>
                  <a:pt x="8741" y="-467"/>
                  <a:pt x="-861" y="9112"/>
                  <a:pt x="-919" y="20949"/>
                </a:cubicBezTo>
                <a:lnTo>
                  <a:pt x="-919" y="284113"/>
                </a:lnTo>
                <a:cubicBezTo>
                  <a:pt x="-919" y="295939"/>
                  <a:pt x="8683" y="305530"/>
                  <a:pt x="20497" y="305530"/>
                </a:cubicBezTo>
                <a:cubicBezTo>
                  <a:pt x="20497" y="305530"/>
                  <a:pt x="20555" y="305530"/>
                  <a:pt x="20555" y="305530"/>
                </a:cubicBezTo>
                <a:lnTo>
                  <a:pt x="280868" y="305530"/>
                </a:lnTo>
                <a:cubicBezTo>
                  <a:pt x="292682" y="305530"/>
                  <a:pt x="302284" y="295939"/>
                  <a:pt x="302284" y="284113"/>
                </a:cubicBezTo>
                <a:lnTo>
                  <a:pt x="302284" y="20949"/>
                </a:lnTo>
                <a:cubicBezTo>
                  <a:pt x="302284" y="9123"/>
                  <a:pt x="292682" y="-467"/>
                  <a:pt x="280868" y="-467"/>
                </a:cubicBezTo>
                <a:close/>
                <a:moveTo>
                  <a:pt x="373109" y="34043"/>
                </a:moveTo>
                <a:lnTo>
                  <a:pt x="381373" y="34043"/>
                </a:lnTo>
                <a:cubicBezTo>
                  <a:pt x="390510" y="32961"/>
                  <a:pt x="398774" y="39479"/>
                  <a:pt x="399880" y="48604"/>
                </a:cubicBezTo>
                <a:cubicBezTo>
                  <a:pt x="400927" y="57735"/>
                  <a:pt x="394409" y="66016"/>
                  <a:pt x="385331" y="67099"/>
                </a:cubicBezTo>
                <a:cubicBezTo>
                  <a:pt x="383992" y="67256"/>
                  <a:pt x="382653" y="67256"/>
                  <a:pt x="381373" y="67099"/>
                </a:cubicBezTo>
                <a:lnTo>
                  <a:pt x="373167" y="67099"/>
                </a:lnTo>
                <a:lnTo>
                  <a:pt x="373167" y="34043"/>
                </a:lnTo>
                <a:close/>
                <a:moveTo>
                  <a:pt x="392547" y="-467"/>
                </a:moveTo>
                <a:lnTo>
                  <a:pt x="320558" y="-467"/>
                </a:lnTo>
                <a:lnTo>
                  <a:pt x="320558" y="143569"/>
                </a:lnTo>
                <a:lnTo>
                  <a:pt x="372935" y="143569"/>
                </a:lnTo>
                <a:lnTo>
                  <a:pt x="372935" y="102017"/>
                </a:lnTo>
                <a:lnTo>
                  <a:pt x="392372" y="102017"/>
                </a:lnTo>
                <a:cubicBezTo>
                  <a:pt x="422111" y="102017"/>
                  <a:pt x="452314" y="81182"/>
                  <a:pt x="452140" y="50396"/>
                </a:cubicBezTo>
                <a:cubicBezTo>
                  <a:pt x="451965" y="19610"/>
                  <a:pt x="431480" y="-467"/>
                  <a:pt x="392372" y="-467"/>
                </a:cubicBezTo>
                <a:close/>
                <a:moveTo>
                  <a:pt x="699533" y="41260"/>
                </a:moveTo>
                <a:cubicBezTo>
                  <a:pt x="715013" y="41260"/>
                  <a:pt x="724382" y="56798"/>
                  <a:pt x="724208" y="72278"/>
                </a:cubicBezTo>
                <a:cubicBezTo>
                  <a:pt x="724033" y="87759"/>
                  <a:pt x="714839" y="102482"/>
                  <a:pt x="699591" y="102424"/>
                </a:cubicBezTo>
                <a:cubicBezTo>
                  <a:pt x="684344" y="102366"/>
                  <a:pt x="675381" y="87351"/>
                  <a:pt x="675207" y="72278"/>
                </a:cubicBezTo>
                <a:cubicBezTo>
                  <a:pt x="675032" y="57205"/>
                  <a:pt x="684169" y="41376"/>
                  <a:pt x="699533" y="41260"/>
                </a:cubicBezTo>
                <a:close/>
                <a:moveTo>
                  <a:pt x="830765" y="-467"/>
                </a:moveTo>
                <a:lnTo>
                  <a:pt x="699707" y="-467"/>
                </a:lnTo>
                <a:cubicBezTo>
                  <a:pt x="674101" y="-467"/>
                  <a:pt x="658970" y="4363"/>
                  <a:pt x="644305" y="18330"/>
                </a:cubicBezTo>
                <a:cubicBezTo>
                  <a:pt x="629639" y="32297"/>
                  <a:pt x="624110" y="49698"/>
                  <a:pt x="624110" y="72045"/>
                </a:cubicBezTo>
                <a:cubicBezTo>
                  <a:pt x="624052" y="90965"/>
                  <a:pt x="631268" y="109175"/>
                  <a:pt x="644305" y="122909"/>
                </a:cubicBezTo>
                <a:cubicBezTo>
                  <a:pt x="659261" y="136952"/>
                  <a:pt x="679280" y="144389"/>
                  <a:pt x="699765" y="143569"/>
                </a:cubicBezTo>
                <a:lnTo>
                  <a:pt x="830765" y="143569"/>
                </a:lnTo>
                <a:lnTo>
                  <a:pt x="830765" y="108651"/>
                </a:lnTo>
                <a:lnTo>
                  <a:pt x="771812" y="108651"/>
                </a:lnTo>
                <a:lnTo>
                  <a:pt x="771812" y="88515"/>
                </a:lnTo>
                <a:lnTo>
                  <a:pt x="830009" y="88515"/>
                </a:lnTo>
                <a:lnTo>
                  <a:pt x="830009" y="54237"/>
                </a:lnTo>
                <a:lnTo>
                  <a:pt x="771812" y="54237"/>
                </a:lnTo>
                <a:lnTo>
                  <a:pt x="771812" y="34334"/>
                </a:lnTo>
                <a:lnTo>
                  <a:pt x="830765" y="34334"/>
                </a:lnTo>
                <a:lnTo>
                  <a:pt x="830765" y="-293"/>
                </a:lnTo>
                <a:close/>
                <a:moveTo>
                  <a:pt x="948090" y="246111"/>
                </a:moveTo>
                <a:lnTo>
                  <a:pt x="959322" y="210204"/>
                </a:lnTo>
                <a:lnTo>
                  <a:pt x="970495" y="246111"/>
                </a:lnTo>
                <a:close/>
                <a:moveTo>
                  <a:pt x="987314" y="161377"/>
                </a:moveTo>
                <a:lnTo>
                  <a:pt x="931504" y="161377"/>
                </a:lnTo>
                <a:lnTo>
                  <a:pt x="871969" y="305471"/>
                </a:lnTo>
                <a:lnTo>
                  <a:pt x="925916" y="305471"/>
                </a:lnTo>
                <a:lnTo>
                  <a:pt x="936159" y="279457"/>
                </a:lnTo>
                <a:lnTo>
                  <a:pt x="982716" y="279457"/>
                </a:lnTo>
                <a:lnTo>
                  <a:pt x="992959" y="305471"/>
                </a:lnTo>
                <a:lnTo>
                  <a:pt x="1046267" y="305471"/>
                </a:lnTo>
                <a:lnTo>
                  <a:pt x="987372" y="161377"/>
                </a:lnTo>
                <a:close/>
                <a:moveTo>
                  <a:pt x="519881" y="202115"/>
                </a:moveTo>
                <a:cubicBezTo>
                  <a:pt x="535710" y="202115"/>
                  <a:pt x="545080" y="218293"/>
                  <a:pt x="544847" y="234064"/>
                </a:cubicBezTo>
                <a:cubicBezTo>
                  <a:pt x="544614" y="249835"/>
                  <a:pt x="535477" y="265316"/>
                  <a:pt x="519881" y="265258"/>
                </a:cubicBezTo>
                <a:cubicBezTo>
                  <a:pt x="504284" y="265199"/>
                  <a:pt x="495263" y="249603"/>
                  <a:pt x="495089" y="234064"/>
                </a:cubicBezTo>
                <a:cubicBezTo>
                  <a:pt x="494914" y="218526"/>
                  <a:pt x="504109" y="202231"/>
                  <a:pt x="519881" y="202115"/>
                </a:cubicBezTo>
                <a:close/>
                <a:moveTo>
                  <a:pt x="597805" y="233831"/>
                </a:moveTo>
                <a:cubicBezTo>
                  <a:pt x="597805" y="191406"/>
                  <a:pt x="567485" y="158176"/>
                  <a:pt x="519531" y="158176"/>
                </a:cubicBezTo>
                <a:cubicBezTo>
                  <a:pt x="472974" y="158176"/>
                  <a:pt x="442130" y="191523"/>
                  <a:pt x="442363" y="233831"/>
                </a:cubicBezTo>
                <a:cubicBezTo>
                  <a:pt x="442596" y="276140"/>
                  <a:pt x="473032" y="308556"/>
                  <a:pt x="519531" y="308497"/>
                </a:cubicBezTo>
                <a:cubicBezTo>
                  <a:pt x="567485" y="308497"/>
                  <a:pt x="597573" y="276024"/>
                  <a:pt x="597805" y="233831"/>
                </a:cubicBezTo>
                <a:close/>
              </a:path>
            </a:pathLst>
          </a:custGeom>
          <a:solidFill>
            <a:schemeClr val="bg1"/>
          </a:solidFill>
          <a:ln w="5818" cap="flat">
            <a:noFill/>
            <a:prstDash val="solid"/>
            <a:miter/>
          </a:ln>
        </p:spPr>
        <p:txBody>
          <a:bodyPr rtlCol="0" anchor="ctr"/>
          <a:lstStyle/>
          <a:p>
            <a:endParaRPr lang="de-DE"/>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pter intro">
    <p:spTree>
      <p:nvGrpSpPr>
        <p:cNvPr id="1" name=""/>
        <p:cNvGrpSpPr/>
        <p:nvPr/>
      </p:nvGrpSpPr>
      <p:grpSpPr>
        <a:xfrm>
          <a:off x="0" y="0"/>
          <a:ext cx="0" cy="0"/>
          <a:chOff x="0" y="0"/>
          <a:chExt cx="0" cy="0"/>
        </a:xfrm>
      </p:grpSpPr>
      <p:sp>
        <p:nvSpPr>
          <p:cNvPr id="8" name="Bild"/>
          <p:cNvSpPr>
            <a:spLocks noGrp="1" noChangeAspect="1"/>
          </p:cNvSpPr>
          <p:nvPr>
            <p:ph type="pic" sz="quarter" idx="18" hasCustomPrompt="1"/>
          </p:nvPr>
        </p:nvSpPr>
        <p:spPr bwMode="gray">
          <a:xfrm>
            <a:off x="1" y="1558925"/>
            <a:ext cx="12191999" cy="5299264"/>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6"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9"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 statement">
    <p:spTree>
      <p:nvGrpSpPr>
        <p:cNvPr id="1" name=""/>
        <p:cNvGrpSpPr/>
        <p:nvPr/>
      </p:nvGrpSpPr>
      <p:grpSpPr>
        <a:xfrm>
          <a:off x="0" y="0"/>
          <a:ext cx="0" cy="0"/>
          <a:chOff x="0" y="0"/>
          <a:chExt cx="0" cy="0"/>
        </a:xfrm>
      </p:grpSpPr>
      <p:sp>
        <p:nvSpPr>
          <p:cNvPr id="6" name="Bild"/>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3" name="Text"/>
          <p:cNvSpPr>
            <a:spLocks noGrp="1"/>
          </p:cNvSpPr>
          <p:nvPr>
            <p:ph type="body" sz="quarter" idx="19" hasCustomPrompt="1"/>
          </p:nvPr>
        </p:nvSpPr>
        <p:spPr>
          <a:xfrm>
            <a:off x="0" y="3753456"/>
            <a:ext cx="12193200" cy="2052000"/>
          </a:xfrm>
          <a:solidFill>
            <a:schemeClr val="bg1"/>
          </a:solidFill>
        </p:spPr>
        <p:txBody>
          <a:bodyPr lIns="540000" rIns="540000" anchor="ctr" anchorCtr="0"/>
          <a:lstStyle>
            <a:lvl1pPr marL="0" indent="0" algn="ctr">
              <a:buNone/>
              <a:defRPr sz="2400"/>
            </a:lvl1pPr>
          </a:lstStyle>
          <a:p>
            <a:pPr lvl="0"/>
            <a:r>
              <a:rPr lang="de-DE" noProof="0" dirty="0" err="1"/>
              <a:t>Important</a:t>
            </a:r>
            <a:r>
              <a:rPr lang="de-DE" noProof="0" dirty="0"/>
              <a:t> </a:t>
            </a:r>
            <a:r>
              <a:rPr lang="de-DE" noProof="0" dirty="0" err="1"/>
              <a:t>statement</a:t>
            </a:r>
            <a:r>
              <a:rPr lang="de-DE" noProof="0" dirty="0"/>
              <a:t> </a:t>
            </a:r>
            <a:r>
              <a:rPr lang="de-DE" noProof="0" dirty="0" err="1"/>
              <a:t>or</a:t>
            </a:r>
            <a:r>
              <a:rPr lang="de-DE" noProof="0" dirty="0"/>
              <a:t> </a:t>
            </a:r>
            <a:r>
              <a:rPr lang="de-DE" noProof="0" dirty="0" err="1"/>
              <a:t>result</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 text left">
    <p:spTree>
      <p:nvGrpSpPr>
        <p:cNvPr id="1" name=""/>
        <p:cNvGrpSpPr/>
        <p:nvPr/>
      </p:nvGrpSpPr>
      <p:grpSpPr>
        <a:xfrm>
          <a:off x="0" y="0"/>
          <a:ext cx="0" cy="0"/>
          <a:chOff x="0" y="0"/>
          <a:chExt cx="0" cy="0"/>
        </a:xfrm>
      </p:grpSpPr>
      <p:sp>
        <p:nvSpPr>
          <p:cNvPr id="4" name="Bild"/>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5" name="Text"/>
          <p:cNvSpPr>
            <a:spLocks noGrp="1"/>
          </p:cNvSpPr>
          <p:nvPr>
            <p:ph type="body" sz="quarter" idx="12" hasCustomPrompt="1"/>
          </p:nvPr>
        </p:nvSpPr>
        <p:spPr bwMode="gray">
          <a:xfrm>
            <a:off x="0" y="4229710"/>
            <a:ext cx="6096000" cy="1009416"/>
          </a:xfrm>
          <a:solidFill>
            <a:schemeClr val="bg1"/>
          </a:solidFill>
        </p:spPr>
        <p:txBody>
          <a:bodyPr lIns="540000" rIns="72000" anchor="ctr"/>
          <a:lstStyle>
            <a:lvl1pPr marL="0" marR="0" indent="0"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None/>
              <a:defRPr lang="de-DE" sz="2400" dirty="0" smtClean="0"/>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None/>
              <a:defRPr/>
            </a:pPr>
            <a:r>
              <a:rPr lang="de-DE" dirty="0"/>
              <a:t>Text</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 text right">
    <p:spTree>
      <p:nvGrpSpPr>
        <p:cNvPr id="1" name=""/>
        <p:cNvGrpSpPr/>
        <p:nvPr/>
      </p:nvGrpSpPr>
      <p:grpSpPr>
        <a:xfrm>
          <a:off x="0" y="0"/>
          <a:ext cx="0" cy="0"/>
          <a:chOff x="0" y="0"/>
          <a:chExt cx="0" cy="0"/>
        </a:xfrm>
      </p:grpSpPr>
      <p:sp>
        <p:nvSpPr>
          <p:cNvPr id="4" name="Bild"/>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6" name="Text"/>
          <p:cNvSpPr>
            <a:spLocks noGrp="1"/>
          </p:cNvSpPr>
          <p:nvPr>
            <p:ph type="body" sz="quarter" idx="13" hasCustomPrompt="1"/>
          </p:nvPr>
        </p:nvSpPr>
        <p:spPr bwMode="gray">
          <a:xfrm>
            <a:off x="6095999" y="4229710"/>
            <a:ext cx="6096001" cy="1009416"/>
          </a:xfrm>
          <a:solidFill>
            <a:schemeClr val="bg2"/>
          </a:solidFill>
        </p:spPr>
        <p:txBody>
          <a:bodyPr vert="horz" lIns="72000" tIns="72000" rIns="540000" bIns="72000" rtlCol="0" anchor="ctr">
            <a:noAutofit/>
          </a:bodyPr>
          <a:lstStyle>
            <a:lvl1pPr marL="269875" indent="-269875" algn="r">
              <a:spcBef>
                <a:spcPts val="0"/>
              </a:spcBef>
              <a:buNone/>
              <a:defRPr lang="en-US" sz="2400" dirty="0" smtClean="0"/>
            </a:lvl1pPr>
          </a:lstStyle>
          <a:p>
            <a:pPr marL="0" marR="0" lvl="0" indent="0" fontAlgn="auto">
              <a:lnSpc>
                <a:spcPct val="100000"/>
              </a:lnSpc>
              <a:buSzTx/>
            </a:pPr>
            <a:r>
              <a:rPr lang="de-DE" noProof="0" dirty="0"/>
              <a:t>Text</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mall picture + text">
    <p:spTree>
      <p:nvGrpSpPr>
        <p:cNvPr id="1" name=""/>
        <p:cNvGrpSpPr/>
        <p:nvPr/>
      </p:nvGrpSpPr>
      <p:grpSpPr>
        <a:xfrm>
          <a:off x="0" y="0"/>
          <a:ext cx="0" cy="0"/>
          <a:chOff x="0" y="0"/>
          <a:chExt cx="0" cy="0"/>
        </a:xfrm>
      </p:grpSpPr>
      <p:sp>
        <p:nvSpPr>
          <p:cNvPr id="9" name="Bild"/>
          <p:cNvSpPr>
            <a:spLocks noGrp="1" noChangeAspect="1"/>
          </p:cNvSpPr>
          <p:nvPr>
            <p:ph type="pic" sz="quarter" idx="12" hasCustomPrompt="1"/>
          </p:nvPr>
        </p:nvSpPr>
        <p:spPr bwMode="gray">
          <a:xfrm>
            <a:off x="550873" y="1558440"/>
            <a:ext cx="3600468"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19" name="Inhalt"/>
          <p:cNvSpPr>
            <a:spLocks noGrp="1"/>
          </p:cNvSpPr>
          <p:nvPr>
            <p:ph idx="15" hasCustomPrompt="1"/>
          </p:nvPr>
        </p:nvSpPr>
        <p:spPr bwMode="gray">
          <a:xfrm>
            <a:off x="4295767" y="1558440"/>
            <a:ext cx="7344956"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picture + text">
    <p:spTree>
      <p:nvGrpSpPr>
        <p:cNvPr id="1" name=""/>
        <p:cNvGrpSpPr/>
        <p:nvPr/>
      </p:nvGrpSpPr>
      <p:grpSpPr>
        <a:xfrm>
          <a:off x="0" y="0"/>
          <a:ext cx="0" cy="0"/>
          <a:chOff x="0" y="0"/>
          <a:chExt cx="0" cy="0"/>
        </a:xfrm>
      </p:grpSpPr>
      <p:sp>
        <p:nvSpPr>
          <p:cNvPr id="9" name="Bild"/>
          <p:cNvSpPr>
            <a:spLocks noGrp="1" noChangeAspect="1"/>
          </p:cNvSpPr>
          <p:nvPr>
            <p:ph type="pic" sz="quarter" idx="12" hasCustomPrompt="1"/>
          </p:nvPr>
        </p:nvSpPr>
        <p:spPr bwMode="gray">
          <a:xfrm>
            <a:off x="550873"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19" name="Inhalt"/>
          <p:cNvSpPr>
            <a:spLocks noGrp="1"/>
          </p:cNvSpPr>
          <p:nvPr>
            <p:ph idx="15" hasCustomPrompt="1"/>
          </p:nvPr>
        </p:nvSpPr>
        <p:spPr bwMode="gray">
          <a:xfrm>
            <a:off x="8040255" y="1558440"/>
            <a:ext cx="360046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 large picture">
    <p:spTree>
      <p:nvGrpSpPr>
        <p:cNvPr id="1" name=""/>
        <p:cNvGrpSpPr/>
        <p:nvPr/>
      </p:nvGrpSpPr>
      <p:grpSpPr>
        <a:xfrm>
          <a:off x="0" y="0"/>
          <a:ext cx="0" cy="0"/>
          <a:chOff x="0" y="0"/>
          <a:chExt cx="0" cy="0"/>
        </a:xfrm>
      </p:grpSpPr>
      <p:sp>
        <p:nvSpPr>
          <p:cNvPr id="19" name="Inhalt"/>
          <p:cNvSpPr>
            <a:spLocks noGrp="1"/>
          </p:cNvSpPr>
          <p:nvPr>
            <p:ph idx="15" hasCustomPrompt="1"/>
          </p:nvPr>
        </p:nvSpPr>
        <p:spPr bwMode="gray">
          <a:xfrm>
            <a:off x="550873" y="1558440"/>
            <a:ext cx="360046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9" name="Bild"/>
          <p:cNvSpPr>
            <a:spLocks noGrp="1" noChangeAspect="1"/>
          </p:cNvSpPr>
          <p:nvPr>
            <p:ph type="pic" sz="quarter" idx="12" hasCustomPrompt="1"/>
          </p:nvPr>
        </p:nvSpPr>
        <p:spPr bwMode="gray">
          <a:xfrm>
            <a:off x="4295359"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 picture">
    <p:spTree>
      <p:nvGrpSpPr>
        <p:cNvPr id="1" name=""/>
        <p:cNvGrpSpPr/>
        <p:nvPr/>
      </p:nvGrpSpPr>
      <p:grpSpPr>
        <a:xfrm>
          <a:off x="0" y="0"/>
          <a:ext cx="0" cy="0"/>
          <a:chOff x="0" y="0"/>
          <a:chExt cx="0" cy="0"/>
        </a:xfrm>
      </p:grpSpPr>
      <p:sp>
        <p:nvSpPr>
          <p:cNvPr id="19" name="Inhalt"/>
          <p:cNvSpPr>
            <a:spLocks noGrp="1"/>
          </p:cNvSpPr>
          <p:nvPr>
            <p:ph idx="15" hasCustomPrompt="1"/>
          </p:nvPr>
        </p:nvSpPr>
        <p:spPr bwMode="gray">
          <a:xfrm>
            <a:off x="550873" y="1558440"/>
            <a:ext cx="543922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11" name="Bild"/>
          <p:cNvSpPr>
            <a:spLocks noGrp="1" noChangeAspect="1"/>
          </p:cNvSpPr>
          <p:nvPr>
            <p:ph type="pic" sz="quarter" idx="12" hasCustomPrompt="1"/>
          </p:nvPr>
        </p:nvSpPr>
        <p:spPr bwMode="gray">
          <a:xfrm>
            <a:off x="6200717" y="1558440"/>
            <a:ext cx="5439600"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9"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 text">
    <p:spTree>
      <p:nvGrpSpPr>
        <p:cNvPr id="1" name=""/>
        <p:cNvGrpSpPr/>
        <p:nvPr/>
      </p:nvGrpSpPr>
      <p:grpSpPr>
        <a:xfrm>
          <a:off x="0" y="0"/>
          <a:ext cx="0" cy="0"/>
          <a:chOff x="0" y="0"/>
          <a:chExt cx="0" cy="0"/>
        </a:xfrm>
      </p:grpSpPr>
      <p:sp>
        <p:nvSpPr>
          <p:cNvPr id="19" name="Inhalt"/>
          <p:cNvSpPr>
            <a:spLocks noGrp="1"/>
          </p:cNvSpPr>
          <p:nvPr>
            <p:ph idx="15" hasCustomPrompt="1"/>
          </p:nvPr>
        </p:nvSpPr>
        <p:spPr bwMode="gray">
          <a:xfrm>
            <a:off x="550873" y="1558440"/>
            <a:ext cx="543922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9" name="Inhalt"/>
          <p:cNvSpPr>
            <a:spLocks noGrp="1"/>
          </p:cNvSpPr>
          <p:nvPr>
            <p:ph idx="19" hasCustomPrompt="1"/>
          </p:nvPr>
        </p:nvSpPr>
        <p:spPr bwMode="gray">
          <a:xfrm>
            <a:off x="6201089" y="1558440"/>
            <a:ext cx="543922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 name="Fußzeilenplatzhalter 2"/>
          <p:cNvSpPr>
            <a:spLocks noGrp="1"/>
          </p:cNvSpPr>
          <p:nvPr>
            <p:ph type="ftr" sz="quarter" idx="20"/>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21"/>
          </p:nvPr>
        </p:nvSpPr>
        <p:spPr/>
        <p:txBody>
          <a:bodyPr/>
          <a:lstStyle/>
          <a:p>
            <a:fld id="{B227C86F-CC2D-492F-A88C-C748186E73FB}" type="slidenum">
              <a:rPr lang="de-DE" smtClean="0"/>
            </a:fld>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and diagramm only">
    <p:spTree>
      <p:nvGrpSpPr>
        <p:cNvPr id="1" name=""/>
        <p:cNvGrpSpPr/>
        <p:nvPr/>
      </p:nvGrpSpPr>
      <p:grpSpPr>
        <a:xfrm>
          <a:off x="0" y="0"/>
          <a:ext cx="0" cy="0"/>
          <a:chOff x="0" y="0"/>
          <a:chExt cx="0" cy="0"/>
        </a:xfrm>
      </p:grpSpPr>
      <p:sp>
        <p:nvSpPr>
          <p:cNvPr id="7" name="Inhalt"/>
          <p:cNvSpPr>
            <a:spLocks noGrp="1"/>
          </p:cNvSpPr>
          <p:nvPr>
            <p:ph idx="17" hasCustomPrompt="1"/>
          </p:nvPr>
        </p:nvSpPr>
        <p:spPr bwMode="gray">
          <a:xfrm>
            <a:off x="550873" y="1558440"/>
            <a:ext cx="11089444" cy="4247016"/>
          </a:xfrm>
          <a:prstGeom prst="rect">
            <a:avLst/>
          </a:prstGeom>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de-DE" noProof="0" dirty="0" err="1"/>
              <a:t>Diagram</a:t>
            </a:r>
            <a:r>
              <a:rPr lang="de-DE" noProof="0" dirty="0"/>
              <a:t>, </a:t>
            </a:r>
            <a:r>
              <a:rPr lang="de-DE" noProof="0" dirty="0" err="1"/>
              <a:t>smartart</a:t>
            </a:r>
            <a:r>
              <a:rPr lang="de-DE" noProof="0" dirty="0"/>
              <a:t> </a:t>
            </a:r>
            <a:r>
              <a:rPr lang="de-DE" noProof="0" dirty="0" err="1"/>
              <a:t>or</a:t>
            </a:r>
            <a:r>
              <a:rPr lang="de-DE" noProof="0" dirty="0"/>
              <a:t> </a:t>
            </a:r>
            <a:r>
              <a:rPr lang="de-DE" noProof="0" dirty="0" err="1"/>
              <a:t>table</a:t>
            </a:r>
            <a:endParaRPr lang="de-DE" noProof="0" dirty="0"/>
          </a:p>
        </p:txBody>
      </p:sp>
      <p:sp>
        <p:nvSpPr>
          <p:cNvPr id="3" name="Fußzeilenplatzhalter 2"/>
          <p:cNvSpPr>
            <a:spLocks noGrp="1"/>
          </p:cNvSpPr>
          <p:nvPr>
            <p:ph type="ftr" sz="quarter" idx="18"/>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9"/>
          </p:nvPr>
        </p:nvSpPr>
        <p:spPr/>
        <p:txBody>
          <a:bodyPr/>
          <a:lstStyle/>
          <a:p>
            <a:fld id="{B227C86F-CC2D-492F-A88C-C748186E73FB}" type="slidenum">
              <a:rPr lang="de-DE" smtClean="0"/>
            </a:fld>
            <a:endParaRPr lang="de-DE" dirty="0"/>
          </a:p>
        </p:txBody>
      </p:sp>
      <p:sp>
        <p:nvSpPr>
          <p:cNvPr id="8"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1" name="Grafik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nke">
    <p:spTree>
      <p:nvGrpSpPr>
        <p:cNvPr id="1" name=""/>
        <p:cNvGrpSpPr/>
        <p:nvPr/>
      </p:nvGrpSpPr>
      <p:grpSpPr>
        <a:xfrm>
          <a:off x="0" y="0"/>
          <a:ext cx="0" cy="0"/>
          <a:chOff x="0" y="0"/>
          <a:chExt cx="0" cy="0"/>
        </a:xfrm>
      </p:grpSpPr>
      <p:sp>
        <p:nvSpPr>
          <p:cNvPr id="8" name="Bild 1"/>
          <p:cNvSpPr>
            <a:spLocks noGrp="1" noChangeAspect="1"/>
          </p:cNvSpPr>
          <p:nvPr>
            <p:ph type="pic" sz="quarter" idx="12" hasCustomPrompt="1"/>
          </p:nvPr>
        </p:nvSpPr>
        <p:spPr bwMode="gray">
          <a:xfrm>
            <a:off x="0" y="0"/>
            <a:ext cx="6096001" cy="685800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7"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Danke</a:t>
            </a:r>
            <a:endParaRPr lang="de-DE" sz="2800" b="0" dirty="0">
              <a:solidFill>
                <a:schemeClr val="accent1"/>
              </a:solidFill>
              <a:latin typeface="+mn-lt"/>
            </a:endParaRPr>
          </a:p>
        </p:txBody>
      </p:sp>
      <p:sp>
        <p:nvSpPr>
          <p:cNvPr id="12"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nke optional 1">
    <p:spTree>
      <p:nvGrpSpPr>
        <p:cNvPr id="1" name=""/>
        <p:cNvGrpSpPr/>
        <p:nvPr/>
      </p:nvGrpSpPr>
      <p:grpSpPr>
        <a:xfrm>
          <a:off x="0" y="0"/>
          <a:ext cx="0" cy="0"/>
          <a:chOff x="0" y="0"/>
          <a:chExt cx="0" cy="0"/>
        </a:xfrm>
      </p:grpSpPr>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7"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Danke</a:t>
            </a:r>
            <a:endParaRPr lang="de-DE" sz="2800" b="0" dirty="0">
              <a:solidFill>
                <a:schemeClr val="accent1"/>
              </a:solidFill>
              <a:latin typeface="+mn-lt"/>
            </a:endParaRPr>
          </a:p>
        </p:txBody>
      </p:sp>
      <p:pic>
        <p:nvPicPr>
          <p:cNvPr id="12" name="Bildplatzhalter 13" descr="Ein Bild, das draußen, Outdoorobjekt, Stern, Nachthimmel enthält.&#10;&#10;Automatisch generierte Beschreibung"/>
          <p:cNvPicPr>
            <a:picLocks noChangeAspect="1"/>
          </p:cNvPicPr>
          <p:nvPr userDrawn="1"/>
        </p:nvPicPr>
        <p:blipFill>
          <a:blip r:embed="rId4" cstate="print">
            <a:extLst>
              <a:ext uri="{28A0092B-C50C-407E-A947-70E740481C1C}">
                <a14:useLocalDpi xmlns:a14="http://schemas.microsoft.com/office/drawing/2010/main" val="0"/>
              </a:ext>
            </a:extLst>
          </a:blip>
          <a:srcRect l="19618" r="19618"/>
          <a:stretch>
            <a:fillRect/>
          </a:stretch>
        </p:blipFill>
        <p:spPr bwMode="gray">
          <a:xfrm>
            <a:off x="0" y="0"/>
            <a:ext cx="6095999" cy="6858000"/>
          </a:xfrm>
          <a:prstGeom prst="rect">
            <a:avLst/>
          </a:prstGeom>
        </p:spPr>
      </p:pic>
      <p:pic>
        <p:nvPicPr>
          <p:cNvPr id="13" name="Grafik 1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95693" y="500255"/>
            <a:ext cx="4860476" cy="407795"/>
          </a:xfrm>
          <a:prstGeom prst="rect">
            <a:avLst/>
          </a:prstGeom>
        </p:spPr>
      </p:pic>
      <p:sp>
        <p:nvSpPr>
          <p:cNvPr id="14"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nke optional 2">
    <p:spTree>
      <p:nvGrpSpPr>
        <p:cNvPr id="1" name=""/>
        <p:cNvGrpSpPr/>
        <p:nvPr/>
      </p:nvGrpSpPr>
      <p:grpSpPr>
        <a:xfrm>
          <a:off x="0" y="0"/>
          <a:ext cx="0" cy="0"/>
          <a:chOff x="0" y="0"/>
          <a:chExt cx="0" cy="0"/>
        </a:xfrm>
      </p:grpSpPr>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7"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Danke</a:t>
            </a:r>
            <a:endParaRPr lang="de-DE" sz="2800" b="0" dirty="0">
              <a:solidFill>
                <a:schemeClr val="accent1"/>
              </a:solidFill>
              <a:latin typeface="+mn-lt"/>
            </a:endParaRPr>
          </a:p>
        </p:txBody>
      </p:sp>
      <p:sp>
        <p:nvSpPr>
          <p:cNvPr id="8"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pic>
        <p:nvPicPr>
          <p:cNvPr id="2" name="Bildplatzhalter 13"/>
          <p:cNvPicPr>
            <a:picLocks noChangeAspect="1"/>
          </p:cNvPicPr>
          <p:nvPr userDrawn="1"/>
        </p:nvPicPr>
        <p:blipFill rotWithShape="1">
          <a:blip r:embed="rId4" cstate="print">
            <a:extLst>
              <a:ext uri="{28A0092B-C50C-407E-A947-70E740481C1C}">
                <a14:useLocalDpi xmlns:a14="http://schemas.microsoft.com/office/drawing/2010/main" val="0"/>
              </a:ext>
            </a:extLst>
          </a:blip>
          <a:srcRect l="8461" r="24939"/>
          <a:stretch>
            <a:fillRect/>
          </a:stretch>
        </p:blipFill>
        <p:spPr bwMode="gray">
          <a:xfrm>
            <a:off x="0" y="0"/>
            <a:ext cx="6095999"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1" Type="http://schemas.openxmlformats.org/officeDocument/2006/relationships/theme" Target="../theme/theme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7" name="Vermaßung"/>
          <p:cNvGrpSpPr/>
          <p:nvPr/>
        </p:nvGrpSpPr>
        <p:grpSpPr bwMode="gray">
          <a:xfrm>
            <a:off x="-346040" y="-294847"/>
            <a:ext cx="12340534" cy="7452206"/>
            <a:chOff x="-345996" y="-294916"/>
            <a:chExt cx="12338928" cy="7453932"/>
          </a:xfrm>
        </p:grpSpPr>
        <p:cxnSp>
          <p:nvCxnSpPr>
            <p:cNvPr id="41" name="Vermaßung"/>
            <p:cNvCxnSpPr/>
            <p:nvPr/>
          </p:nvCxnSpPr>
          <p:spPr bwMode="gray">
            <a:xfrm flipV="1">
              <a:off x="4289180" y="6867340"/>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42" name="Vermaßung"/>
            <p:cNvCxnSpPr/>
            <p:nvPr/>
          </p:nvCxnSpPr>
          <p:spPr bwMode="gray">
            <a:xfrm flipV="1">
              <a:off x="6163700" y="6867340"/>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43" name="Vermaßung"/>
            <p:cNvCxnSpPr/>
            <p:nvPr/>
          </p:nvCxnSpPr>
          <p:spPr bwMode="gray">
            <a:xfrm flipV="1">
              <a:off x="8034409" y="686734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44" name="Vermaßung"/>
            <p:cNvSpPr txBox="1"/>
            <p:nvPr/>
          </p:nvSpPr>
          <p:spPr bwMode="gray">
            <a:xfrm>
              <a:off x="4277023"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5,00</a:t>
              </a:r>
              <a:endParaRPr lang="de-DE" sz="800" kern="0" baseline="0" dirty="0">
                <a:solidFill>
                  <a:schemeClr val="tx2"/>
                </a:solidFill>
                <a:latin typeface="Arial" panose="020B0604020202020204" pitchFamily="34" charset="0"/>
              </a:endParaRPr>
            </a:p>
          </p:txBody>
        </p:sp>
        <p:sp>
          <p:nvSpPr>
            <p:cNvPr id="45" name="Vermaßung"/>
            <p:cNvSpPr txBox="1"/>
            <p:nvPr/>
          </p:nvSpPr>
          <p:spPr bwMode="gray">
            <a:xfrm>
              <a:off x="6145828"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0,20</a:t>
              </a:r>
              <a:endParaRPr lang="de-DE" sz="800" kern="0" baseline="0" dirty="0">
                <a:solidFill>
                  <a:schemeClr val="tx2"/>
                </a:solidFill>
                <a:latin typeface="Arial" panose="020B0604020202020204" pitchFamily="34" charset="0"/>
              </a:endParaRPr>
            </a:p>
          </p:txBody>
        </p:sp>
        <p:sp>
          <p:nvSpPr>
            <p:cNvPr id="46" name="Vermaßung"/>
            <p:cNvSpPr txBox="1"/>
            <p:nvPr/>
          </p:nvSpPr>
          <p:spPr bwMode="gray">
            <a:xfrm>
              <a:off x="8024157"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5,4</a:t>
              </a:r>
              <a:endParaRPr lang="de-DE" sz="800" kern="0" baseline="0" dirty="0">
                <a:solidFill>
                  <a:schemeClr val="tx2"/>
                </a:solidFill>
                <a:latin typeface="Arial" panose="020B0604020202020204" pitchFamily="34" charset="0"/>
              </a:endParaRPr>
            </a:p>
          </p:txBody>
        </p:sp>
        <p:cxnSp>
          <p:nvCxnSpPr>
            <p:cNvPr id="26" name="Vermaßung"/>
            <p:cNvCxnSpPr/>
            <p:nvPr/>
          </p:nvCxnSpPr>
          <p:spPr bwMode="gray">
            <a:xfrm flipV="1">
              <a:off x="549275"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27" name="Vermaßung"/>
            <p:cNvCxnSpPr/>
            <p:nvPr/>
          </p:nvCxnSpPr>
          <p:spPr bwMode="gray">
            <a:xfrm flipV="1">
              <a:off x="11639822"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1" name="Vermaßung"/>
            <p:cNvCxnSpPr/>
            <p:nvPr/>
          </p:nvCxnSpPr>
          <p:spPr bwMode="gray">
            <a:xfrm flipV="1">
              <a:off x="4149023"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7" name="Vermaßung"/>
            <p:cNvCxnSpPr/>
            <p:nvPr/>
          </p:nvCxnSpPr>
          <p:spPr bwMode="gray">
            <a:xfrm flipV="1">
              <a:off x="6021638"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9" name="Vermaßung"/>
            <p:cNvCxnSpPr/>
            <p:nvPr/>
          </p:nvCxnSpPr>
          <p:spPr bwMode="gray">
            <a:xfrm flipV="1">
              <a:off x="7894252" y="-294916"/>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24" name="Vermaßung"/>
            <p:cNvSpPr txBox="1"/>
            <p:nvPr/>
          </p:nvSpPr>
          <p:spPr bwMode="gray">
            <a:xfrm>
              <a:off x="11632932"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15,40</a:t>
              </a:r>
              <a:endParaRPr lang="de-DE" sz="800" kern="0" baseline="0" dirty="0">
                <a:solidFill>
                  <a:schemeClr val="tx2"/>
                </a:solidFill>
                <a:latin typeface="Arial" panose="020B0604020202020204" pitchFamily="34" charset="0"/>
              </a:endParaRPr>
            </a:p>
          </p:txBody>
        </p:sp>
        <p:sp>
          <p:nvSpPr>
            <p:cNvPr id="25" name="Vermaßung"/>
            <p:cNvSpPr txBox="1"/>
            <p:nvPr/>
          </p:nvSpPr>
          <p:spPr bwMode="gray">
            <a:xfrm>
              <a:off x="523081"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15,40</a:t>
              </a:r>
              <a:endParaRPr lang="de-DE" sz="800" kern="0" baseline="0" dirty="0">
                <a:solidFill>
                  <a:schemeClr val="tx2"/>
                </a:solidFill>
                <a:latin typeface="Arial" panose="020B0604020202020204" pitchFamily="34" charset="0"/>
              </a:endParaRPr>
            </a:p>
          </p:txBody>
        </p:sp>
        <p:sp>
          <p:nvSpPr>
            <p:cNvPr id="32" name="Vermaßung"/>
            <p:cNvSpPr txBox="1"/>
            <p:nvPr/>
          </p:nvSpPr>
          <p:spPr bwMode="gray">
            <a:xfrm>
              <a:off x="4136866"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5,40</a:t>
              </a:r>
              <a:endParaRPr lang="de-DE" sz="800" kern="0" baseline="0" dirty="0">
                <a:solidFill>
                  <a:schemeClr val="tx2"/>
                </a:solidFill>
                <a:latin typeface="Arial" panose="020B0604020202020204" pitchFamily="34" charset="0"/>
              </a:endParaRPr>
            </a:p>
          </p:txBody>
        </p:sp>
        <p:sp>
          <p:nvSpPr>
            <p:cNvPr id="38" name="Vermaßung"/>
            <p:cNvSpPr txBox="1"/>
            <p:nvPr/>
          </p:nvSpPr>
          <p:spPr bwMode="gray">
            <a:xfrm>
              <a:off x="6005671"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0,20</a:t>
              </a:r>
              <a:endParaRPr lang="de-DE" sz="800" kern="0" baseline="0" dirty="0">
                <a:solidFill>
                  <a:schemeClr val="tx2"/>
                </a:solidFill>
                <a:latin typeface="Arial" panose="020B0604020202020204" pitchFamily="34" charset="0"/>
              </a:endParaRPr>
            </a:p>
          </p:txBody>
        </p:sp>
        <p:sp>
          <p:nvSpPr>
            <p:cNvPr id="40" name="Vermaßung"/>
            <p:cNvSpPr txBox="1"/>
            <p:nvPr/>
          </p:nvSpPr>
          <p:spPr bwMode="gray">
            <a:xfrm>
              <a:off x="7884000"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5,0</a:t>
              </a:r>
              <a:endParaRPr lang="de-DE" sz="800" kern="0" baseline="0" dirty="0">
                <a:solidFill>
                  <a:schemeClr val="tx2"/>
                </a:solidFill>
                <a:latin typeface="Arial" panose="020B0604020202020204" pitchFamily="34" charset="0"/>
              </a:endParaRPr>
            </a:p>
          </p:txBody>
        </p:sp>
        <p:sp>
          <p:nvSpPr>
            <p:cNvPr id="11" name="Vermaßung"/>
            <p:cNvSpPr txBox="1"/>
            <p:nvPr/>
          </p:nvSpPr>
          <p:spPr bwMode="gray">
            <a:xfrm>
              <a:off x="-343330" y="31882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8,20</a:t>
              </a:r>
              <a:endParaRPr lang="de-DE" sz="800" kern="0" baseline="0" dirty="0">
                <a:solidFill>
                  <a:schemeClr val="tx2"/>
                </a:solidFill>
                <a:latin typeface="Arial" panose="020B0604020202020204" pitchFamily="34" charset="0"/>
              </a:endParaRPr>
            </a:p>
          </p:txBody>
        </p:sp>
        <p:cxnSp>
          <p:nvCxnSpPr>
            <p:cNvPr id="12" name="Vermaßung"/>
            <p:cNvCxnSpPr/>
            <p:nvPr/>
          </p:nvCxnSpPr>
          <p:spPr bwMode="gray">
            <a:xfrm rot="5400000" flipV="1">
              <a:off x="-180000" y="33225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3" name="Vermaßung"/>
            <p:cNvSpPr txBox="1"/>
            <p:nvPr/>
          </p:nvSpPr>
          <p:spPr bwMode="gray">
            <a:xfrm>
              <a:off x="-345996" y="751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7,00</a:t>
              </a:r>
              <a:endParaRPr lang="de-DE" sz="800" kern="0" baseline="0" dirty="0">
                <a:solidFill>
                  <a:schemeClr val="tx2"/>
                </a:solidFill>
                <a:latin typeface="Arial" panose="020B0604020202020204" pitchFamily="34" charset="0"/>
              </a:endParaRPr>
            </a:p>
          </p:txBody>
        </p:sp>
        <p:cxnSp>
          <p:nvCxnSpPr>
            <p:cNvPr id="14" name="Vermaßung"/>
            <p:cNvCxnSpPr/>
            <p:nvPr/>
          </p:nvCxnSpPr>
          <p:spPr bwMode="gray">
            <a:xfrm rot="5400000" flipV="1">
              <a:off x="-180000" y="76405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5" name="Vermaßung"/>
            <p:cNvSpPr txBox="1"/>
            <p:nvPr/>
          </p:nvSpPr>
          <p:spPr bwMode="gray">
            <a:xfrm>
              <a:off x="-345996" y="1363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5,20</a:t>
              </a:r>
              <a:endParaRPr lang="de-DE" sz="800" kern="0" baseline="0" dirty="0">
                <a:solidFill>
                  <a:schemeClr val="tx2"/>
                </a:solidFill>
                <a:latin typeface="Arial" panose="020B0604020202020204" pitchFamily="34" charset="0"/>
              </a:endParaRPr>
            </a:p>
          </p:txBody>
        </p:sp>
        <p:cxnSp>
          <p:nvCxnSpPr>
            <p:cNvPr id="16" name="Vermaßung"/>
            <p:cNvCxnSpPr/>
            <p:nvPr/>
          </p:nvCxnSpPr>
          <p:spPr bwMode="gray">
            <a:xfrm rot="5400000" flipV="1">
              <a:off x="-180000" y="1413794"/>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7" name="Vermaßung"/>
            <p:cNvSpPr txBox="1"/>
            <p:nvPr/>
          </p:nvSpPr>
          <p:spPr bwMode="gray">
            <a:xfrm>
              <a:off x="-345996" y="566205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6,60</a:t>
              </a:r>
              <a:endParaRPr lang="de-DE" sz="800" kern="0" baseline="0" dirty="0">
                <a:solidFill>
                  <a:schemeClr val="tx2"/>
                </a:solidFill>
                <a:latin typeface="Arial" panose="020B0604020202020204" pitchFamily="34" charset="0"/>
              </a:endParaRPr>
            </a:p>
          </p:txBody>
        </p:sp>
        <p:cxnSp>
          <p:nvCxnSpPr>
            <p:cNvPr id="18" name="Vermaßung"/>
            <p:cNvCxnSpPr/>
            <p:nvPr/>
          </p:nvCxnSpPr>
          <p:spPr bwMode="gray">
            <a:xfrm rot="5400000" flipV="1">
              <a:off x="-165996" y="5659273"/>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9" name="Vermaßung"/>
            <p:cNvSpPr txBox="1"/>
            <p:nvPr/>
          </p:nvSpPr>
          <p:spPr bwMode="gray">
            <a:xfrm>
              <a:off x="-345996" y="593465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7,40</a:t>
              </a:r>
              <a:endParaRPr lang="de-DE" sz="800" kern="0" baseline="0" dirty="0">
                <a:solidFill>
                  <a:schemeClr val="tx2"/>
                </a:solidFill>
                <a:latin typeface="Arial" panose="020B0604020202020204" pitchFamily="34" charset="0"/>
              </a:endParaRPr>
            </a:p>
          </p:txBody>
        </p:sp>
        <p:cxnSp>
          <p:nvCxnSpPr>
            <p:cNvPr id="20" name="Vermaßung"/>
            <p:cNvCxnSpPr/>
            <p:nvPr/>
          </p:nvCxnSpPr>
          <p:spPr bwMode="gray">
            <a:xfrm rot="5400000" flipV="1">
              <a:off x="-180000" y="5948825"/>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21" name="Vermaßung"/>
            <p:cNvSpPr txBox="1"/>
            <p:nvPr/>
          </p:nvSpPr>
          <p:spPr bwMode="gray">
            <a:xfrm>
              <a:off x="-345996" y="629444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8,40</a:t>
              </a:r>
              <a:endParaRPr lang="de-DE" sz="800" kern="0" baseline="0" dirty="0">
                <a:solidFill>
                  <a:schemeClr val="tx2"/>
                </a:solidFill>
                <a:latin typeface="Arial" panose="020B0604020202020204" pitchFamily="34" charset="0"/>
              </a:endParaRPr>
            </a:p>
          </p:txBody>
        </p:sp>
        <p:cxnSp>
          <p:nvCxnSpPr>
            <p:cNvPr id="22" name="Vermaßung"/>
            <p:cNvCxnSpPr/>
            <p:nvPr/>
          </p:nvCxnSpPr>
          <p:spPr bwMode="gray">
            <a:xfrm rot="5400000" flipV="1">
              <a:off x="-180000" y="6309188"/>
              <a:ext cx="0" cy="288000"/>
            </a:xfrm>
            <a:prstGeom prst="line">
              <a:avLst/>
            </a:prstGeom>
          </p:spPr>
          <p:style>
            <a:lnRef idx="1">
              <a:schemeClr val="accent6"/>
            </a:lnRef>
            <a:fillRef idx="0">
              <a:schemeClr val="accent6"/>
            </a:fillRef>
            <a:effectRef idx="0">
              <a:schemeClr val="accent6"/>
            </a:effectRef>
            <a:fontRef idx="minor">
              <a:schemeClr val="tx1"/>
            </a:fontRef>
          </p:style>
        </p:cxnSp>
      </p:grpSp>
      <p:sp>
        <p:nvSpPr>
          <p:cNvPr id="2" name="Titel"/>
          <p:cNvSpPr>
            <a:spLocks noGrp="1"/>
          </p:cNvSpPr>
          <p:nvPr>
            <p:ph type="title"/>
          </p:nvPr>
        </p:nvSpPr>
        <p:spPr bwMode="gray">
          <a:xfrm>
            <a:off x="549347" y="906992"/>
            <a:ext cx="11089442" cy="647849"/>
          </a:xfrm>
          <a:prstGeom prst="rect">
            <a:avLst/>
          </a:prstGeom>
        </p:spPr>
        <p:txBody>
          <a:bodyPr vert="horz" lIns="0" tIns="0" rIns="0" bIns="0" rtlCol="0" anchor="t">
            <a:noAutofit/>
          </a:body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3" name="Textbox"/>
          <p:cNvSpPr>
            <a:spLocks noGrp="1"/>
          </p:cNvSpPr>
          <p:nvPr>
            <p:ph type="body" idx="1"/>
          </p:nvPr>
        </p:nvSpPr>
        <p:spPr bwMode="gray">
          <a:xfrm>
            <a:off x="551280" y="1557434"/>
            <a:ext cx="11089444" cy="4247016"/>
          </a:xfrm>
          <a:prstGeom prst="rect">
            <a:avLst/>
          </a:prstGeom>
        </p:spPr>
        <p:txBody>
          <a:bodyPr vert="horz" lIns="0" tIns="72000" rIns="0" bIns="72000" rtlCol="0">
            <a:noAutofit/>
          </a:bodyPr>
          <a:lstStyle/>
          <a:p>
            <a:pPr marL="269875" lvl="0" indent="-269875" defTabSz="914400">
              <a:spcAft>
                <a:spcPts val="0"/>
              </a:spcAft>
              <a:buClr>
                <a:schemeClr val="accent2"/>
              </a:buClr>
              <a:buFont typeface="Wingdings" panose="05000000000000000000" pitchFamily="2" charset="2"/>
            </a:pPr>
            <a:r>
              <a:rPr lang="de-DE" dirty="0"/>
              <a:t>First </a:t>
            </a:r>
            <a:r>
              <a:rPr lang="de-DE" dirty="0" err="1"/>
              <a:t>level</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5" name="Fußzeile"/>
          <p:cNvSpPr>
            <a:spLocks noGrp="1"/>
          </p:cNvSpPr>
          <p:nvPr>
            <p:ph type="ftr" sz="quarter" idx="3"/>
          </p:nvPr>
        </p:nvSpPr>
        <p:spPr bwMode="gray">
          <a:xfrm>
            <a:off x="864115" y="6091416"/>
            <a:ext cx="5233473" cy="359916"/>
          </a:xfrm>
          <a:prstGeom prst="rect">
            <a:avLst/>
          </a:prstGeom>
        </p:spPr>
        <p:txBody>
          <a:bodyPr vert="horz" lIns="0" tIns="0" rIns="0" bIns="0" rtlCol="0" anchor="ctr"/>
          <a:lstStyle>
            <a:lvl1pPr algn="l">
              <a:defRPr sz="1000">
                <a:solidFill>
                  <a:schemeClr val="tx1"/>
                </a:solidFill>
              </a:defRPr>
            </a:lvl1pPr>
          </a:lstStyle>
          <a:p>
            <a:r>
              <a:rPr lang="en-US"/>
              <a:t>Name of the speaker / title of the presentation / date / confidentiality class</a:t>
            </a:r>
            <a:endParaRPr lang="de-DE" dirty="0"/>
          </a:p>
        </p:txBody>
      </p:sp>
      <p:sp>
        <p:nvSpPr>
          <p:cNvPr id="36" name="Foliennummer"/>
          <p:cNvSpPr>
            <a:spLocks noGrp="1"/>
          </p:cNvSpPr>
          <p:nvPr>
            <p:ph type="sldNum" sz="quarter" idx="4"/>
          </p:nvPr>
        </p:nvSpPr>
        <p:spPr bwMode="gray">
          <a:xfrm>
            <a:off x="549345" y="6091416"/>
            <a:ext cx="252034" cy="359916"/>
          </a:xfrm>
          <a:prstGeom prst="rect">
            <a:avLst/>
          </a:prstGeom>
        </p:spPr>
        <p:txBody>
          <a:bodyPr vert="horz" lIns="0" tIns="0" rIns="0" bIns="0" rtlCol="0" anchor="ctr"/>
          <a:lstStyle>
            <a:lvl1pPr algn="l">
              <a:defRPr sz="1000">
                <a:solidFill>
                  <a:schemeClr val="tx1"/>
                </a:solidFill>
              </a:defRPr>
            </a:lvl1pPr>
          </a:lstStyle>
          <a:p>
            <a:fld id="{B227C86F-CC2D-492F-A88C-C748186E73FB}" type="slidenum">
              <a:rPr lang="de-DE" smtClean="0"/>
            </a:fld>
            <a:endParaRPr lang="de-DE" dirty="0"/>
          </a:p>
        </p:txBody>
      </p:sp>
      <p:sp>
        <p:nvSpPr>
          <p:cNvPr id="48" name="PPT Version"/>
          <p:cNvSpPr txBox="1">
            <a:spLocks noChangeArrowheads="1"/>
          </p:cNvSpPr>
          <p:nvPr userDrawn="1"/>
        </p:nvSpPr>
        <p:spPr bwMode="gray">
          <a:xfrm>
            <a:off x="12442523" y="6178843"/>
            <a:ext cx="720094" cy="215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5" tIns="0" rIns="36005" bIns="0">
            <a:noAutofit/>
          </a:bodyPr>
          <a:lstStyle/>
          <a:p>
            <a:r>
              <a:rPr lang="de-DE" sz="1300" dirty="0">
                <a:solidFill>
                  <a:schemeClr val="tx1"/>
                </a:solidFill>
                <a:latin typeface="Arial" panose="020B0604020202020204" pitchFamily="34" charset="0"/>
              </a:rPr>
              <a:t>2024-2 de</a:t>
            </a:r>
            <a:endParaRPr lang="de-DE" sz="1300" dirty="0">
              <a:solidFill>
                <a:schemeClr val="tx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205105" indent="-20510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1pPr>
      <a:lvl2pPr marL="720090"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2pPr>
      <a:lvl3pPr marL="1080135"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3pPr>
      <a:lvl4pPr marL="1440180"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4pPr>
      <a:lvl5pPr marL="1800225"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5pPr>
      <a:lvl6pPr marL="2160270" indent="-269875" algn="l" defTabSz="914400" rtl="0" eaLnBrk="1" latinLnBrk="0" hangingPunct="1">
        <a:lnSpc>
          <a:spcPct val="100000"/>
        </a:lnSpc>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6pPr>
      <a:lvl7pPr marL="2520315" indent="-269875" algn="l" defTabSz="914400" rtl="0" eaLnBrk="1" latinLnBrk="0" hangingPunct="1">
        <a:lnSpc>
          <a:spcPct val="100000"/>
        </a:lnSpc>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3.jpeg"/><Relationship Id="rId1" Type="http://schemas.openxmlformats.org/officeDocument/2006/relationships/image" Target="../media/image12.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6"/>
          </p:nvPr>
        </p:nvSpPr>
        <p:spPr/>
        <p:txBody>
          <a:bodyPr/>
          <a:lstStyle/>
          <a:p>
            <a:r>
              <a:rPr lang="en-GB" dirty="0"/>
              <a:t>International development activities</a:t>
            </a:r>
            <a:endParaRPr lang="en-GB" dirty="0"/>
          </a:p>
        </p:txBody>
      </p:sp>
      <p:graphicFrame>
        <p:nvGraphicFramePr>
          <p:cNvPr id="8" name="Tabelle 7"/>
          <p:cNvGraphicFramePr>
            <a:graphicFrameLocks noGrp="1"/>
          </p:cNvGraphicFramePr>
          <p:nvPr/>
        </p:nvGraphicFramePr>
        <p:xfrm>
          <a:off x="552866" y="1412557"/>
          <a:ext cx="11089443" cy="5867400"/>
        </p:xfrm>
        <a:graphic>
          <a:graphicData uri="http://schemas.openxmlformats.org/drawingml/2006/table">
            <a:tbl>
              <a:tblPr firstRow="1" bandRow="1">
                <a:tableStyleId>{5C22544A-7EE6-4342-B048-85BDC9FD1C3A}</a:tableStyleId>
              </a:tblPr>
              <a:tblGrid>
                <a:gridCol w="2133184"/>
                <a:gridCol w="5857875"/>
                <a:gridCol w="3098384"/>
              </a:tblGrid>
              <a:tr h="239905">
                <a:tc>
                  <a:txBody>
                    <a:bodyPr/>
                    <a:lstStyle/>
                    <a:p>
                      <a:r>
                        <a:rPr lang="en-GB" sz="1400" noProof="0" dirty="0"/>
                        <a:t>Project name</a:t>
                      </a:r>
                      <a:endParaRPr lang="en-GB" sz="1400" noProof="0" dirty="0"/>
                    </a:p>
                  </a:txBody>
                  <a:tcPr>
                    <a:solidFill>
                      <a:schemeClr val="accent6"/>
                    </a:solidFill>
                  </a:tcPr>
                </a:tc>
                <a:tc gridSpan="2">
                  <a:txBody>
                    <a:bodyPr/>
                    <a:lstStyle/>
                    <a:p>
                      <a:r>
                        <a:rPr lang="en-US" altLang="en-GB" noProof="0"/>
                        <a:t>Low Cost </a:t>
                      </a:r>
                      <a:r>
                        <a:rPr lang="en-GB" noProof="0"/>
                        <a:t>AI  Inspection</a:t>
                      </a:r>
                      <a:endParaRPr lang="en-GB" noProof="0" dirty="0"/>
                    </a:p>
                  </a:txBody>
                  <a:tcPr>
                    <a:solidFill>
                      <a:schemeClr val="accent6"/>
                    </a:solidFill>
                  </a:tcPr>
                </a:tc>
                <a:tc hMerge="1">
                  <a:tcPr/>
                </a:tc>
              </a:tr>
              <a:tr h="239905">
                <a:tc>
                  <a:txBody>
                    <a:bodyPr/>
                    <a:lstStyle/>
                    <a:p>
                      <a:r>
                        <a:rPr lang="en-GB" sz="1400" noProof="0" dirty="0"/>
                        <a:t>Customer</a:t>
                      </a:r>
                      <a:endParaRPr lang="en-GB" sz="1400" noProof="0" dirty="0"/>
                    </a:p>
                  </a:txBody>
                  <a:tcPr>
                    <a:solidFill>
                      <a:schemeClr val="bg2">
                        <a:lumMod val="85000"/>
                      </a:schemeClr>
                    </a:solidFill>
                  </a:tcPr>
                </a:tc>
                <a:tc>
                  <a:txBody>
                    <a:bodyPr/>
                    <a:lstStyle/>
                    <a:p>
                      <a:r>
                        <a:rPr lang="zh-CN" altLang="en-US" sz="1000" noProof="0" dirty="0"/>
                        <a:t>手工线</a:t>
                      </a:r>
                      <a:r>
                        <a:rPr lang="en-US" altLang="zh-CN" sz="1000" noProof="0" dirty="0"/>
                        <a:t>/</a:t>
                      </a:r>
                      <a:r>
                        <a:rPr lang="zh-CN" altLang="en-US" sz="1000" noProof="0" dirty="0"/>
                        <a:t>来料检验</a:t>
                      </a:r>
                      <a:r>
                        <a:rPr lang="en-US" altLang="zh-CN" sz="1000" noProof="0" dirty="0"/>
                        <a:t>/</a:t>
                      </a:r>
                      <a:r>
                        <a:rPr lang="zh-CN" altLang="en-US" sz="1000" noProof="0" dirty="0"/>
                        <a:t>金属件生产</a:t>
                      </a:r>
                      <a:endParaRPr lang="en-GB" sz="1000" noProof="0" dirty="0"/>
                    </a:p>
                  </a:txBody>
                  <a:tcPr>
                    <a:solidFill>
                      <a:schemeClr val="bg2">
                        <a:lumMod val="95000"/>
                      </a:schemeClr>
                    </a:solidFill>
                  </a:tcPr>
                </a:tc>
                <a:tc rowSpan="10">
                  <a:txBody>
                    <a:bodyPr/>
                    <a:lstStyle/>
                    <a:p>
                      <a:endParaRPr lang="en-GB" sz="1100" i="1" noProof="0" dirty="0"/>
                    </a:p>
                  </a:txBody>
                  <a:tcPr>
                    <a:solidFill>
                      <a:schemeClr val="bg2">
                        <a:lumMod val="95000"/>
                      </a:schemeClr>
                    </a:solidFill>
                  </a:tcPr>
                </a:tc>
              </a:tr>
              <a:tr h="239905">
                <a:tc>
                  <a:txBody>
                    <a:bodyPr/>
                    <a:lstStyle/>
                    <a:p>
                      <a:r>
                        <a:rPr lang="en-GB" sz="1400" noProof="0" dirty="0"/>
                        <a:t>Stakeholder</a:t>
                      </a:r>
                      <a:endParaRPr lang="en-GB" sz="1400" noProof="0" dirty="0"/>
                    </a:p>
                  </a:txBody>
                  <a:tcPr>
                    <a:solidFill>
                      <a:schemeClr val="bg2">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noProof="0" dirty="0"/>
                        <a:t>DC</a:t>
                      </a:r>
                      <a:r>
                        <a:rPr lang="zh-CN" altLang="en-US" sz="1000" noProof="0" dirty="0"/>
                        <a:t> </a:t>
                      </a:r>
                      <a:r>
                        <a:rPr lang="en-US" altLang="zh-CN" sz="1000" noProof="0" dirty="0"/>
                        <a:t>IC</a:t>
                      </a:r>
                      <a:r>
                        <a:rPr lang="zh-CN" altLang="en-US" sz="1000" noProof="0" dirty="0"/>
                        <a:t> 金工 质量</a:t>
                      </a:r>
                      <a:endParaRPr lang="en-GB" altLang="zh-CN" sz="1000" noProof="0" dirty="0"/>
                    </a:p>
                  </a:txBody>
                  <a:tcPr>
                    <a:solidFill>
                      <a:schemeClr val="bg2">
                        <a:lumMod val="95000"/>
                      </a:schemeClr>
                    </a:solidFill>
                  </a:tcPr>
                </a:tc>
                <a:tc vMerge="1">
                  <a:tcPr/>
                </a:tc>
              </a:tr>
              <a:tr h="305633">
                <a:tc>
                  <a:txBody>
                    <a:bodyPr/>
                    <a:lstStyle/>
                    <a:p>
                      <a:r>
                        <a:rPr lang="en-GB" sz="1400" noProof="0" dirty="0"/>
                        <a:t>Demand </a:t>
                      </a:r>
                      <a:endParaRPr lang="en-GB" sz="1400" noProof="0" dirty="0"/>
                    </a:p>
                    <a:p>
                      <a:r>
                        <a:rPr lang="en-GB" sz="1100" noProof="0" dirty="0"/>
                        <a:t>(compared to state of the art)</a:t>
                      </a:r>
                      <a:endParaRPr lang="en-GB" sz="1400" noProof="0" dirty="0"/>
                    </a:p>
                  </a:txBody>
                  <a:tcPr>
                    <a:solidFill>
                      <a:schemeClr val="bg2">
                        <a:lumMod val="85000"/>
                      </a:schemeClr>
                    </a:solidFill>
                  </a:tcPr>
                </a:tc>
                <a:tc>
                  <a:txBody>
                    <a:bodyPr/>
                    <a:lstStyle/>
                    <a:p>
                      <a:pPr algn="ctr"/>
                      <a:r>
                        <a:rPr lang="zh-CN" altLang="en-US" sz="1000" dirty="0">
                          <a:sym typeface="+mn-ea"/>
                        </a:rPr>
                        <a:t>手工线：现有视觉系统有基于智能相机的方案，有</a:t>
                      </a:r>
                      <a:r>
                        <a:rPr lang="en-US" altLang="zh-CN" sz="1000" dirty="0" err="1">
                          <a:sym typeface="+mn-ea"/>
                        </a:rPr>
                        <a:t>camerasystem</a:t>
                      </a:r>
                      <a:r>
                        <a:rPr lang="zh-CN" altLang="en-US" sz="1000" dirty="0">
                          <a:sym typeface="+mn-ea"/>
                        </a:rPr>
                        <a:t>的方案，对于生产过程中的常规检测需求，如错漏装和常规的尺寸检测。现有的系统方案相对外部供应商的成本较高</a:t>
                      </a:r>
                      <a:r>
                        <a:rPr lang="en-US" altLang="zh-CN" sz="1000" dirty="0">
                          <a:sym typeface="+mn-ea"/>
                        </a:rPr>
                        <a:t>,8,000</a:t>
                      </a:r>
                      <a:r>
                        <a:rPr lang="zh-CN" altLang="en-US" sz="1000" dirty="0">
                          <a:sym typeface="+mn-ea"/>
                        </a:rPr>
                        <a:t>欧元</a:t>
                      </a:r>
                      <a:r>
                        <a:rPr lang="en-US" altLang="zh-CN" sz="1000" dirty="0">
                          <a:sym typeface="+mn-ea"/>
                        </a:rPr>
                        <a:t>-&gt;40,00</a:t>
                      </a:r>
                      <a:r>
                        <a:rPr lang="zh-CN" altLang="en-US" sz="1000" dirty="0">
                          <a:sym typeface="+mn-ea"/>
                        </a:rPr>
                        <a:t>欧元</a:t>
                      </a:r>
                      <a:endParaRPr lang="en-US" altLang="zh-CN" sz="1000" dirty="0"/>
                    </a:p>
                    <a:p>
                      <a:pPr algn="ctr"/>
                      <a:r>
                        <a:rPr lang="en-US" altLang="zh-CN" sz="1000" dirty="0">
                          <a:sym typeface="+mn-ea"/>
                        </a:rPr>
                        <a:t>*</a:t>
                      </a:r>
                      <a:r>
                        <a:rPr lang="zh-CN" altLang="en-US" sz="1000" dirty="0">
                          <a:sym typeface="+mn-ea"/>
                        </a:rPr>
                        <a:t>新开发金属件和来料检验的检测方案正在评估中</a:t>
                      </a:r>
                      <a:endParaRPr lang="en-US" altLang="zh-CN" sz="1000" dirty="0"/>
                    </a:p>
                    <a:p>
                      <a:endParaRPr lang="en-GB" sz="1000" noProof="0" dirty="0"/>
                    </a:p>
                  </a:txBody>
                  <a:tcPr>
                    <a:solidFill>
                      <a:schemeClr val="bg2">
                        <a:lumMod val="95000"/>
                      </a:schemeClr>
                    </a:solidFill>
                  </a:tcPr>
                </a:tc>
                <a:tc vMerge="1">
                  <a:tcPr/>
                </a:tc>
              </a:tr>
              <a:tr h="305633">
                <a:tc>
                  <a:txBody>
                    <a:bodyPr/>
                    <a:lstStyle/>
                    <a:p>
                      <a:r>
                        <a:rPr lang="en-GB" sz="1400" noProof="0" dirty="0"/>
                        <a:t>Expected results </a:t>
                      </a:r>
                      <a:br>
                        <a:rPr lang="en-GB" sz="1400" noProof="0" dirty="0"/>
                      </a:br>
                      <a:r>
                        <a:rPr lang="en-GB" sz="1100" noProof="0" dirty="0"/>
                        <a:t>(and usage of the results)</a:t>
                      </a:r>
                      <a:endParaRPr lang="en-GB" sz="1400" noProof="0" dirty="0"/>
                    </a:p>
                  </a:txBody>
                  <a:tcPr>
                    <a:solidFill>
                      <a:schemeClr val="bg2">
                        <a:lumMod val="85000"/>
                      </a:schemeClr>
                    </a:solidFill>
                  </a:tcPr>
                </a:tc>
                <a:tc>
                  <a:txBody>
                    <a:bodyPr/>
                    <a:lstStyle/>
                    <a:p>
                      <a:r>
                        <a:rPr lang="en-GB" sz="1000" noProof="0" dirty="0"/>
                        <a:t>10+</a:t>
                      </a:r>
                      <a:r>
                        <a:rPr lang="zh-CN" altLang="en-US" sz="1000" noProof="0" dirty="0"/>
                        <a:t>台 手工线</a:t>
                      </a:r>
                      <a:endParaRPr lang="en-US" altLang="zh-CN" sz="1000" noProof="0" dirty="0"/>
                    </a:p>
                    <a:p>
                      <a:r>
                        <a:rPr lang="zh-CN" altLang="en-US" sz="1000" noProof="0" dirty="0"/>
                        <a:t>首台 金属件生产</a:t>
                      </a:r>
                      <a:endParaRPr lang="en-US" altLang="zh-CN" sz="1000" noProof="0" dirty="0"/>
                    </a:p>
                    <a:p>
                      <a:r>
                        <a:rPr lang="zh-CN" altLang="en-US" sz="1000" noProof="0" dirty="0"/>
                        <a:t>首台 质量来料检验</a:t>
                      </a:r>
                      <a:endParaRPr lang="en-GB" sz="1000" noProof="0" dirty="0"/>
                    </a:p>
                    <a:p>
                      <a:endParaRPr lang="en-GB" sz="1000" noProof="0" dirty="0"/>
                    </a:p>
                  </a:txBody>
                  <a:tcPr>
                    <a:solidFill>
                      <a:schemeClr val="bg2">
                        <a:lumMod val="95000"/>
                      </a:schemeClr>
                    </a:solidFill>
                  </a:tcPr>
                </a:tc>
                <a:tc vMerge="1">
                  <a:tcPr/>
                </a:tc>
              </a:tr>
              <a:tr h="239905">
                <a:tc>
                  <a:txBody>
                    <a:bodyPr/>
                    <a:lstStyle/>
                    <a:p>
                      <a:r>
                        <a:rPr lang="en-GB" sz="1400" noProof="0" dirty="0"/>
                        <a:t>Economical benefits</a:t>
                      </a:r>
                      <a:endParaRPr lang="en-GB" sz="1400" noProof="0" dirty="0"/>
                    </a:p>
                  </a:txBody>
                  <a:tcPr>
                    <a:solidFill>
                      <a:schemeClr val="bg2">
                        <a:lumMod val="85000"/>
                      </a:schemeClr>
                    </a:solidFill>
                  </a:tcPr>
                </a:tc>
                <a:tc>
                  <a:txBody>
                    <a:bodyPr/>
                    <a:lstStyle/>
                    <a:p>
                      <a:r>
                        <a:rPr lang="zh-CN" altLang="en-US" sz="1000" noProof="0" dirty="0"/>
                        <a:t>检测系统成本降低，从</a:t>
                      </a:r>
                      <a:r>
                        <a:rPr lang="en-US" altLang="zh-CN" sz="1000" noProof="0" dirty="0"/>
                        <a:t>6</a:t>
                      </a:r>
                      <a:r>
                        <a:rPr lang="zh-CN" altLang="en-US" sz="1000" noProof="0" dirty="0"/>
                        <a:t>万</a:t>
                      </a:r>
                      <a:r>
                        <a:rPr lang="en-US" altLang="zh-CN" sz="1000" noProof="0" dirty="0"/>
                        <a:t>-&gt;3</a:t>
                      </a:r>
                      <a:r>
                        <a:rPr lang="zh-CN" altLang="en-US" sz="1000" noProof="0" dirty="0"/>
                        <a:t>万，缩短调试工时，</a:t>
                      </a:r>
                      <a:r>
                        <a:rPr lang="en-US" altLang="zh-CN" sz="1000" noProof="0" dirty="0"/>
                        <a:t>5</a:t>
                      </a:r>
                      <a:r>
                        <a:rPr lang="zh-CN" altLang="en-US" sz="1000" noProof="0" dirty="0"/>
                        <a:t>天</a:t>
                      </a:r>
                      <a:r>
                        <a:rPr lang="en-US" altLang="zh-CN" sz="1000" noProof="0" dirty="0"/>
                        <a:t>-&gt;2</a:t>
                      </a:r>
                      <a:r>
                        <a:rPr lang="zh-CN" altLang="en-US" sz="1000" noProof="0" dirty="0"/>
                        <a:t>天</a:t>
                      </a:r>
                      <a:endParaRPr lang="en-US" altLang="zh-CN" sz="1000" noProof="0" dirty="0"/>
                    </a:p>
                    <a:p>
                      <a:r>
                        <a:rPr lang="zh-CN" altLang="en-US" sz="1000" noProof="0" dirty="0"/>
                        <a:t>质量提升减少客诉</a:t>
                      </a:r>
                      <a:endParaRPr lang="en-US" altLang="zh-CN" sz="1000" noProof="0" dirty="0"/>
                    </a:p>
                    <a:p>
                      <a:r>
                        <a:rPr lang="zh-CN" altLang="en-US" sz="1000" noProof="0" dirty="0"/>
                        <a:t>降低人工的目检工作量</a:t>
                      </a:r>
                      <a:endParaRPr lang="en-US" altLang="zh-CN" sz="1000" noProof="0" dirty="0"/>
                    </a:p>
                    <a:p>
                      <a:r>
                        <a:rPr lang="zh-CN" altLang="en-US" sz="1000" noProof="0" dirty="0"/>
                        <a:t>减少工程师维护工作量，可以让维修人员</a:t>
                      </a:r>
                      <a:r>
                        <a:rPr lang="zh-CN" altLang="en-US" sz="1000" noProof="0" dirty="0"/>
                        <a:t>维护</a:t>
                      </a:r>
                      <a:endParaRPr lang="zh-CN" altLang="en-US" sz="1000" noProof="0" dirty="0"/>
                    </a:p>
                  </a:txBody>
                  <a:tcPr>
                    <a:solidFill>
                      <a:schemeClr val="bg2">
                        <a:lumMod val="95000"/>
                      </a:schemeClr>
                    </a:solidFill>
                  </a:tcPr>
                </a:tc>
                <a:tc vMerge="1">
                  <a:tcPr/>
                </a:tc>
              </a:tr>
              <a:tr h="239905">
                <a:tc>
                  <a:txBody>
                    <a:bodyPr/>
                    <a:lstStyle/>
                    <a:p>
                      <a:r>
                        <a:rPr lang="en-GB" sz="1400" noProof="0" dirty="0"/>
                        <a:t>Procedure</a:t>
                      </a:r>
                      <a:endParaRPr lang="en-GB" sz="1400" noProof="0" dirty="0"/>
                    </a:p>
                  </a:txBody>
                  <a:tcPr>
                    <a:solidFill>
                      <a:schemeClr val="bg2">
                        <a:lumMod val="85000"/>
                      </a:schemeClr>
                    </a:solidFill>
                  </a:tcPr>
                </a:tc>
                <a:tc>
                  <a:txBody>
                    <a:bodyPr/>
                    <a:lstStyle/>
                    <a:p>
                      <a:pPr marL="0" indent="0">
                        <a:buNone/>
                      </a:pPr>
                      <a:r>
                        <a:rPr lang="en-US" sz="1000" dirty="0"/>
                        <a:t>1.Requirement analysis </a:t>
                      </a:r>
                      <a:endParaRPr lang="en-US" sz="1000" dirty="0"/>
                    </a:p>
                    <a:p>
                      <a:pPr marL="0" indent="0">
                        <a:buNone/>
                      </a:pPr>
                      <a:r>
                        <a:rPr lang="en-US" sz="1000" dirty="0"/>
                        <a:t>2. Hardware/software platform selection</a:t>
                      </a:r>
                      <a:endParaRPr lang="en-US" sz="1000" dirty="0"/>
                    </a:p>
                    <a:p>
                      <a:r>
                        <a:rPr lang="en-US" sz="1000" dirty="0"/>
                        <a:t>3. AI model development &amp; validation </a:t>
                      </a:r>
                      <a:endParaRPr lang="en-US" sz="1000" dirty="0"/>
                    </a:p>
                    <a:p>
                      <a:r>
                        <a:rPr lang="en-US" sz="1000" dirty="0"/>
                        <a:t>4. UI design &amp; usability testing </a:t>
                      </a:r>
                      <a:endParaRPr lang="en-US" sz="1000" dirty="0"/>
                    </a:p>
                    <a:p>
                      <a:r>
                        <a:rPr lang="en-US" sz="1000" dirty="0"/>
                        <a:t>5. On-site prototype validation </a:t>
                      </a:r>
                      <a:endParaRPr lang="en-US" sz="1000" dirty="0"/>
                    </a:p>
                    <a:p>
                      <a:r>
                        <a:rPr lang="en-US" sz="1000" dirty="0"/>
                        <a:t>6. Pilot run, tuning &amp; full deployment </a:t>
                      </a:r>
                      <a:endParaRPr lang="en-US" sz="1000" dirty="0"/>
                    </a:p>
                    <a:p>
                      <a:r>
                        <a:rPr lang="en-US" sz="1000" dirty="0"/>
                        <a:t>7. Handover and training</a:t>
                      </a:r>
                      <a:endParaRPr lang="en-GB" sz="1000" noProof="0" dirty="0"/>
                    </a:p>
                  </a:txBody>
                  <a:tcPr>
                    <a:solidFill>
                      <a:schemeClr val="bg2">
                        <a:lumMod val="95000"/>
                      </a:schemeClr>
                    </a:solidFill>
                  </a:tcPr>
                </a:tc>
                <a:tc vMerge="1">
                  <a:tcPr/>
                </a:tc>
              </a:tr>
              <a:tr h="23990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400" noProof="0" dirty="0"/>
                        <a:t>Project team</a:t>
                      </a:r>
                      <a:endParaRPr lang="en-GB" sz="1400" noProof="0" dirty="0"/>
                    </a:p>
                  </a:txBody>
                  <a:tcPr>
                    <a:solidFill>
                      <a:schemeClr val="bg2">
                        <a:lumMod val="85000"/>
                      </a:schemeClr>
                    </a:solidFill>
                  </a:tcPr>
                </a:tc>
                <a:tc>
                  <a:txBody>
                    <a:bodyPr/>
                    <a:lstStyle/>
                    <a:p>
                      <a:r>
                        <a:rPr lang="zh-CN" altLang="en-US" sz="1000" noProof="0" dirty="0"/>
                        <a:t>写人名字</a:t>
                      </a:r>
                      <a:endParaRPr lang="en-GB" sz="1000" noProof="0" dirty="0"/>
                    </a:p>
                  </a:txBody>
                  <a:tcPr>
                    <a:solidFill>
                      <a:schemeClr val="bg2">
                        <a:lumMod val="95000"/>
                      </a:schemeClr>
                    </a:solidFill>
                  </a:tcPr>
                </a:tc>
                <a:tc vMerge="1">
                  <a:tcPr/>
                </a:tc>
              </a:tr>
              <a:tr h="30563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400" noProof="0" dirty="0"/>
                        <a:t>Time schedule </a:t>
                      </a:r>
                      <a:br>
                        <a:rPr lang="en-GB" sz="1400" noProof="0" dirty="0"/>
                      </a:br>
                      <a:r>
                        <a:rPr lang="en-GB" sz="1100" noProof="0" dirty="0"/>
                        <a:t>(start, end, milestones)</a:t>
                      </a:r>
                      <a:endParaRPr lang="en-GB" sz="1400" noProof="0" dirty="0"/>
                    </a:p>
                  </a:txBody>
                  <a:tcPr>
                    <a:solidFill>
                      <a:schemeClr val="bg2">
                        <a:lumMod val="85000"/>
                      </a:schemeClr>
                    </a:solidFill>
                  </a:tcPr>
                </a:tc>
                <a:tc>
                  <a:txBody>
                    <a:bodyPr/>
                    <a:lstStyle/>
                    <a:p>
                      <a:r>
                        <a:rPr lang="en-US" sz="1000" noProof="0" dirty="0"/>
                        <a:t>2026.3</a:t>
                      </a:r>
                      <a:r>
                        <a:rPr lang="zh-CN" altLang="en-US" sz="1000" noProof="0" dirty="0"/>
                        <a:t>月底首台样机调试，</a:t>
                      </a:r>
                      <a:r>
                        <a:rPr lang="en-US" altLang="zh-CN" sz="1000" noProof="0" dirty="0"/>
                        <a:t>2026.4.2</a:t>
                      </a:r>
                      <a:r>
                        <a:rPr lang="zh-CN" altLang="en-US" sz="1000" noProof="0" dirty="0"/>
                        <a:t>产线使用；</a:t>
                      </a:r>
                      <a:r>
                        <a:rPr lang="en-US" altLang="zh-CN" sz="1000" noProof="0" dirty="0"/>
                        <a:t>2026.4</a:t>
                      </a:r>
                      <a:r>
                        <a:rPr lang="zh-CN" altLang="en-US" sz="1000" noProof="0" dirty="0"/>
                        <a:t>月完成</a:t>
                      </a:r>
                      <a:r>
                        <a:rPr lang="en-US" altLang="zh-CN" sz="1000" noProof="0" dirty="0"/>
                        <a:t>2</a:t>
                      </a:r>
                      <a:r>
                        <a:rPr lang="zh-CN" altLang="en-US" sz="1000" noProof="0" dirty="0"/>
                        <a:t>台调试；</a:t>
                      </a:r>
                      <a:r>
                        <a:rPr lang="en-US" altLang="zh-CN" sz="1000" noProof="0" dirty="0"/>
                        <a:t> 5</a:t>
                      </a:r>
                      <a:r>
                        <a:rPr lang="zh-CN" altLang="en-US" sz="1000" noProof="0" dirty="0"/>
                        <a:t>月完成</a:t>
                      </a:r>
                      <a:r>
                        <a:rPr lang="en-US" altLang="zh-CN" sz="1000" noProof="0" dirty="0"/>
                        <a:t>2</a:t>
                      </a:r>
                      <a:r>
                        <a:rPr lang="zh-CN" altLang="en-US" sz="1000" noProof="0" dirty="0"/>
                        <a:t>台调试；预计</a:t>
                      </a:r>
                      <a:r>
                        <a:rPr lang="en-US" altLang="zh-CN" sz="1000" noProof="0" dirty="0"/>
                        <a:t>6</a:t>
                      </a:r>
                      <a:r>
                        <a:rPr lang="zh-CN" altLang="en-US" sz="1000" noProof="0" dirty="0"/>
                        <a:t>月完成</a:t>
                      </a:r>
                      <a:r>
                        <a:rPr lang="en-US" altLang="zh-CN" sz="1000" noProof="0" dirty="0"/>
                        <a:t>3D</a:t>
                      </a:r>
                      <a:r>
                        <a:rPr lang="zh-CN" altLang="en-US" sz="1000" noProof="0" dirty="0"/>
                        <a:t>调试；</a:t>
                      </a:r>
                      <a:endParaRPr lang="en-US" sz="1000" noProof="0" dirty="0"/>
                    </a:p>
                    <a:p>
                      <a:r>
                        <a:rPr lang="zh-CN" altLang="en-US" sz="1000" noProof="0" dirty="0"/>
                        <a:t>未来规划是原材料生产的检测，和来料的质量检测</a:t>
                      </a:r>
                      <a:endParaRPr lang="en-GB" sz="1000" noProof="0" dirty="0"/>
                    </a:p>
                  </a:txBody>
                  <a:tcPr>
                    <a:solidFill>
                      <a:schemeClr val="bg2">
                        <a:lumMod val="95000"/>
                      </a:schemeClr>
                    </a:solidFill>
                  </a:tcPr>
                </a:tc>
                <a:tc vMerge="1">
                  <a:tcPr/>
                </a:tc>
              </a:tr>
              <a:tr h="305633">
                <a:tc>
                  <a:txBody>
                    <a:bodyPr/>
                    <a:lstStyle/>
                    <a:p>
                      <a:r>
                        <a:rPr lang="en-GB" sz="1400" noProof="0" dirty="0"/>
                        <a:t>Project costs </a:t>
                      </a:r>
                      <a:endParaRPr lang="en-GB" sz="1400" noProof="0" dirty="0"/>
                    </a:p>
                    <a:p>
                      <a:r>
                        <a:rPr lang="en-GB" sz="1100" noProof="0" dirty="0"/>
                        <a:t>(personal, material)</a:t>
                      </a:r>
                      <a:endParaRPr lang="en-GB" sz="1100" noProof="0" dirty="0"/>
                    </a:p>
                  </a:txBody>
                  <a:tcPr>
                    <a:solidFill>
                      <a:schemeClr val="bg2">
                        <a:lumMod val="85000"/>
                      </a:schemeClr>
                    </a:solidFill>
                  </a:tcPr>
                </a:tc>
                <a:tc>
                  <a:txBody>
                    <a:bodyPr/>
                    <a:lstStyle/>
                    <a:p>
                      <a:r>
                        <a:rPr lang="en-GB" sz="1000" noProof="0" dirty="0"/>
                        <a:t>100</a:t>
                      </a:r>
                      <a:r>
                        <a:rPr lang="en-US" sz="1000" noProof="0" dirty="0"/>
                        <a:t>,000 </a:t>
                      </a:r>
                      <a:r>
                        <a:rPr lang="zh-CN" altLang="en-US" sz="1000" noProof="0" dirty="0"/>
                        <a:t>欧元</a:t>
                      </a:r>
                      <a:endParaRPr lang="zh-CN" altLang="en-US" sz="1000" noProof="0" dirty="0"/>
                    </a:p>
                  </a:txBody>
                  <a:tcPr>
                    <a:solidFill>
                      <a:schemeClr val="bg2">
                        <a:lumMod val="95000"/>
                      </a:schemeClr>
                    </a:solidFill>
                  </a:tcPr>
                </a:tc>
                <a:tc vMerge="1">
                  <a:tcPr/>
                </a:tc>
              </a:tr>
              <a:tr h="239905">
                <a:tc>
                  <a:txBody>
                    <a:bodyPr/>
                    <a:lstStyle/>
                    <a:p>
                      <a:r>
                        <a:rPr lang="en-GB" sz="1400" noProof="0" dirty="0"/>
                        <a:t>GTIS project number</a:t>
                      </a:r>
                      <a:endParaRPr lang="en-GB" sz="1400" noProof="0" dirty="0"/>
                    </a:p>
                  </a:txBody>
                  <a:tcPr>
                    <a:solidFill>
                      <a:schemeClr val="bg2">
                        <a:lumMod val="85000"/>
                      </a:schemeClr>
                    </a:solidFill>
                  </a:tcPr>
                </a:tc>
                <a:tc>
                  <a:txBody>
                    <a:bodyPr/>
                    <a:lstStyle/>
                    <a:p>
                      <a:r>
                        <a:rPr lang="en-GB" sz="1000" noProof="0" dirty="0"/>
                        <a:t>S26011?</a:t>
                      </a:r>
                      <a:endParaRPr lang="en-GB" sz="1000" noProof="0" dirty="0"/>
                    </a:p>
                  </a:txBody>
                  <a:tcPr>
                    <a:solidFill>
                      <a:schemeClr val="bg2">
                        <a:lumMod val="95000"/>
                      </a:schemeClr>
                    </a:solidFill>
                  </a:tcPr>
                </a:tc>
                <a:tc vMerge="1">
                  <a:tcPr/>
                </a:tc>
              </a:tr>
            </a:tbl>
          </a:graphicData>
        </a:graphic>
      </p:graphicFrame>
      <p:sp>
        <p:nvSpPr>
          <p:cNvPr id="3" name="Titel 2"/>
          <p:cNvSpPr>
            <a:spLocks noGrp="1"/>
          </p:cNvSpPr>
          <p:nvPr>
            <p:ph type="title"/>
          </p:nvPr>
        </p:nvSpPr>
        <p:spPr>
          <a:xfrm>
            <a:off x="550873" y="909638"/>
            <a:ext cx="11089444" cy="645203"/>
          </a:xfrm>
        </p:spPr>
        <p:txBody>
          <a:bodyPr/>
          <a:lstStyle/>
          <a:p>
            <a:r>
              <a:rPr lang="en-GB" noProof="0" dirty="0"/>
              <a:t>Project short outline</a:t>
            </a:r>
            <a:endParaRPr lang="en-GB" noProof="0" dirty="0"/>
          </a:p>
        </p:txBody>
      </p:sp>
      <p:graphicFrame>
        <p:nvGraphicFramePr>
          <p:cNvPr id="4" name="Tabelle 3"/>
          <p:cNvGraphicFramePr>
            <a:graphicFrameLocks noGrp="1"/>
          </p:cNvGraphicFramePr>
          <p:nvPr/>
        </p:nvGraphicFramePr>
        <p:xfrm>
          <a:off x="550873" y="7324665"/>
          <a:ext cx="7988668" cy="989799"/>
        </p:xfrm>
        <a:graphic>
          <a:graphicData uri="http://schemas.openxmlformats.org/drawingml/2006/table">
            <a:tbl>
              <a:tblPr firstRow="1" bandRow="1">
                <a:tableStyleId>{5C22544A-7EE6-4342-B048-85BDC9FD1C3A}</a:tableStyleId>
              </a:tblPr>
              <a:tblGrid>
                <a:gridCol w="1997167"/>
                <a:gridCol w="1997167"/>
                <a:gridCol w="1997167"/>
                <a:gridCol w="1997167"/>
              </a:tblGrid>
              <a:tr h="202131">
                <a:tc>
                  <a:txBody>
                    <a:bodyPr/>
                    <a:lstStyle/>
                    <a:p>
                      <a:r>
                        <a:rPr lang="en-GB" sz="1200" b="0" noProof="0" dirty="0"/>
                        <a:t>Location (Manager)</a:t>
                      </a:r>
                      <a:endParaRPr lang="en-GB" sz="12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noProof="0" dirty="0"/>
                        <a:t>AT BLG (Manager)</a:t>
                      </a:r>
                      <a:endParaRPr lang="en-GB" sz="12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noProof="0" dirty="0"/>
                        <a:t>AT BLG (Director)</a:t>
                      </a:r>
                      <a:endParaRPr lang="en-GB" sz="12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noProof="0" dirty="0"/>
                        <a:t>AT BLG (Senior Director)</a:t>
                      </a:r>
                      <a:endParaRPr lang="en-GB" sz="1200" b="0" noProof="0" dirty="0"/>
                    </a:p>
                  </a:txBody>
                  <a:tcPr/>
                </a:tc>
              </a:tr>
              <a:tr h="179672">
                <a:tc>
                  <a:txBody>
                    <a:bodyPr/>
                    <a:lstStyle/>
                    <a:p>
                      <a:r>
                        <a:rPr lang="en-GB" sz="1000" b="0" noProof="0" dirty="0"/>
                        <a:t>Name</a:t>
                      </a:r>
                      <a:endParaRPr lang="en-GB" sz="10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000" b="0" noProof="0" dirty="0"/>
                        <a:t>Name</a:t>
                      </a:r>
                      <a:endParaRPr lang="en-GB" sz="10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000" b="0" noProof="0" dirty="0"/>
                        <a:t>Name</a:t>
                      </a:r>
                      <a:endParaRPr lang="en-GB" sz="10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000" b="0" noProof="0" dirty="0"/>
                        <a:t>Name</a:t>
                      </a:r>
                      <a:endParaRPr lang="en-GB" sz="1000" b="0" noProof="0" dirty="0"/>
                    </a:p>
                  </a:txBody>
                  <a:tcPr/>
                </a:tc>
              </a:tr>
              <a:tr h="471639">
                <a:tc>
                  <a:txBody>
                    <a:bodyPr/>
                    <a:lstStyle/>
                    <a:p>
                      <a:r>
                        <a:rPr lang="en-US" dirty="0"/>
                        <a:t>Gong</a:t>
                      </a:r>
                      <a:r>
                        <a:rPr lang="zh-CN" altLang="en-US" dirty="0"/>
                        <a:t> </a:t>
                      </a:r>
                      <a:r>
                        <a:rPr lang="en-US" altLang="zh-CN" dirty="0"/>
                        <a:t>Yu</a:t>
                      </a:r>
                      <a:endParaRPr lang="de-DE" dirty="0"/>
                    </a:p>
                  </a:txBody>
                  <a:tcPr/>
                </a:tc>
                <a:tc>
                  <a:txBody>
                    <a:bodyPr/>
                    <a:lstStyle/>
                    <a:p>
                      <a:endParaRPr lang="de-DE" dirty="0"/>
                    </a:p>
                  </a:txBody>
                  <a:tcPr/>
                </a:tc>
                <a:tc>
                  <a:txBody>
                    <a:bodyPr/>
                    <a:lstStyle/>
                    <a:p>
                      <a:endParaRPr lang="de-DE" dirty="0"/>
                    </a:p>
                  </a:txBody>
                  <a:tcPr/>
                </a:tc>
                <a:tc>
                  <a:txBody>
                    <a:bodyPr/>
                    <a:lstStyle/>
                    <a:p>
                      <a:endParaRPr lang="de-DE" dirty="0"/>
                    </a:p>
                  </a:txBody>
                  <a:tcPr/>
                </a:tc>
              </a:tr>
            </a:tbl>
          </a:graphicData>
        </a:graphic>
      </p:graphicFrame>
      <p:pic>
        <p:nvPicPr>
          <p:cNvPr id="5" name="图片 4"/>
          <p:cNvPicPr>
            <a:picLocks noChangeAspect="1"/>
          </p:cNvPicPr>
          <p:nvPr/>
        </p:nvPicPr>
        <p:blipFill>
          <a:blip r:embed="rId1"/>
          <a:stretch>
            <a:fillRect/>
          </a:stretch>
        </p:blipFill>
        <p:spPr>
          <a:xfrm>
            <a:off x="8876977" y="1984077"/>
            <a:ext cx="2540691" cy="1340043"/>
          </a:xfrm>
          <a:prstGeom prst="rect">
            <a:avLst/>
          </a:prstGeom>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rcRect l="7489" t="13259" r="7757" b="7730"/>
          <a:stretch>
            <a:fillRect/>
          </a:stretch>
        </p:blipFill>
        <p:spPr>
          <a:xfrm>
            <a:off x="9220200" y="3777477"/>
            <a:ext cx="1705148" cy="2119483"/>
          </a:xfrm>
          <a:prstGeom prst="rect">
            <a:avLst/>
          </a:prstGeom>
          <a:ln>
            <a:noFill/>
          </a:ln>
          <a:effectLst>
            <a:softEdge rad="112500"/>
          </a:effectLst>
        </p:spPr>
      </p:pic>
      <p:sp>
        <p:nvSpPr>
          <p:cNvPr id="7" name="矩形 6"/>
          <p:cNvSpPr/>
          <p:nvPr/>
        </p:nvSpPr>
        <p:spPr>
          <a:xfrm>
            <a:off x="5655331" y="340762"/>
            <a:ext cx="3564869" cy="914400"/>
          </a:xfrm>
          <a:prstGeom prst="rect">
            <a:avLst/>
          </a:prstGeom>
          <a:solidFill>
            <a:schemeClr val="bg1"/>
          </a:solidFill>
          <a:ln>
            <a:solidFill>
              <a:schemeClr val="tx1"/>
            </a:solidFill>
          </a:ln>
        </p:spPr>
        <p:txBody>
          <a:bodyPr rot="0" spcFirstLastPara="0" vertOverflow="overflow" horzOverflow="overflow" vert="horz" wrap="square" lIns="72000" tIns="72000" rIns="72000" bIns="72000" numCol="1" spcCol="0" rtlCol="0" fromWordArt="0" anchor="ctr" anchorCtr="0" forceAA="0" compatLnSpc="1">
            <a:noAutofit/>
          </a:bodyPr>
          <a:lstStyle/>
          <a:p>
            <a:pPr algn="ctr"/>
            <a:r>
              <a:rPr lang="en-US" altLang="zh-CN" sz="1800" dirty="0"/>
              <a:t>Low Cost AI Inspection</a:t>
            </a:r>
            <a:endParaRPr lang="zh-CN" altLang="en-US" sz="1800" dirty="0"/>
          </a:p>
        </p:txBody>
      </p:sp>
      <p:sp>
        <p:nvSpPr>
          <p:cNvPr id="9" name="矩形 8"/>
          <p:cNvSpPr/>
          <p:nvPr/>
        </p:nvSpPr>
        <p:spPr>
          <a:xfrm>
            <a:off x="5492115" y="4782820"/>
            <a:ext cx="2548890" cy="914400"/>
          </a:xfrm>
          <a:prstGeom prst="rect">
            <a:avLst/>
          </a:prstGeom>
          <a:solidFill>
            <a:schemeClr val="bg1"/>
          </a:solidFill>
          <a:ln>
            <a:solidFill>
              <a:schemeClr val="tx1"/>
            </a:solidFill>
          </a:ln>
        </p:spPr>
        <p:txBody>
          <a:bodyPr rot="0" spcFirstLastPara="0" vertOverflow="overflow" horzOverflow="overflow" vert="horz" wrap="square" lIns="72000" tIns="72000" rIns="72000" bIns="72000" numCol="1" spcCol="0" rtlCol="0" fromWordArt="0" anchor="ctr" anchorCtr="0" forceAA="0" compatLnSpc="1">
            <a:noAutofit/>
          </a:bodyPr>
          <a:lstStyle/>
          <a:p>
            <a:pPr algn="ctr"/>
            <a:r>
              <a:rPr lang="zh-CN" altLang="en-US" sz="1800" dirty="0"/>
              <a:t>加机械、电气部分</a:t>
            </a:r>
            <a:endParaRPr lang="zh-CN" altLang="en-US"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6"/>
          </p:nvPr>
        </p:nvSpPr>
        <p:spPr/>
        <p:txBody>
          <a:bodyPr/>
          <a:lstStyle/>
          <a:p>
            <a:r>
              <a:rPr lang="en-GB" dirty="0"/>
              <a:t>International development activities</a:t>
            </a:r>
            <a:endParaRPr lang="en-GB" dirty="0"/>
          </a:p>
        </p:txBody>
      </p:sp>
      <p:graphicFrame>
        <p:nvGraphicFramePr>
          <p:cNvPr id="8" name="Tabelle 7"/>
          <p:cNvGraphicFramePr>
            <a:graphicFrameLocks noGrp="1"/>
          </p:cNvGraphicFramePr>
          <p:nvPr/>
        </p:nvGraphicFramePr>
        <p:xfrm>
          <a:off x="552866" y="1412557"/>
          <a:ext cx="11089443" cy="4937760"/>
        </p:xfrm>
        <a:graphic>
          <a:graphicData uri="http://schemas.openxmlformats.org/drawingml/2006/table">
            <a:tbl>
              <a:tblPr firstRow="1" bandRow="1">
                <a:tableStyleId>{5C22544A-7EE6-4342-B048-85BDC9FD1C3A}</a:tableStyleId>
              </a:tblPr>
              <a:tblGrid>
                <a:gridCol w="2133184"/>
                <a:gridCol w="5943600"/>
                <a:gridCol w="3012659"/>
              </a:tblGrid>
              <a:tr h="239905">
                <a:tc>
                  <a:txBody>
                    <a:bodyPr/>
                    <a:lstStyle/>
                    <a:p>
                      <a:r>
                        <a:rPr lang="en-GB" sz="1400" noProof="0" dirty="0"/>
                        <a:t>Project name</a:t>
                      </a:r>
                      <a:endParaRPr lang="en-GB" sz="1400" noProof="0" dirty="0"/>
                    </a:p>
                  </a:txBody>
                  <a:tcPr>
                    <a:solidFill>
                      <a:schemeClr val="accent6"/>
                    </a:solidFill>
                  </a:tcPr>
                </a:tc>
                <a:tc gridSpan="2">
                  <a:txBody>
                    <a:bodyPr/>
                    <a:lstStyle/>
                    <a:p>
                      <a:r>
                        <a:rPr lang="en-US" altLang="zh-CN" noProof="0" dirty="0"/>
                        <a:t>AI Optimization for Automatic Machine Camera System</a:t>
                      </a:r>
                      <a:endParaRPr lang="en-US" altLang="zh-CN" noProof="0" dirty="0"/>
                    </a:p>
                  </a:txBody>
                  <a:tcPr>
                    <a:solidFill>
                      <a:schemeClr val="accent6"/>
                    </a:solidFill>
                  </a:tcPr>
                </a:tc>
                <a:tc hMerge="1">
                  <a:tcPr/>
                </a:tc>
              </a:tr>
              <a:tr h="239905">
                <a:tc>
                  <a:txBody>
                    <a:bodyPr/>
                    <a:lstStyle/>
                    <a:p>
                      <a:r>
                        <a:rPr lang="en-GB" sz="1400" noProof="0" dirty="0"/>
                        <a:t>Customer</a:t>
                      </a:r>
                      <a:endParaRPr lang="en-GB" sz="1400" noProof="0" dirty="0"/>
                    </a:p>
                  </a:txBody>
                  <a:tcPr>
                    <a:solidFill>
                      <a:schemeClr val="bg2">
                        <a:lumMod val="85000"/>
                      </a:schemeClr>
                    </a:solidFill>
                  </a:tcPr>
                </a:tc>
                <a:tc>
                  <a:txBody>
                    <a:bodyPr/>
                    <a:lstStyle/>
                    <a:p>
                      <a:r>
                        <a:rPr lang="zh-CN" altLang="en-US" sz="1000" noProof="0" dirty="0"/>
                        <a:t>整个自动</a:t>
                      </a:r>
                      <a:r>
                        <a:rPr lang="zh-CN" altLang="en-US" sz="1000" noProof="0" dirty="0"/>
                        <a:t>线</a:t>
                      </a:r>
                      <a:endParaRPr lang="zh-CN" altLang="en-US" sz="1000" noProof="0" dirty="0"/>
                    </a:p>
                  </a:txBody>
                  <a:tcPr>
                    <a:solidFill>
                      <a:schemeClr val="bg2">
                        <a:lumMod val="95000"/>
                      </a:schemeClr>
                    </a:solidFill>
                  </a:tcPr>
                </a:tc>
                <a:tc rowSpan="10">
                  <a:txBody>
                    <a:bodyPr/>
                    <a:lstStyle/>
                    <a:p>
                      <a:endParaRPr lang="en-GB" sz="1100" i="1" noProof="0" dirty="0"/>
                    </a:p>
                  </a:txBody>
                  <a:tcPr>
                    <a:solidFill>
                      <a:schemeClr val="bg2">
                        <a:lumMod val="95000"/>
                      </a:schemeClr>
                    </a:solidFill>
                  </a:tcPr>
                </a:tc>
              </a:tr>
              <a:tr h="239905">
                <a:tc>
                  <a:txBody>
                    <a:bodyPr/>
                    <a:lstStyle/>
                    <a:p>
                      <a:r>
                        <a:rPr lang="en-GB" sz="1400" noProof="0" dirty="0"/>
                        <a:t>Stakeholder</a:t>
                      </a:r>
                      <a:endParaRPr lang="en-GB" sz="1400" noProof="0" dirty="0"/>
                    </a:p>
                  </a:txBody>
                  <a:tcPr>
                    <a:solidFill>
                      <a:schemeClr val="bg2">
                        <a:lumMod val="85000"/>
                      </a:schemeClr>
                    </a:solidFill>
                  </a:tcPr>
                </a:tc>
                <a:tc>
                  <a:txBody>
                    <a:bodyPr/>
                    <a:lstStyle/>
                    <a:p>
                      <a:r>
                        <a:rPr lang="en-GB" sz="1000" noProof="0" dirty="0"/>
                        <a:t> </a:t>
                      </a:r>
                      <a:r>
                        <a:rPr lang="en-US" altLang="en-GB" sz="1000" noProof="0" dirty="0"/>
                        <a:t>DC IC </a:t>
                      </a:r>
                      <a:r>
                        <a:rPr lang="zh-CN" altLang="en-US" sz="1000" noProof="0" dirty="0"/>
                        <a:t>质量</a:t>
                      </a:r>
                      <a:endParaRPr lang="zh-CN" altLang="en-US" sz="1000" noProof="0" dirty="0"/>
                    </a:p>
                  </a:txBody>
                  <a:tcPr>
                    <a:solidFill>
                      <a:schemeClr val="bg2">
                        <a:lumMod val="95000"/>
                      </a:schemeClr>
                    </a:solidFill>
                  </a:tcPr>
                </a:tc>
                <a:tc vMerge="1">
                  <a:tcPr/>
                </a:tc>
              </a:tr>
              <a:tr h="305633">
                <a:tc>
                  <a:txBody>
                    <a:bodyPr/>
                    <a:lstStyle/>
                    <a:p>
                      <a:r>
                        <a:rPr lang="en-GB" sz="1400" noProof="0" dirty="0"/>
                        <a:t>Demand </a:t>
                      </a:r>
                      <a:endParaRPr lang="en-GB" sz="1400" noProof="0" dirty="0"/>
                    </a:p>
                    <a:p>
                      <a:r>
                        <a:rPr lang="en-GB" sz="1100" noProof="0" dirty="0"/>
                        <a:t>(compared to state of the art)</a:t>
                      </a:r>
                      <a:endParaRPr lang="en-GB" sz="1400" noProof="0" dirty="0"/>
                    </a:p>
                  </a:txBody>
                  <a:tcPr>
                    <a:solidFill>
                      <a:schemeClr val="bg2">
                        <a:lumMod val="85000"/>
                      </a:schemeClr>
                    </a:solidFill>
                  </a:tcPr>
                </a:tc>
                <a:tc>
                  <a:txBody>
                    <a:bodyPr/>
                    <a:lstStyle/>
                    <a:p>
                      <a:r>
                        <a:rPr lang="zh-CN" altLang="en-GB" sz="1000" noProof="0" dirty="0"/>
                        <a:t>原材料来料批次差异，或者装配问题产生的一些不良，会从成品流出，有质量风险，客户想改善这个问题，减少不良品流出，从而取消成品线的</a:t>
                      </a:r>
                      <a:r>
                        <a:rPr lang="zh-CN" altLang="en-GB" sz="1000" noProof="0" dirty="0"/>
                        <a:t>人工。</a:t>
                      </a:r>
                      <a:endParaRPr lang="zh-CN" altLang="en-GB" sz="1000" noProof="0" dirty="0"/>
                    </a:p>
                  </a:txBody>
                  <a:tcPr>
                    <a:solidFill>
                      <a:schemeClr val="bg2">
                        <a:lumMod val="95000"/>
                      </a:schemeClr>
                    </a:solidFill>
                  </a:tcPr>
                </a:tc>
                <a:tc vMerge="1">
                  <a:tcPr/>
                </a:tc>
              </a:tr>
              <a:tr h="305633">
                <a:tc>
                  <a:txBody>
                    <a:bodyPr/>
                    <a:lstStyle/>
                    <a:p>
                      <a:r>
                        <a:rPr lang="en-GB" sz="1400" noProof="0" dirty="0"/>
                        <a:t>Expected results </a:t>
                      </a:r>
                      <a:br>
                        <a:rPr lang="en-GB" sz="1400" noProof="0" dirty="0"/>
                      </a:br>
                      <a:r>
                        <a:rPr lang="en-GB" sz="1100" noProof="0" dirty="0"/>
                        <a:t>(and usage of the results)</a:t>
                      </a:r>
                      <a:endParaRPr lang="en-GB" sz="1400" noProof="0" dirty="0"/>
                    </a:p>
                  </a:txBody>
                  <a:tcPr>
                    <a:solidFill>
                      <a:schemeClr val="bg2">
                        <a:lumMod val="85000"/>
                      </a:schemeClr>
                    </a:solidFill>
                  </a:tcPr>
                </a:tc>
                <a:tc>
                  <a:txBody>
                    <a:bodyPr/>
                    <a:lstStyle/>
                    <a:p>
                      <a:r>
                        <a:rPr lang="en-US" altLang="zh-CN" sz="1000" noProof="0" dirty="0"/>
                        <a:t>AI</a:t>
                      </a:r>
                      <a:r>
                        <a:rPr lang="zh-CN" altLang="en-US" sz="1000" noProof="0" dirty="0"/>
                        <a:t>部署到两台</a:t>
                      </a:r>
                      <a:r>
                        <a:rPr lang="zh-CN" altLang="en-US" sz="1000" noProof="0" dirty="0"/>
                        <a:t>设备</a:t>
                      </a:r>
                      <a:endParaRPr lang="zh-CN" altLang="en-US" sz="1000" noProof="0" dirty="0"/>
                    </a:p>
                  </a:txBody>
                  <a:tcPr>
                    <a:solidFill>
                      <a:schemeClr val="bg2">
                        <a:lumMod val="95000"/>
                      </a:schemeClr>
                    </a:solidFill>
                  </a:tcPr>
                </a:tc>
                <a:tc vMerge="1">
                  <a:tcPr/>
                </a:tc>
              </a:tr>
              <a:tr h="239905">
                <a:tc>
                  <a:txBody>
                    <a:bodyPr/>
                    <a:lstStyle/>
                    <a:p>
                      <a:r>
                        <a:rPr lang="en-GB" sz="1400" noProof="0" dirty="0"/>
                        <a:t>Economical benefits</a:t>
                      </a:r>
                      <a:endParaRPr lang="en-GB" sz="1400" noProof="0" dirty="0"/>
                    </a:p>
                  </a:txBody>
                  <a:tcPr>
                    <a:solidFill>
                      <a:schemeClr val="bg2">
                        <a:lumMod val="85000"/>
                      </a:schemeClr>
                    </a:solidFill>
                  </a:tcPr>
                </a:tc>
                <a:tc>
                  <a:txBody>
                    <a:bodyPr/>
                    <a:lstStyle/>
                    <a:p>
                      <a:r>
                        <a:rPr lang="zh-CN" altLang="en-GB" sz="1000" noProof="0" dirty="0"/>
                        <a:t>减少不良品流出，提升</a:t>
                      </a:r>
                      <a:r>
                        <a:rPr lang="zh-CN" altLang="en-GB" sz="1000" noProof="0" dirty="0"/>
                        <a:t>质量</a:t>
                      </a:r>
                      <a:endParaRPr lang="zh-CN" altLang="en-GB" sz="1000" noProof="0" dirty="0"/>
                    </a:p>
                  </a:txBody>
                  <a:tcPr>
                    <a:solidFill>
                      <a:schemeClr val="bg2">
                        <a:lumMod val="95000"/>
                      </a:schemeClr>
                    </a:solidFill>
                  </a:tcPr>
                </a:tc>
                <a:tc vMerge="1">
                  <a:tcPr/>
                </a:tc>
              </a:tr>
              <a:tr h="239905">
                <a:tc>
                  <a:txBody>
                    <a:bodyPr/>
                    <a:lstStyle/>
                    <a:p>
                      <a:r>
                        <a:rPr lang="en-GB" sz="1400" noProof="0" dirty="0"/>
                        <a:t>Procedure</a:t>
                      </a:r>
                      <a:endParaRPr lang="en-GB" sz="1400" noProof="0" dirty="0"/>
                    </a:p>
                  </a:txBody>
                  <a:tcPr>
                    <a:solidFill>
                      <a:schemeClr val="bg2">
                        <a:lumMod val="85000"/>
                      </a:schemeClr>
                    </a:solidFill>
                  </a:tcPr>
                </a:tc>
                <a:tc>
                  <a:txBody>
                    <a:bodyPr/>
                    <a:lstStyle/>
                    <a:p>
                      <a:pPr marL="0" indent="0">
                        <a:buNone/>
                      </a:pPr>
                      <a:r>
                        <a:rPr lang="zh-CN" altLang="en-GB" sz="1000" noProof="0" dirty="0"/>
                        <a:t>车间提供不良品样品，相机采图，</a:t>
                      </a:r>
                      <a:r>
                        <a:rPr lang="en-US" altLang="zh-CN" sz="1000" noProof="0" dirty="0"/>
                        <a:t>AI </a:t>
                      </a:r>
                      <a:r>
                        <a:rPr lang="zh-CN" altLang="en-US" sz="1000" noProof="0" dirty="0"/>
                        <a:t>分析，设备部署，后期</a:t>
                      </a:r>
                      <a:r>
                        <a:rPr lang="zh-CN" altLang="en-US" sz="1000" noProof="0" dirty="0"/>
                        <a:t>验证</a:t>
                      </a:r>
                      <a:endParaRPr lang="zh-CN" altLang="en-US" sz="1000" noProof="0" dirty="0"/>
                    </a:p>
                  </a:txBody>
                  <a:tcPr>
                    <a:solidFill>
                      <a:schemeClr val="bg2">
                        <a:lumMod val="95000"/>
                      </a:schemeClr>
                    </a:solidFill>
                  </a:tcPr>
                </a:tc>
                <a:tc vMerge="1">
                  <a:tcPr/>
                </a:tc>
              </a:tr>
              <a:tr h="23990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400" noProof="0" dirty="0"/>
                        <a:t>Project team</a:t>
                      </a:r>
                      <a:endParaRPr lang="en-GB" sz="1400" noProof="0" dirty="0"/>
                    </a:p>
                  </a:txBody>
                  <a:tcPr>
                    <a:solidFill>
                      <a:schemeClr val="bg2">
                        <a:lumMod val="85000"/>
                      </a:schemeClr>
                    </a:solidFill>
                  </a:tcPr>
                </a:tc>
                <a:tc>
                  <a:txBody>
                    <a:bodyPr/>
                    <a:lstStyle/>
                    <a:p>
                      <a:r>
                        <a:rPr lang="en-GB" sz="1000" noProof="0" dirty="0"/>
                        <a:t>ATD</a:t>
                      </a:r>
                      <a:endParaRPr lang="en-GB" sz="1000" noProof="0" dirty="0"/>
                    </a:p>
                  </a:txBody>
                  <a:tcPr>
                    <a:solidFill>
                      <a:schemeClr val="bg2">
                        <a:lumMod val="95000"/>
                      </a:schemeClr>
                    </a:solidFill>
                  </a:tcPr>
                </a:tc>
                <a:tc vMerge="1">
                  <a:tcPr/>
                </a:tc>
              </a:tr>
              <a:tr h="30563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400" noProof="0" dirty="0"/>
                        <a:t>Time schedule </a:t>
                      </a:r>
                      <a:br>
                        <a:rPr lang="en-GB" sz="1400" noProof="0" dirty="0"/>
                      </a:br>
                      <a:r>
                        <a:rPr lang="en-GB" sz="1100" noProof="0" dirty="0"/>
                        <a:t>(start, end, milestones)</a:t>
                      </a:r>
                      <a:endParaRPr lang="en-GB" sz="1400" noProof="0" dirty="0"/>
                    </a:p>
                  </a:txBody>
                  <a:tcPr>
                    <a:solidFill>
                      <a:schemeClr val="bg2">
                        <a:lumMod val="85000"/>
                      </a:schemeClr>
                    </a:solidFill>
                  </a:tcPr>
                </a:tc>
                <a:tc>
                  <a:txBody>
                    <a:bodyPr/>
                    <a:lstStyle/>
                    <a:p>
                      <a:r>
                        <a:rPr lang="en-US" altLang="en-GB" sz="1000" noProof="0" dirty="0"/>
                        <a:t>2026.</a:t>
                      </a:r>
                      <a:r>
                        <a:rPr lang="zh-CN" altLang="en-US" sz="1000" noProof="0" dirty="0"/>
                        <a:t>上半年部署</a:t>
                      </a:r>
                      <a:r>
                        <a:rPr lang="en-US" altLang="zh-CN" sz="1000" noProof="0" dirty="0"/>
                        <a:t>AI</a:t>
                      </a:r>
                      <a:r>
                        <a:rPr lang="zh-CN" altLang="en-US" sz="1000" noProof="0" dirty="0"/>
                        <a:t>检测到</a:t>
                      </a:r>
                      <a:r>
                        <a:rPr lang="en-US" altLang="zh-CN" sz="1000" noProof="0" dirty="0"/>
                        <a:t>camera syatem,</a:t>
                      </a:r>
                      <a:r>
                        <a:rPr lang="zh-CN" altLang="en-US" sz="1000" noProof="0" dirty="0"/>
                        <a:t>包括</a:t>
                      </a:r>
                      <a:r>
                        <a:rPr lang="en-US" altLang="zh-CN" sz="1000" noProof="0" dirty="0"/>
                        <a:t>code</a:t>
                      </a:r>
                      <a:r>
                        <a:rPr lang="zh-CN" altLang="en-US" sz="1000" noProof="0" dirty="0"/>
                        <a:t>缺料（</a:t>
                      </a:r>
                      <a:r>
                        <a:rPr lang="en-US" altLang="zh-CN" sz="1000" noProof="0" dirty="0"/>
                        <a:t>BM032819) </a:t>
                      </a:r>
                      <a:r>
                        <a:rPr lang="zh-CN" altLang="en-US" sz="1000" noProof="0" dirty="0"/>
                        <a:t>盖板盖不到位</a:t>
                      </a:r>
                      <a:r>
                        <a:rPr lang="en-US" altLang="zh-CN" sz="1000" noProof="0" dirty="0"/>
                        <a:t>(BM022618)</a:t>
                      </a:r>
                      <a:r>
                        <a:rPr lang="zh-CN" altLang="en-US" sz="1000" noProof="0" dirty="0">
                          <a:ea typeface="宋体" panose="02010600030101010101" pitchFamily="2" charset="-122"/>
                        </a:rPr>
                        <a:t>；</a:t>
                      </a:r>
                      <a:r>
                        <a:rPr lang="en-US" altLang="zh-CN" sz="1000" noProof="0" dirty="0">
                          <a:ea typeface="宋体" panose="02010600030101010101" pitchFamily="2" charset="-122"/>
                        </a:rPr>
                        <a:t>2026</a:t>
                      </a:r>
                      <a:r>
                        <a:rPr lang="zh-CN" altLang="en-US" sz="1000" noProof="0" dirty="0">
                          <a:ea typeface="宋体" panose="02010600030101010101" pitchFamily="2" charset="-122"/>
                        </a:rPr>
                        <a:t>下半年螺钉打滑是不是能减少流出，压夹开口偏小的问题</a:t>
                      </a:r>
                      <a:r>
                        <a:rPr lang="en-US" altLang="zh-CN" sz="1000" noProof="0" dirty="0">
                          <a:ea typeface="宋体" panose="02010600030101010101" pitchFamily="2" charset="-122"/>
                        </a:rPr>
                        <a:t> </a:t>
                      </a:r>
                      <a:r>
                        <a:rPr lang="zh-CN" altLang="en-US" sz="1000" noProof="0" dirty="0">
                          <a:ea typeface="宋体" panose="02010600030101010101" pitchFamily="2" charset="-122"/>
                        </a:rPr>
                        <a:t>，还有盖板压伤</a:t>
                      </a:r>
                      <a:r>
                        <a:rPr lang="zh-CN" altLang="en-US" sz="1000" noProof="0" dirty="0">
                          <a:ea typeface="宋体" panose="02010600030101010101" pitchFamily="2" charset="-122"/>
                        </a:rPr>
                        <a:t>问题</a:t>
                      </a:r>
                      <a:endParaRPr lang="zh-CN" altLang="en-US" sz="1000" noProof="0" dirty="0">
                        <a:ea typeface="宋体" panose="02010600030101010101" pitchFamily="2" charset="-122"/>
                      </a:endParaRPr>
                    </a:p>
                  </a:txBody>
                  <a:tcPr>
                    <a:solidFill>
                      <a:schemeClr val="bg2">
                        <a:lumMod val="95000"/>
                      </a:schemeClr>
                    </a:solidFill>
                  </a:tcPr>
                </a:tc>
                <a:tc vMerge="1">
                  <a:tcPr/>
                </a:tc>
              </a:tr>
              <a:tr h="305633">
                <a:tc>
                  <a:txBody>
                    <a:bodyPr/>
                    <a:lstStyle/>
                    <a:p>
                      <a:r>
                        <a:rPr lang="en-GB" sz="1400" noProof="0" dirty="0"/>
                        <a:t>Project costs </a:t>
                      </a:r>
                      <a:endParaRPr lang="en-GB" sz="1400" noProof="0" dirty="0"/>
                    </a:p>
                    <a:p>
                      <a:r>
                        <a:rPr lang="en-GB" sz="1100" noProof="0" dirty="0"/>
                        <a:t>(personal, material)</a:t>
                      </a:r>
                      <a:endParaRPr lang="en-GB" sz="1100" noProof="0" dirty="0"/>
                    </a:p>
                  </a:txBody>
                  <a:tcPr>
                    <a:solidFill>
                      <a:schemeClr val="bg2">
                        <a:lumMod val="85000"/>
                      </a:schemeClr>
                    </a:solidFill>
                  </a:tcPr>
                </a:tc>
                <a:tc>
                  <a:txBody>
                    <a:bodyPr/>
                    <a:lstStyle/>
                    <a:p>
                      <a:r>
                        <a:rPr lang="en-US" sz="1000" noProof="0" dirty="0"/>
                        <a:t>40,000</a:t>
                      </a:r>
                      <a:endParaRPr lang="en-GB" sz="1000" noProof="0" dirty="0"/>
                    </a:p>
                  </a:txBody>
                  <a:tcPr>
                    <a:solidFill>
                      <a:schemeClr val="bg2">
                        <a:lumMod val="95000"/>
                      </a:schemeClr>
                    </a:solidFill>
                  </a:tcPr>
                </a:tc>
                <a:tc vMerge="1">
                  <a:tcPr/>
                </a:tc>
              </a:tr>
              <a:tr h="239905">
                <a:tc>
                  <a:txBody>
                    <a:bodyPr/>
                    <a:lstStyle/>
                    <a:p>
                      <a:r>
                        <a:rPr lang="en-GB" sz="1400" noProof="0" dirty="0"/>
                        <a:t>GTIS project number</a:t>
                      </a:r>
                      <a:endParaRPr lang="en-GB" sz="1400" noProof="0" dirty="0"/>
                    </a:p>
                  </a:txBody>
                  <a:tcPr>
                    <a:solidFill>
                      <a:schemeClr val="bg2">
                        <a:lumMod val="85000"/>
                      </a:schemeClr>
                    </a:solidFill>
                  </a:tcPr>
                </a:tc>
                <a:tc>
                  <a:txBody>
                    <a:bodyPr/>
                    <a:lstStyle/>
                    <a:p>
                      <a:r>
                        <a:rPr lang="en-US" altLang="en-GB" sz="1000" noProof="0" dirty="0"/>
                        <a:t>S26011</a:t>
                      </a:r>
                      <a:endParaRPr lang="en-US" altLang="en-GB" sz="1000" noProof="0" dirty="0"/>
                    </a:p>
                  </a:txBody>
                  <a:tcPr>
                    <a:solidFill>
                      <a:schemeClr val="bg2">
                        <a:lumMod val="95000"/>
                      </a:schemeClr>
                    </a:solidFill>
                  </a:tcPr>
                </a:tc>
                <a:tc vMerge="1">
                  <a:tcPr/>
                </a:tc>
              </a:tr>
            </a:tbl>
          </a:graphicData>
        </a:graphic>
      </p:graphicFrame>
      <p:sp>
        <p:nvSpPr>
          <p:cNvPr id="3" name="Titel 2"/>
          <p:cNvSpPr>
            <a:spLocks noGrp="1"/>
          </p:cNvSpPr>
          <p:nvPr>
            <p:ph type="title"/>
          </p:nvPr>
        </p:nvSpPr>
        <p:spPr>
          <a:xfrm>
            <a:off x="550873" y="909638"/>
            <a:ext cx="11089444" cy="645203"/>
          </a:xfrm>
        </p:spPr>
        <p:txBody>
          <a:bodyPr/>
          <a:lstStyle/>
          <a:p>
            <a:r>
              <a:rPr lang="en-GB" noProof="0" dirty="0"/>
              <a:t>Project short outline</a:t>
            </a:r>
            <a:endParaRPr lang="en-GB" noProof="0" dirty="0"/>
          </a:p>
        </p:txBody>
      </p:sp>
      <p:graphicFrame>
        <p:nvGraphicFramePr>
          <p:cNvPr id="4" name="Tabelle 3"/>
          <p:cNvGraphicFramePr>
            <a:graphicFrameLocks noGrp="1"/>
          </p:cNvGraphicFramePr>
          <p:nvPr/>
        </p:nvGraphicFramePr>
        <p:xfrm>
          <a:off x="550873" y="6377598"/>
          <a:ext cx="7988668" cy="1158240"/>
        </p:xfrm>
        <a:graphic>
          <a:graphicData uri="http://schemas.openxmlformats.org/drawingml/2006/table">
            <a:tbl>
              <a:tblPr firstRow="1" bandRow="1">
                <a:tableStyleId>{5C22544A-7EE6-4342-B048-85BDC9FD1C3A}</a:tableStyleId>
              </a:tblPr>
              <a:tblGrid>
                <a:gridCol w="1997167"/>
                <a:gridCol w="1997167"/>
                <a:gridCol w="1997167"/>
                <a:gridCol w="1997167"/>
              </a:tblGrid>
              <a:tr h="202131">
                <a:tc>
                  <a:txBody>
                    <a:bodyPr/>
                    <a:lstStyle/>
                    <a:p>
                      <a:r>
                        <a:rPr lang="en-GB" sz="1200" b="0" noProof="0" dirty="0"/>
                        <a:t>Location (Manager)</a:t>
                      </a:r>
                      <a:endParaRPr lang="en-GB" sz="12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noProof="0" dirty="0"/>
                        <a:t>AT BLG (Manager)</a:t>
                      </a:r>
                      <a:endParaRPr lang="en-GB" sz="12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noProof="0" dirty="0"/>
                        <a:t>AT BLG (Director)</a:t>
                      </a:r>
                      <a:endParaRPr lang="en-GB" sz="12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noProof="0" dirty="0"/>
                        <a:t>AT BLG (Senior Director)</a:t>
                      </a:r>
                      <a:endParaRPr lang="en-GB" sz="1200" b="0" noProof="0" dirty="0"/>
                    </a:p>
                  </a:txBody>
                  <a:tcPr/>
                </a:tc>
              </a:tr>
              <a:tr h="179672">
                <a:tc>
                  <a:txBody>
                    <a:bodyPr/>
                    <a:lstStyle/>
                    <a:p>
                      <a:r>
                        <a:rPr lang="en-GB" sz="1000" b="0" noProof="0" dirty="0"/>
                        <a:t>Name</a:t>
                      </a:r>
                      <a:endParaRPr lang="en-GB" sz="10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000" b="0" noProof="0" dirty="0"/>
                        <a:t>Name</a:t>
                      </a:r>
                      <a:endParaRPr lang="en-GB" sz="10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000" b="0" noProof="0" dirty="0"/>
                        <a:t>Name</a:t>
                      </a:r>
                      <a:endParaRPr lang="en-GB" sz="10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000" b="0" noProof="0" dirty="0"/>
                        <a:t>Name</a:t>
                      </a:r>
                      <a:endParaRPr lang="en-GB" sz="1000" b="0" noProof="0" dirty="0"/>
                    </a:p>
                  </a:txBody>
                  <a:tcPr/>
                </a:tc>
              </a:tr>
              <a:tr h="471639">
                <a:tc>
                  <a:txBody>
                    <a:bodyPr/>
                    <a:lstStyle/>
                    <a:p>
                      <a:endParaRPr lang="de-DE" dirty="0"/>
                    </a:p>
                  </a:txBody>
                  <a:tcPr/>
                </a:tc>
                <a:tc>
                  <a:txBody>
                    <a:bodyPr/>
                    <a:lstStyle/>
                    <a:p>
                      <a:endParaRPr lang="de-DE" dirty="0"/>
                    </a:p>
                    <a:p>
                      <a:endParaRPr lang="de-DE" dirty="0"/>
                    </a:p>
                  </a:txBody>
                  <a:tcPr/>
                </a:tc>
                <a:tc>
                  <a:txBody>
                    <a:bodyPr/>
                    <a:lstStyle/>
                    <a:p>
                      <a:endParaRPr lang="de-DE"/>
                    </a:p>
                  </a:txBody>
                  <a:tcPr/>
                </a:tc>
                <a:tc>
                  <a:txBody>
                    <a:bodyPr/>
                    <a:lstStyle/>
                    <a:p>
                      <a:endParaRPr lang="de-DE" dirty="0"/>
                    </a:p>
                  </a:txBody>
                  <a:tcPr/>
                </a:tc>
              </a:tr>
            </a:tbl>
          </a:graphicData>
        </a:graphic>
      </p:graphicFrame>
      <p:pic>
        <p:nvPicPr>
          <p:cNvPr id="10" name="图片 9"/>
          <p:cNvPicPr>
            <a:picLocks noChangeAspect="1"/>
          </p:cNvPicPr>
          <p:nvPr/>
        </p:nvPicPr>
        <p:blipFill>
          <a:blip r:embed="rId1"/>
          <a:stretch>
            <a:fillRect/>
          </a:stretch>
        </p:blipFill>
        <p:spPr>
          <a:xfrm>
            <a:off x="8815705" y="1820545"/>
            <a:ext cx="721995" cy="1278255"/>
          </a:xfrm>
          <a:prstGeom prst="rect">
            <a:avLst/>
          </a:prstGeom>
        </p:spPr>
      </p:pic>
      <p:pic>
        <p:nvPicPr>
          <p:cNvPr id="7" name="图片 6"/>
          <p:cNvPicPr>
            <a:picLocks noChangeAspect="1"/>
          </p:cNvPicPr>
          <p:nvPr/>
        </p:nvPicPr>
        <p:blipFill>
          <a:blip r:embed="rId2"/>
          <a:stretch>
            <a:fillRect/>
          </a:stretch>
        </p:blipFill>
        <p:spPr>
          <a:xfrm>
            <a:off x="10196830" y="3597275"/>
            <a:ext cx="1346200" cy="1983105"/>
          </a:xfrm>
          <a:prstGeom prst="rect">
            <a:avLst/>
          </a:prstGeom>
        </p:spPr>
      </p:pic>
      <p:pic>
        <p:nvPicPr>
          <p:cNvPr id="9" name="图片 8"/>
          <p:cNvPicPr>
            <a:picLocks noChangeAspect="1"/>
          </p:cNvPicPr>
          <p:nvPr/>
        </p:nvPicPr>
        <p:blipFill>
          <a:blip r:embed="rId3"/>
          <a:stretch>
            <a:fillRect/>
          </a:stretch>
        </p:blipFill>
        <p:spPr>
          <a:xfrm>
            <a:off x="9307830" y="2495550"/>
            <a:ext cx="1431290" cy="16287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PxC Master">
  <a:themeElements>
    <a:clrScheme name="New Corporate Colors">
      <a:dk1>
        <a:srgbClr val="000000"/>
      </a:dk1>
      <a:lt1>
        <a:srgbClr val="FFFFFF"/>
      </a:lt1>
      <a:dk2>
        <a:srgbClr val="000000"/>
      </a:dk2>
      <a:lt2>
        <a:srgbClr val="FFFFFF"/>
      </a:lt2>
      <a:accent1>
        <a:srgbClr val="A2A7A9"/>
      </a:accent1>
      <a:accent2>
        <a:srgbClr val="0098A1"/>
      </a:accent2>
      <a:accent3>
        <a:srgbClr val="96BE0D"/>
      </a:accent3>
      <a:accent4>
        <a:srgbClr val="000000"/>
      </a:accent4>
      <a:accent5>
        <a:srgbClr val="666A6E"/>
      </a:accent5>
      <a:accent6>
        <a:srgbClr val="005F66"/>
      </a:accent6>
      <a:hlink>
        <a:srgbClr val="0098A1"/>
      </a:hlink>
      <a:folHlink>
        <a:srgbClr val="005F66"/>
      </a:folHlink>
    </a:clrScheme>
    <a:fontScheme name="PxC Hausschrift">
      <a:majorFont>
        <a:latin typeface="IBM Plex Sans"/>
        <a:ea typeface=""/>
        <a:cs typeface=""/>
      </a:majorFont>
      <a:minorFont>
        <a:latin typeface="IBM Plex 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ot="0" spcFirstLastPara="0" vertOverflow="overflow" horzOverflow="overflow" vert="horz" wrap="square" lIns="72000" tIns="72000" rIns="72000" bIns="72000" numCol="1" spcCol="0" rtlCol="0" fromWordArt="0" anchor="ctr" anchorCtr="0" forceAA="0" compatLnSpc="1">
        <a:noAutofit/>
      </a:bodyPr>
      <a:lstStyle>
        <a:defPPr algn="ctr">
          <a:defRPr sz="1800" dirty="0" smtClean="0"/>
        </a:defPPr>
      </a:lstStyle>
    </a:spDef>
    <a:lnDef>
      <a:spPr bwMode="auto">
        <a:solidFill>
          <a:schemeClr val="accent1"/>
        </a:solidFill>
        <a:ln w="9525" cap="flat" cmpd="sng" algn="ctr">
          <a:solidFill>
            <a:schemeClr val="tx2"/>
          </a:solidFill>
          <a:prstDash val="solid"/>
          <a:round/>
          <a:headEnd type="none" w="med" len="med"/>
          <a:tailEnd type="none" w="med" len="med"/>
        </a:ln>
      </a:spPr>
      <a:bodyPr/>
      <a:lstStyle/>
    </a:lnDef>
    <a:txDef>
      <a:spPr>
        <a:noFill/>
        <a:ln>
          <a:noFill/>
        </a:ln>
      </a:spPr>
      <a:bodyPr wrap="square" lIns="0" tIns="0" rIns="0" bIns="0" rtlCol="0">
        <a:noAutofit/>
      </a:bodyPr>
      <a:lstStyle>
        <a:defPPr algn="l">
          <a:defRPr sz="180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arissa">
  <a:themeElements>
    <a:clrScheme name="PhönixContact">
      <a:dk1>
        <a:srgbClr val="000000"/>
      </a:dk1>
      <a:lt1>
        <a:srgbClr val="FFFFFF"/>
      </a:lt1>
      <a:dk2>
        <a:srgbClr val="000000"/>
      </a:dk2>
      <a:lt2>
        <a:srgbClr val="FFFFFF"/>
      </a:lt2>
      <a:accent1>
        <a:srgbClr val="AEC8D2"/>
      </a:accent1>
      <a:accent2>
        <a:srgbClr val="0099A1"/>
      </a:accent2>
      <a:accent3>
        <a:srgbClr val="96BE0D"/>
      </a:accent3>
      <a:accent4>
        <a:srgbClr val="000000"/>
      </a:accent4>
      <a:accent5>
        <a:srgbClr val="005AC8"/>
      </a:accent5>
      <a:accent6>
        <a:srgbClr val="D200D2"/>
      </a:accent6>
      <a:hlink>
        <a:srgbClr val="96BE0D"/>
      </a:hlink>
      <a:folHlink>
        <a:srgbClr val="0099A1"/>
      </a:folHlink>
    </a:clrScheme>
    <a:fontScheme name="PhoenixContact">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rissa">
  <a:themeElements>
    <a:clrScheme name="PhönixContact">
      <a:dk1>
        <a:srgbClr val="000000"/>
      </a:dk1>
      <a:lt1>
        <a:srgbClr val="FFFFFF"/>
      </a:lt1>
      <a:dk2>
        <a:srgbClr val="000000"/>
      </a:dk2>
      <a:lt2>
        <a:srgbClr val="FFFFFF"/>
      </a:lt2>
      <a:accent1>
        <a:srgbClr val="AEC8D2"/>
      </a:accent1>
      <a:accent2>
        <a:srgbClr val="0099A1"/>
      </a:accent2>
      <a:accent3>
        <a:srgbClr val="96BE0D"/>
      </a:accent3>
      <a:accent4>
        <a:srgbClr val="000000"/>
      </a:accent4>
      <a:accent5>
        <a:srgbClr val="005AC8"/>
      </a:accent5>
      <a:accent6>
        <a:srgbClr val="D200D2"/>
      </a:accent6>
      <a:hlink>
        <a:srgbClr val="96BE0D"/>
      </a:hlink>
      <a:folHlink>
        <a:srgbClr val="0099A1"/>
      </a:folHlink>
    </a:clrScheme>
    <a:fontScheme name="PhoenixContact">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bb247af-3a33-4a74-9aad-24016b78a8d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F06D87ECE235E49B509E30017CBDABE" ma:contentTypeVersion="15" ma:contentTypeDescription="Create a new document." ma:contentTypeScope="" ma:versionID="646d80fa54499ef676781e1a71b2638b">
  <xsd:schema xmlns:xsd="http://www.w3.org/2001/XMLSchema" xmlns:xs="http://www.w3.org/2001/XMLSchema" xmlns:p="http://schemas.microsoft.com/office/2006/metadata/properties" xmlns:ns2="5bb247af-3a33-4a74-9aad-24016b78a8dc" xmlns:ns3="78450ab5-e0a8-4bba-9949-2d5c75043fc2" targetNamespace="http://schemas.microsoft.com/office/2006/metadata/properties" ma:root="true" ma:fieldsID="624e0b25c52670a5165d840dc7b1cabd" ns2:_="" ns3:_="">
    <xsd:import namespace="5bb247af-3a33-4a74-9aad-24016b78a8dc"/>
    <xsd:import namespace="78450ab5-e0a8-4bba-9949-2d5c75043fc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b247af-3a33-4a74-9aad-24016b78a8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edd3bbb-ac52-4e51-b71c-5248c8051ffe"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8450ab5-e0a8-4bba-9949-2d5c75043fc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E866BB-D723-458E-8FEC-814FCFAB3BE5}">
  <ds:schemaRefs/>
</ds:datastoreItem>
</file>

<file path=customXml/itemProps2.xml><?xml version="1.0" encoding="utf-8"?>
<ds:datastoreItem xmlns:ds="http://schemas.openxmlformats.org/officeDocument/2006/customXml" ds:itemID="{92407D3D-424A-4B9B-B80D-2969AEF8E007}">
  <ds:schemaRefs/>
</ds:datastoreItem>
</file>

<file path=customXml/itemProps3.xml><?xml version="1.0" encoding="utf-8"?>
<ds:datastoreItem xmlns:ds="http://schemas.openxmlformats.org/officeDocument/2006/customXml" ds:itemID="{8179F959-9C35-4755-9A1F-9C7383ECEE04}">
  <ds:schemaRefs/>
</ds:datastoreItem>
</file>

<file path=docProps/app.xml><?xml version="1.0" encoding="utf-8"?>
<Properties xmlns="http://schemas.openxmlformats.org/officeDocument/2006/extended-properties" xmlns:vt="http://schemas.openxmlformats.org/officeDocument/2006/docPropsVTypes">
  <Template>PhoenixContact_Master_2024-2_de</Template>
  <TotalTime>0</TotalTime>
  <Words>1795</Words>
  <Application>WPS 演示</Application>
  <PresentationFormat>宽屏</PresentationFormat>
  <Paragraphs>159</Paragraphs>
  <Slides>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vt:i4>
      </vt:variant>
    </vt:vector>
  </HeadingPairs>
  <TitlesOfParts>
    <vt:vector size="12" baseType="lpstr">
      <vt:lpstr>Arial</vt:lpstr>
      <vt:lpstr>宋体</vt:lpstr>
      <vt:lpstr>Wingdings</vt:lpstr>
      <vt:lpstr>MS PGothic</vt:lpstr>
      <vt:lpstr>Arial</vt:lpstr>
      <vt:lpstr>IBM Plex Sans</vt:lpstr>
      <vt:lpstr>Segoe Print</vt:lpstr>
      <vt:lpstr>微软雅黑</vt:lpstr>
      <vt:lpstr>Arial Unicode MS</vt:lpstr>
      <vt:lpstr>PxC Master</vt:lpstr>
      <vt:lpstr>Project short outline</vt:lpstr>
      <vt:lpstr>Project short outline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Jakob Flore</dc:creator>
  <dc:subject>Phoenix Contact Master</dc:subject>
  <cp:lastModifiedBy>Seven</cp:lastModifiedBy>
  <cp:revision>16</cp:revision>
  <dcterms:created xsi:type="dcterms:W3CDTF">2025-11-24T16:17:00Z</dcterms:created>
  <dcterms:modified xsi:type="dcterms:W3CDTF">2026-05-27T08:33:50Z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0x0101001F06D87ECE235E49B509E30017CBDABE</vt:lpwstr>
  </property>
  <property fmtid="{D5CDD505-2E9C-101B-9397-08002B2CF9AE}" pid="3" name="MediaServiceImageTags">
    <vt:lpwstr/>
  </property>
  <property fmtid="{D5CDD505-2E9C-101B-9397-08002B2CF9AE}" pid="4" name="ICV">
    <vt:lpwstr>AFD9A65127BE4CDA8A641054F9EF23B8_12</vt:lpwstr>
  </property>
  <property fmtid="{D5CDD505-2E9C-101B-9397-08002B2CF9AE}" pid="5" name="KSOProductBuildVer">
    <vt:lpwstr>2052-12.1.0.26375</vt:lpwstr>
  </property>
</Properties>
</file>