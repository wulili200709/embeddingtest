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66f971906614fdd" /><Relationship Type="http://schemas.openxmlformats.org/officeDocument/2006/relationships/extended-properties" Target="/docProps/app.xml" Id="R13fd3dee80b74ac9" /><Relationship Type="http://schemas.openxmlformats.org/officeDocument/2006/relationships/officeDocument" Target="/ppt/presentation.xml" Id="R01b1f4a97e51401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6ae8f40e3ff4779"/>
  </p:sldMasterIdLst>
  <p:notesMasterIdLst>
    <p:notesMasterId xmlns:r="http://schemas.openxmlformats.org/officeDocument/2006/relationships" r:id="Rb1bfebbe7f1647a0"/>
  </p:notesMasterIdLst>
  <p:sldIdLst>
    <p:sldId xmlns:r="http://schemas.openxmlformats.org/officeDocument/2006/relationships" id="256" r:id="Rd2087b0e68a345ea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5a578aa0dcd4953" /><Relationship Type="http://schemas.openxmlformats.org/officeDocument/2006/relationships/slideMaster" Target="/ppt/slideMasters/slideMaster1.xml" Id="R86ae8f40e3ff4779" /><Relationship Type="http://schemas.openxmlformats.org/officeDocument/2006/relationships/notesMaster" Target="/ppt/notesMasters/notesMaster1.xml" Id="Rb1bfebbe7f1647a0" /><Relationship Type="http://schemas.openxmlformats.org/officeDocument/2006/relationships/presProps" Target="/ppt/presProps.xml" Id="R2b02208ca9644b93" /><Relationship Type="http://schemas.openxmlformats.org/officeDocument/2006/relationships/viewProps" Target="/ppt/viewProps.xml" Id="Rbb130047817540d5" /><Relationship Type="http://schemas.openxmlformats.org/officeDocument/2006/relationships/tableStyles" Target="/ppt/tableStyles.xml" Id="R32e65b3e73b64bec" /><Relationship Type="http://schemas.openxmlformats.org/officeDocument/2006/relationships/slide" Target="/ppt/slides/slide1.xml" Id="Rd2087b0e68a345e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0c5aaa31101496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30c8caafbfd4405" /><Relationship Type="http://schemas.openxmlformats.org/officeDocument/2006/relationships/notesMaster" Target="/ppt/notesMasters/notesMaster1.xml" Id="Rd678d6c67c71440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3bf95634e01470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2ce4ce723c34161" /><Relationship Type="http://schemas.openxmlformats.org/officeDocument/2006/relationships/slideLayout" Target="/ppt/slideLayouts/slideLayout1.xml" Id="R04ea6dd26d48458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4ea6dd26d48458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fad2c58ecd487d" /><Relationship Type="http://schemas.openxmlformats.org/officeDocument/2006/relationships/notesSlide" Target="/ppt/notesSlides/notesSlide1.xml" Id="R54cbafcb28134e80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955391D-F597-4DF8-AC23-C0922991B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EB68B9-A868-4B6E-A4C8-08B561075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A5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DF6633-B62D-425B-8430-561D19A0B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3415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E7198487-455A-43FD-869B-4FDAF271B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524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5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DC08832C-9D9A-45FE-8492-BF980EEE6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23A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23A5D"/>
                </a:solidFill>
                <a:latin typeface="Microsoft YaHei"/>
                <a:ea typeface="Microsoft YaHei"/>
                <a:cs typeface="Microsoft YaHei"/>
              </a:rPr>
              <a:t>VISION INSPECTION PLAN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0E20C6-6E52-49F8-92E8-883E20491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1500"/>
            <a:ext cx="5810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阳光电源连接器三路相机视觉检测方案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DE008A-2FB4-4008-BF7A-AECFDF647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90600"/>
            <a:ext cx="7429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上相机负责正面状态，左右相机补齐侧向结构；覆盖混料、Pusher、密封圈、长短针等关键装配缺陷。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1AF41E-8320-4EB9-9CFF-7E0C1DB72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00050"/>
            <a:ext cx="876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3E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3C13F9-DD49-40AA-B3D3-545521FA4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00050"/>
            <a:ext cx="47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B2"/>
          </a:solidFill>
          <a:ln xmlns:a="http://schemas.openxmlformats.org/drawingml/2006/main" w="0">
            <a:solidFill>
              <a:srgbClr val="1F6FB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0AD28C-B5AE-466A-9813-3C40F8C2E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76250"/>
            <a:ext cx="723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6F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F6FB2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6E4D87-39F6-454B-B0CB-EEA2F13ED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723900"/>
            <a:ext cx="609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路相机协同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070208-0F8E-441D-936D-D11BBE535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00050"/>
            <a:ext cx="876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3E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0692E3-0D2A-4683-83FD-EB085C085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00050"/>
            <a:ext cx="47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A7D01E-1DF6-456A-8AA4-54F96F67B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76250"/>
            <a:ext cx="723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CFF30B-FFBC-4440-9EB5-0C40FE3D8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723900"/>
            <a:ext cx="609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项检测覆盖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F2F43C-EE79-42CE-9EEE-21A9F8402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400050"/>
            <a:ext cx="876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3E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4A7807-2B78-4758-B444-2AAC80BDD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400050"/>
            <a:ext cx="47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580C"/>
          </a:solidFill>
          <a:ln xmlns:a="http://schemas.openxmlformats.org/drawingml/2006/main" w="0">
            <a:solidFill>
              <a:srgbClr val="EA580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AE78C3-1DF1-4452-A3D3-BECA183D0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476250"/>
            <a:ext cx="723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A580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EA580C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D8796A8-B6C5-4F50-B51B-232C6B295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723900"/>
            <a:ext cx="609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类缺陷识别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954CBF-8D87-4317-96D1-729B8D8DA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7810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3E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93CB9D6-AEE4-4F7F-96BD-C8E2ADB3A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47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DC262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ED16D60-BE1B-44C3-A5E8-731C1D64D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476250"/>
            <a:ext cx="723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rPr>
              <a:t>OK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4441F1B-9131-429A-979F-2825E30D2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723900"/>
            <a:ext cx="5143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结果输出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C6FF3FD-1705-430B-9090-64DA46391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3381375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35FACF9-E107-44E8-A6B6-999DF302E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6210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检测对象与视角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E826D61-0AF8-4CCB-8B3F-B2CF3E045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1581150"/>
            <a:ext cx="1162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可替换为现场实拍图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B59253D-8B7B-46BE-B484-EE7916942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85950"/>
            <a:ext cx="895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EAF3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3750AA1-A81F-4587-84C6-3A1FF67A9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85950"/>
            <a:ext cx="781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F6F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F6FB2"/>
                </a:solidFill>
                <a:latin typeface="Microsoft YaHei"/>
                <a:ea typeface="Microsoft YaHei"/>
                <a:cs typeface="Microsoft YaHei"/>
              </a:rPr>
              <a:t>上相机｜正面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A06F882-5AF5-485F-9EB0-2B8DDCD72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71700"/>
            <a:ext cx="2724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19050">
            <a:solidFill>
              <a:srgbClr val="475569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EBAD035-0E22-4E61-9D87-248CE70F8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05050"/>
            <a:ext cx="23812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383">
            <a:solidFill>
              <a:srgbClr val="64748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8902FC9-326C-4261-A37E-F8553872A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352675"/>
            <a:ext cx="260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94A3B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E1BD64D-507E-4F2E-9D1A-F7E879E07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352675"/>
            <a:ext cx="260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585" b="1">
                <a:solidFill>
                  <a:srgbClr val="0206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85" b="1">
                <a:solidFill>
                  <a:srgbClr val="020617"/>
                </a:solidFill>
                <a:latin typeface="Microsoft YaHei"/>
                <a:ea typeface="Microsoft YaHei"/>
                <a:cs typeface="Microsoft YaHei"/>
              </a:rPr>
              <a:t>GL2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0D22745-7926-480E-AD17-574EF5DCD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533650"/>
            <a:ext cx="260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EA315E3-D858-4924-92C9-2CAD79BAE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588" y="25717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061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BC1FCA4-416C-4718-8F5F-BE1E2E2D7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933700"/>
            <a:ext cx="260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CFF3C2F-89D1-44A7-BE4B-28CB0E6C2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588" y="29718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061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5411EBB-D5B3-4981-AEA6-A945B3D27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0975" y="2352675"/>
            <a:ext cx="260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94A3B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BC5169A-0241-4691-A441-D36201C35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0975" y="2352675"/>
            <a:ext cx="260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585" b="1">
                <a:solidFill>
                  <a:srgbClr val="0206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85" b="1">
                <a:solidFill>
                  <a:srgbClr val="020617"/>
                </a:solidFill>
                <a:latin typeface="Microsoft YaHei"/>
                <a:ea typeface="Microsoft YaHei"/>
                <a:cs typeface="Microsoft YaHei"/>
              </a:rPr>
              <a:t>GL1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92AE60A-4C9E-4654-8CFD-6972210C8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0975" y="2533650"/>
            <a:ext cx="260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19A1815-2A10-4ECD-BE1A-A15ECF3FC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613" y="25717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061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782CD67-7E89-489B-91C1-D0FE49417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0975" y="2933700"/>
            <a:ext cx="260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7989F6A-40C2-4FDB-BE3A-5B246B1B7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613" y="29718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061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32A9616-4697-420A-A744-E70F1C506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8000" y="2352675"/>
            <a:ext cx="260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68A"/>
          </a:solidFill>
          <a:ln xmlns:a="http://schemas.openxmlformats.org/drawingml/2006/main" w="9525">
            <a:solidFill>
              <a:srgbClr val="94A3B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F242A74-CB18-4BCC-B5E8-A4B8B2655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8000" y="2352675"/>
            <a:ext cx="260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585" b="1">
                <a:solidFill>
                  <a:srgbClr val="0206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85" b="1">
                <a:solidFill>
                  <a:srgbClr val="020617"/>
                </a:solidFill>
                <a:latin typeface="Microsoft YaHei"/>
                <a:ea typeface="Microsoft YaHei"/>
                <a:cs typeface="Microsoft YaHei"/>
              </a:rPr>
              <a:t>P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E9CE20C-1C52-4503-B5EF-2F5D836F5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8000" y="2533650"/>
            <a:ext cx="260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89036F1-01CF-49ED-A5AD-A4858E4CD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8638" y="25717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061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138D4C0-5699-4A18-A80F-D35574626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5625" y="2562225"/>
            <a:ext cx="165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96EDD7D-D9C1-4540-BFCA-4DCD2144F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8000" y="2933700"/>
            <a:ext cx="260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8CE4C0B-6485-4B92-BB1E-CFE02E4D0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8638" y="29718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061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28C854A-757E-4B7D-BB30-F7BDB559B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2352675"/>
            <a:ext cx="260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68A"/>
          </a:solidFill>
          <a:ln xmlns:a="http://schemas.openxmlformats.org/drawingml/2006/main" w="9525">
            <a:solidFill>
              <a:srgbClr val="94A3B8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453D073-E242-4010-A796-4F8945D32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2352675"/>
            <a:ext cx="260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585" b="1">
                <a:solidFill>
                  <a:srgbClr val="0206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85" b="1">
                <a:solidFill>
                  <a:srgbClr val="020617"/>
                </a:solidFill>
                <a:latin typeface="Microsoft YaHei"/>
                <a:ea typeface="Microsoft YaHei"/>
                <a:cs typeface="Microsoft YaHei"/>
              </a:rPr>
              <a:t>N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27F5953-E1F5-4A66-A170-C6C3BE5D4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2533650"/>
            <a:ext cx="260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1EF06BC-C242-4EDB-967A-C280C3F14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5663" y="25717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061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F62E8EC-CADA-4F5A-8218-6A433C317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562225"/>
            <a:ext cx="165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542AB32-053C-41E4-8ECD-5BC1569A5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2933700"/>
            <a:ext cx="260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FCFB3E2-EEE5-4CE3-B846-CE0023A1F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5663" y="29718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061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C08A650-ECE9-43D9-9048-392AFEA2C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2050" y="2352675"/>
            <a:ext cx="260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94A3B8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86355FD-73F3-495B-A765-85A7B3DB5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2050" y="2352675"/>
            <a:ext cx="260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585" b="1">
                <a:solidFill>
                  <a:srgbClr val="0206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85" b="1">
                <a:solidFill>
                  <a:srgbClr val="020617"/>
                </a:solidFill>
                <a:latin typeface="Microsoft YaHei"/>
                <a:ea typeface="Microsoft YaHei"/>
                <a:cs typeface="Microsoft YaHei"/>
              </a:rPr>
              <a:t>L3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7B839AE-6D70-4E2B-8DB9-5C47B3FD3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2050" y="2533650"/>
            <a:ext cx="260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DDE67091-B142-4B42-9E80-B8BF3A805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2688" y="25717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061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4E15B451-3BFA-489C-BC31-207CAD541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2050" y="2933700"/>
            <a:ext cx="260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7C963061-7354-4A1D-A6F5-F0C637EF4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2688" y="29718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061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67470982-6B70-463F-846E-5836CFC5B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9075" y="2352675"/>
            <a:ext cx="260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94A3B8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28C11CBC-61E7-4BC7-B5AF-35BFF8672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9075" y="2352675"/>
            <a:ext cx="260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585" b="1">
                <a:solidFill>
                  <a:srgbClr val="0206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85" b="1">
                <a:solidFill>
                  <a:srgbClr val="020617"/>
                </a:solidFill>
                <a:latin typeface="Microsoft YaHei"/>
                <a:ea typeface="Microsoft YaHei"/>
                <a:cs typeface="Microsoft YaHei"/>
              </a:rPr>
              <a:t>L2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911DA26B-D7BD-48A1-A5E7-7A722E499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9075" y="2533650"/>
            <a:ext cx="260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73E1BD6D-0029-4450-9C84-AE2079196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9713" y="25717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061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BAA8B561-3203-410D-8709-BFBEDE8D0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9075" y="2933700"/>
            <a:ext cx="260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76EE4F0A-B18E-486F-9C40-614EAD250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9713" y="29718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061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61899C76-AABA-4E11-9EFB-3A815D58E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09900"/>
            <a:ext cx="1771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EF6A407A-ACB4-439B-BAAD-6713DBA3C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57550"/>
            <a:ext cx="2571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Pusher 颜色/位置 · 蓝色密封圈 · 盖板混料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AE1852E5-6FDA-4959-A70B-BD3BB1C79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86150"/>
            <a:ext cx="1123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8"/>
          </a:solidFill>
          <a:ln xmlns:a="http://schemas.openxmlformats.org/drawingml/2006/main" w="9525">
            <a:solidFill>
              <a:srgbClr val="FFF3E8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A3C991A7-B8E8-4B46-8E89-ADE891C7C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86150"/>
            <a:ext cx="1009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EA580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EA580C"/>
                </a:solidFill>
                <a:latin typeface="Microsoft YaHei"/>
                <a:ea typeface="Microsoft YaHei"/>
                <a:cs typeface="Microsoft YaHei"/>
              </a:rPr>
              <a:t>左/右相机｜侧面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DF6B52CC-88F8-47DC-85F5-D9FA8C39E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71900"/>
            <a:ext cx="24003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15240">
            <a:solidFill>
              <a:srgbClr val="475569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7A10E24E-43F5-422C-99A4-17B1E0376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14775"/>
            <a:ext cx="1943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4151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367FB5D2-6AE6-45EC-94F9-D4EAD8275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181475"/>
            <a:ext cx="76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B0BE"/>
          </a:solidFill>
          <a:ln xmlns:a="http://schemas.openxmlformats.org/drawingml/2006/main" w="4763">
            <a:solidFill>
              <a:srgbClr val="6B7280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4A25C6B2-2537-432B-A3FE-151CC9685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0312" y="4181475"/>
            <a:ext cx="76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B0BE"/>
          </a:solidFill>
          <a:ln xmlns:a="http://schemas.openxmlformats.org/drawingml/2006/main" w="4763">
            <a:solidFill>
              <a:srgbClr val="6B7280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5AAD633B-37FA-48B2-8C8A-4DB253621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9523" y="4181475"/>
            <a:ext cx="76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B0BE"/>
          </a:solidFill>
          <a:ln xmlns:a="http://schemas.openxmlformats.org/drawingml/2006/main" w="4763">
            <a:solidFill>
              <a:srgbClr val="6B7280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09A1AC3D-2912-4E6F-92E2-964ADC72C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8735" y="4181475"/>
            <a:ext cx="76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B0BE"/>
          </a:solidFill>
          <a:ln xmlns:a="http://schemas.openxmlformats.org/drawingml/2006/main" w="4763">
            <a:solidFill>
              <a:srgbClr val="6B7280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27BF5E64-6F51-46E2-819D-22027DEA2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7946" y="4181475"/>
            <a:ext cx="76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B0BE"/>
          </a:solidFill>
          <a:ln xmlns:a="http://schemas.openxmlformats.org/drawingml/2006/main" w="4763">
            <a:solidFill>
              <a:srgbClr val="6B7280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CAF1BABC-5153-45D7-BE66-1E785B8D5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7158" y="4181475"/>
            <a:ext cx="76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B0BE"/>
          </a:solidFill>
          <a:ln xmlns:a="http://schemas.openxmlformats.org/drawingml/2006/main" w="4763">
            <a:solidFill>
              <a:srgbClr val="6B7280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BD34C20D-CEE1-42EC-B7B3-9211D4747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6369" y="4181475"/>
            <a:ext cx="76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B0BE"/>
          </a:solidFill>
          <a:ln xmlns:a="http://schemas.openxmlformats.org/drawingml/2006/main" w="4763">
            <a:solidFill>
              <a:srgbClr val="6B7280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5AD6B13B-E423-446E-87A1-1E4B0347A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5581" y="4181475"/>
            <a:ext cx="76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B0BE"/>
          </a:solidFill>
          <a:ln xmlns:a="http://schemas.openxmlformats.org/drawingml/2006/main" w="4763">
            <a:solidFill>
              <a:srgbClr val="6B7280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269C5CA1-3279-4A89-BEF8-739E5789E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4792" y="4181475"/>
            <a:ext cx="76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B0BE"/>
          </a:solidFill>
          <a:ln xmlns:a="http://schemas.openxmlformats.org/drawingml/2006/main" w="4763">
            <a:solidFill>
              <a:srgbClr val="6B7280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90220AD5-DB38-49D3-B3C7-D15A08F46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4004" y="4181475"/>
            <a:ext cx="76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B0BE"/>
          </a:solidFill>
          <a:ln xmlns:a="http://schemas.openxmlformats.org/drawingml/2006/main" w="4763">
            <a:solidFill>
              <a:srgbClr val="6B7280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DE819904-DBE7-4052-B27A-40C85FBB1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3215" y="4181475"/>
            <a:ext cx="76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B0BE"/>
          </a:solidFill>
          <a:ln xmlns:a="http://schemas.openxmlformats.org/drawingml/2006/main" w="4763">
            <a:solidFill>
              <a:srgbClr val="6B7280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2F37B411-E8DE-47E9-A843-662CFE454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2427" y="4181475"/>
            <a:ext cx="76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B0BE"/>
          </a:solidFill>
          <a:ln xmlns:a="http://schemas.openxmlformats.org/drawingml/2006/main" w="4763">
            <a:solidFill>
              <a:srgbClr val="6B7280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619E6684-ED2A-4683-A90D-D026DB25E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1638" y="4181475"/>
            <a:ext cx="76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B0BE"/>
          </a:solidFill>
          <a:ln xmlns:a="http://schemas.openxmlformats.org/drawingml/2006/main" w="4763">
            <a:solidFill>
              <a:srgbClr val="6B7280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7515CC45-E1BE-45BC-9900-5A160E2DA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133850"/>
            <a:ext cx="18288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DC2626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27638743-E803-4FA4-9DB6-80DC758BB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305300"/>
            <a:ext cx="1828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5563"/>
          </a:solidFill>
          <a:ln xmlns:a="http://schemas.openxmlformats.org/drawingml/2006/main" w="0">
            <a:solidFill>
              <a:srgbClr val="4B5563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875E678D-B6A1-4401-A197-200471B31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19600"/>
            <a:ext cx="2571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红色密封圈 · 左右长短针错装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716B99AE-2E2D-4197-840B-BD8BFB0B4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1428750"/>
            <a:ext cx="3714750" cy="1733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D1F3F2F2-BEFC-4209-B751-43B29797C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562100"/>
            <a:ext cx="1047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检测流程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B662CB13-05D1-46D5-96BA-361F9D81F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600200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从图像到判定结果的闭环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C2E03C4F-0475-4C48-AD1C-2435A5F7A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171700"/>
            <a:ext cx="29908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6FAAB0E1-C724-4BC3-A4E6-D9581DC08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07645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6FB2"/>
          </a:solidFill>
          <a:ln xmlns:a="http://schemas.openxmlformats.org/drawingml/2006/main" w="0">
            <a:solidFill>
              <a:srgbClr val="1F6FB2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9A872B1B-BFFD-4BBC-9D6A-B26C10FB4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066925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335303A8-9952-407A-8E9B-D6ECBBF83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981200"/>
            <a:ext cx="1219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图像采集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10C7B72C-21D0-4717-9A9A-34F2E8DC2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190750"/>
            <a:ext cx="1181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三路相机同步触发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4647DBCB-8875-4471-8C41-299DF140B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207645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solidFill>
              <a:srgbClr val="0EA5E9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450A28DB-980A-410A-81C8-45050BAF1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2066925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80A6425F-3667-4CB2-9585-AC1D486AA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1981200"/>
            <a:ext cx="1219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ROI 定位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FAC6453C-DECF-4984-A040-35345E970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2190750"/>
            <a:ext cx="1181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锁定 pusher / 密封圈 / 针脚区域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30F16655-29EE-4890-AF15-65F9AC84B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64795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580C"/>
          </a:solidFill>
          <a:ln xmlns:a="http://schemas.openxmlformats.org/drawingml/2006/main" w="0">
            <a:solidFill>
              <a:srgbClr val="EA580C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6D05B4C7-0FF1-436B-9C08-43A35AA4A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638425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EBA0332B-2DF7-433E-AFDF-8C19D81D3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552700"/>
            <a:ext cx="1219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缺陷规则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4832721C-7040-4C86-BF11-8941A9AEC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762250"/>
            <a:ext cx="1181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颜色、位置、有无、长短判断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FC835136-61F5-4E9F-973B-F5D4A2F38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264795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E018083B-EFDC-4FE3-8EEE-A3FEB8483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2638425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87348805-C07B-4CD2-AB32-72EFD3017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2552700"/>
            <a:ext cx="1219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结果输出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9F9DD3B5-D9B8-43FB-AAF9-7E8F97F43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2762250"/>
            <a:ext cx="1181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OK/NG + 缺陷项 + 位置提示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1B58153B-BEE3-43C0-9EAB-D6EF9C51C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295650"/>
            <a:ext cx="37147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0A77CDF2-F9B8-46BA-BB04-145BA7824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390900"/>
            <a:ext cx="1047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缺陷覆盖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EE8BB43E-B567-4CE4-AF9E-F0CE10FAD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714750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D1E446AB-F22B-4C8B-9E20-29C1F5D62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714750"/>
            <a:ext cx="38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B2"/>
          </a:solidFill>
          <a:ln xmlns:a="http://schemas.openxmlformats.org/drawingml/2006/main" w="0">
            <a:solidFill>
              <a:srgbClr val="1F6FB2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FC994892-9593-4E1B-ABB1-CBE253BB2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752850"/>
            <a:ext cx="14478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F6F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1F6FB2"/>
                </a:solidFill>
                <a:latin typeface="Microsoft YaHei"/>
                <a:ea typeface="Microsoft YaHei"/>
                <a:cs typeface="Microsoft YaHei"/>
              </a:rPr>
              <a:t>混料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F87791E0-374B-4E93-A791-261605211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924300"/>
            <a:ext cx="1447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3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3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盖板/型号状态不一致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069345A1-692A-4D2A-99B3-4BADC4907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714750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7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7C33A70D-B344-4842-869A-CDE721ABF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714750"/>
            <a:ext cx="38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solidFill>
              <a:srgbClr val="0EA5E9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63933C65-FD51-4F3E-8BD0-09FB74408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752850"/>
            <a:ext cx="14478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0EA5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0EA5E9"/>
                </a:solidFill>
                <a:latin typeface="Microsoft YaHei"/>
                <a:ea typeface="Microsoft YaHei"/>
                <a:cs typeface="Microsoft YaHei"/>
              </a:rPr>
              <a:t>Pusher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32693812-0E70-40B2-8C1C-06E533AD3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924300"/>
            <a:ext cx="1447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3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3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颜色错误、未到位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532ABCCE-F78F-46AC-9239-C1597C015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133850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8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5FA61CEB-9179-4AE9-B582-71730A7D7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133850"/>
            <a:ext cx="38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DB5565E2-D478-471F-8D02-4572FDE2F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171950"/>
            <a:ext cx="14478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密封圈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085E2BC0-B4AF-45C4-872B-66C09B470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343400"/>
            <a:ext cx="1447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3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3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蓝色/红色密封圈有无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FE2056FB-75ED-4BBF-8E94-8204532E3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133850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2C751FD9-1A90-456E-9515-639D00277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133850"/>
            <a:ext cx="38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580C"/>
          </a:solidFill>
          <a:ln xmlns:a="http://schemas.openxmlformats.org/drawingml/2006/main" w="0">
            <a:solidFill>
              <a:srgbClr val="EA580C"/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EF4BD8AD-2AFC-499A-B0E6-16627AC0E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171950"/>
            <a:ext cx="14478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EA580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EA580C"/>
                </a:solidFill>
                <a:latin typeface="Microsoft YaHei"/>
                <a:ea typeface="Microsoft YaHei"/>
                <a:cs typeface="Microsoft YaHei"/>
              </a:rPr>
              <a:t>长短针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50B18F74-FB5E-4696-8C26-515A73E04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343400"/>
            <a:ext cx="1447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3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3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左右侧错装、顺序异常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16C2FA40-E78F-4F83-BAB0-168A17A12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095375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相机分工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15CD4D32-9E72-4435-9939-135E8F001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428750"/>
            <a:ext cx="33909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5C5244B8-6E48-4CBA-BA03-432A45A0D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428750"/>
            <a:ext cx="476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B2"/>
          </a:solidFill>
          <a:ln xmlns:a="http://schemas.openxmlformats.org/drawingml/2006/main" w="0">
            <a:solidFill>
              <a:srgbClr val="1F6FB2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5985EA89-E696-4B67-BFAF-29F0BC42A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562100"/>
            <a:ext cx="628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EAF3FF"/>
            </a:solidFill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2C1C081A-724D-43BA-8AEC-5454CFAD8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562100"/>
            <a:ext cx="514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F6F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1F6FB2"/>
                </a:solidFill>
                <a:latin typeface="Microsoft YaHei"/>
                <a:ea typeface="Microsoft YaHei"/>
                <a:cs typeface="Microsoft YaHei"/>
              </a:rPr>
              <a:t>上相机</a:t>
            </a:r>
          </a:p>
        </p:txBody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6047056A-492D-4380-B645-F82CD1463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543050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F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F6FB2"/>
                </a:solidFill>
                <a:latin typeface="Microsoft YaHei"/>
                <a:ea typeface="Microsoft YaHei"/>
                <a:cs typeface="Microsoft YaHei"/>
              </a:rPr>
              <a:t>正面状态确认</a:t>
            </a: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0FC78201-17B0-463C-86CD-763DAA1F5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752600"/>
            <a:ext cx="2362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盖板混料、Pusher 颜色/到位、蓝色密封圈</a:t>
            </a:r>
          </a:p>
        </p:txBody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B14EAF3E-B4FF-4964-A170-733272DF3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228850"/>
            <a:ext cx="33909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8FA3BF0C-4E64-464E-97F8-D2D2AECC8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228850"/>
            <a:ext cx="476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580C"/>
          </a:solidFill>
          <a:ln xmlns:a="http://schemas.openxmlformats.org/drawingml/2006/main" w="0">
            <a:solidFill>
              <a:srgbClr val="EA580C"/>
            </a:solidFill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617F5331-641A-41FC-B9F4-ED46AB8BB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62200"/>
            <a:ext cx="628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8"/>
          </a:solidFill>
          <a:ln xmlns:a="http://schemas.openxmlformats.org/drawingml/2006/main" w="9525">
            <a:solidFill>
              <a:srgbClr val="FFF3E8"/>
            </a:solidFill>
            <a:prstDash val="solid"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1A77E305-E30F-4055-ADC6-C6FCB0979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362200"/>
            <a:ext cx="514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EA580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EA580C"/>
                </a:solidFill>
                <a:latin typeface="Microsoft YaHei"/>
                <a:ea typeface="Microsoft YaHei"/>
                <a:cs typeface="Microsoft YaHei"/>
              </a:rPr>
              <a:t>左相机</a:t>
            </a:r>
          </a:p>
        </p:txBody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F9C7F4D5-E9AF-44BD-86B8-60BFE6FF1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343150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A580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EA580C"/>
                </a:solidFill>
                <a:latin typeface="Microsoft YaHei"/>
                <a:ea typeface="Microsoft YaHei"/>
                <a:cs typeface="Microsoft YaHei"/>
              </a:rPr>
              <a:t>左侧结构确认</a:t>
            </a:r>
          </a:p>
        </p:txBody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4CB27ED1-00F5-4C8D-9B9F-E868F43A7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552700"/>
            <a:ext cx="2362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红色密封圈连续性、左侧长短针错装</a:t>
            </a:r>
          </a:p>
        </p:txBody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D662C856-2BEE-46E9-83C7-16D8017B5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028950"/>
            <a:ext cx="33909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228971F5-C2B9-45BD-A48C-45EA2CEFF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028950"/>
            <a:ext cx="476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72E2C0FD-7610-4061-B1AB-3557AF870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162300"/>
            <a:ext cx="628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8EF"/>
          </a:solidFill>
          <a:ln xmlns:a="http://schemas.openxmlformats.org/drawingml/2006/main" w="9525">
            <a:solidFill>
              <a:srgbClr val="E9F8EF"/>
            </a:solidFill>
            <a:prstDash val="solid"/>
          </a:ln>
        </p:spPr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BA5AF782-48C7-4AD7-BFF9-53F4BA372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162300"/>
            <a:ext cx="514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右相机</a:t>
            </a:r>
          </a:p>
        </p:txBody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ECDEAD4D-C31F-4B16-99F5-45DFE7EDF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143250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右侧结构确认</a:t>
            </a:r>
          </a:p>
        </p:txBody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710AD194-B661-4DEE-93F2-AD993FDFB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352800"/>
            <a:ext cx="2362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红色密封圈连续性、右侧长短针错装</a:t>
            </a:r>
          </a:p>
        </p:txBody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4A7DA379-B905-423F-A848-78095402C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10100"/>
            <a:ext cx="7143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824B997D-4562-4360-A30D-CE7129D5C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81525"/>
            <a:ext cx="133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检测项矩阵</a:t>
            </a:r>
          </a:p>
        </p:txBody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73BB9FC1-DE9B-4522-9D58-EE88FC171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600575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绿色标记表示对应相机负责判定</a:t>
            </a:r>
          </a:p>
        </p:txBody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C07FD816-186C-4D96-8F27-03C461421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76800"/>
            <a:ext cx="342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A5D"/>
          </a:solidFill>
          <a:ln xmlns:a="http://schemas.openxmlformats.org/drawingml/2006/main" w="2858">
            <a:solidFill>
              <a:srgbClr val="FFFFFF"/>
            </a:solidFill>
            <a:prstDash val="solid"/>
          </a:ln>
        </p:spPr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BE6D3C4B-B6D1-4EEE-9CD9-C1B8EBAC2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4876800"/>
            <a:ext cx="247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1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序</a:t>
            </a:r>
          </a:p>
        </p:txBody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517A972B-A878-4048-A321-3B7C57AE4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76800"/>
            <a:ext cx="2343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A5D"/>
          </a:solidFill>
          <a:ln xmlns:a="http://schemas.openxmlformats.org/drawingml/2006/main" w="2858">
            <a:solidFill>
              <a:srgbClr val="FFFFFF"/>
            </a:solidFill>
            <a:prstDash val="solid"/>
          </a:ln>
        </p:spPr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2B08EFF1-0782-4B51-965A-5CC8BBCBE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876800"/>
            <a:ext cx="2247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1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检测内容</a:t>
            </a:r>
          </a:p>
        </p:txBody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2502EC84-66E7-4FC6-8C38-1DC89A6AD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876800"/>
            <a:ext cx="76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A5D"/>
          </a:solidFill>
          <a:ln xmlns:a="http://schemas.openxmlformats.org/drawingml/2006/main" w="2858">
            <a:solidFill>
              <a:srgbClr val="FFFFFF"/>
            </a:solidFill>
            <a:prstDash val="solid"/>
          </a:ln>
        </p:spPr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717D65A1-263C-4F3B-9BF7-E27432D9F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4876800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1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类别</a:t>
            </a:r>
          </a:p>
        </p:txBody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DEDEBC25-14D5-496B-83DC-4D05D0C29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876800"/>
            <a:ext cx="590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A5D"/>
          </a:solidFill>
          <a:ln xmlns:a="http://schemas.openxmlformats.org/drawingml/2006/main" w="2858">
            <a:solidFill>
              <a:srgbClr val="FFFFFF"/>
            </a:solidFill>
            <a:prstDash val="solid"/>
          </a:ln>
        </p:spPr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B756A816-787C-44C5-9E55-A6D55E55C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4876800"/>
            <a:ext cx="495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1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上</a:t>
            </a:r>
          </a:p>
        </p:txBody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4A19A9AA-5809-498C-8D7E-F5C364860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876800"/>
            <a:ext cx="590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A5D"/>
          </a:solidFill>
          <a:ln xmlns:a="http://schemas.openxmlformats.org/drawingml/2006/main" w="2858">
            <a:solidFill>
              <a:srgbClr val="FFFFFF"/>
            </a:solidFill>
            <a:prstDash val="solid"/>
          </a:ln>
        </p:spPr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94691D85-6A02-4787-A87B-8E3FAF9C1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876800"/>
            <a:ext cx="495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1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左</a:t>
            </a:r>
          </a:p>
        </p:txBody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7E39BDC3-EC7C-4D96-AD71-58E1D0CD3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876800"/>
            <a:ext cx="590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A5D"/>
          </a:solidFill>
          <a:ln xmlns:a="http://schemas.openxmlformats.org/drawingml/2006/main" w="2858">
            <a:solidFill>
              <a:srgbClr val="FFFFFF"/>
            </a:solidFill>
            <a:prstDash val="solid"/>
          </a:ln>
        </p:spPr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F85C002D-C513-46B3-B342-7CBEDE82F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4876800"/>
            <a:ext cx="495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1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右</a:t>
            </a:r>
          </a:p>
        </p:txBody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DB11B7FC-8C33-4A2B-8322-B473B0B01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876800"/>
            <a:ext cx="1924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A5D"/>
          </a:solidFill>
          <a:ln xmlns:a="http://schemas.openxmlformats.org/drawingml/2006/main" w="2858">
            <a:solidFill>
              <a:srgbClr val="FFFFFF"/>
            </a:solidFill>
            <a:prstDash val="solid"/>
          </a:ln>
        </p:spPr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296E3863-9E9D-4A7B-99B3-FD993E830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4876800"/>
            <a:ext cx="1828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1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输出</a:t>
            </a:r>
          </a:p>
        </p:txBody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572F3583-3784-4D5C-A685-76C1730A9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05400"/>
            <a:ext cx="34290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9E2EC"/>
            </a:solidFill>
            <a:prstDash val="solid"/>
          </a:ln>
        </p:spPr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1E34D78C-041C-4B2F-86E7-EA0570C5F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05400"/>
            <a:ext cx="23431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9E2EC"/>
            </a:solidFill>
            <a:prstDash val="solid"/>
          </a:ln>
        </p:spPr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8A451672-28E4-4EA7-B19F-95DD02CD0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5105400"/>
            <a:ext cx="76200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9E2EC"/>
            </a:solidFill>
            <a:prstDash val="solid"/>
          </a:ln>
        </p:spPr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90C0975E-1E48-460D-94BA-F7BECC778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5105400"/>
            <a:ext cx="5905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9E2EC"/>
            </a:solidFill>
            <a:prstDash val="solid"/>
          </a:ln>
        </p:spPr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51517FD1-F0DE-4921-969D-A1A454A3C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5105400"/>
            <a:ext cx="5905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9E2EC"/>
            </a:solidFill>
            <a:prstDash val="solid"/>
          </a:ln>
        </p:spPr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C610BC27-50F3-45FB-A3B9-2A8B0A70A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5105400"/>
            <a:ext cx="5905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9E2EC"/>
            </a:solidFill>
            <a:prstDash val="solid"/>
          </a:ln>
        </p:spPr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D6FE83EC-E406-4A3F-8C2B-CD65E8ADD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105400"/>
            <a:ext cx="19240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9E2EC"/>
            </a:solidFill>
            <a:prstDash val="solid"/>
          </a:ln>
        </p:spPr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41AFFEE4-0D35-4FA3-9FDF-4DD76C7AF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05400"/>
            <a:ext cx="34290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F45AEC2E-27BB-42C8-8D49-02860D46A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05400"/>
            <a:ext cx="22288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6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盖板混料</a:t>
            </a:r>
          </a:p>
        </p:txBody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69B718F8-69DE-4E51-8BD1-631663957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105400"/>
            <a:ext cx="68580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1F6F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 b="1">
                <a:solidFill>
                  <a:srgbClr val="1F6FB2"/>
                </a:solidFill>
                <a:latin typeface="Microsoft YaHei"/>
                <a:ea typeface="Microsoft YaHei"/>
                <a:cs typeface="Microsoft YaHei"/>
              </a:rPr>
              <a:t>基础识别</a:t>
            </a:r>
          </a:p>
        </p:txBody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C9965570-8B3D-47D9-A7AB-351C65DDA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51244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53D04644-4339-47D2-82E8-2E841C00B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511492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6120A864-06F3-4A51-A81A-3F3CFC386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5105400"/>
            <a:ext cx="18097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OK/NG + 缺陷项定位</a:t>
            </a:r>
          </a:p>
        </p:txBody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A915A5E8-42BB-4A3E-8C00-52FAF4C19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05425"/>
            <a:ext cx="34290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5715">
            <a:solidFill>
              <a:srgbClr val="D9E2EC"/>
            </a:solidFill>
            <a:prstDash val="solid"/>
          </a:ln>
        </p:spPr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A4BF213F-125F-4AAF-B0FB-CE5A37C3E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05425"/>
            <a:ext cx="23431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5715">
            <a:solidFill>
              <a:srgbClr val="D9E2EC"/>
            </a:solidFill>
            <a:prstDash val="solid"/>
          </a:ln>
        </p:spPr>
      </p: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6DD44AB4-2637-4110-9D32-6D36DB713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5305425"/>
            <a:ext cx="76200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5715">
            <a:solidFill>
              <a:srgbClr val="D9E2EC"/>
            </a:solidFill>
            <a:prstDash val="solid"/>
          </a:ln>
        </p:spPr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923BB0E7-5D55-4B05-BB37-719659E21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5305425"/>
            <a:ext cx="5905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5715">
            <a:solidFill>
              <a:srgbClr val="D9E2EC"/>
            </a:solidFill>
            <a:prstDash val="solid"/>
          </a:ln>
        </p:spPr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50485CEC-859B-41FB-BA35-530766FDD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5305425"/>
            <a:ext cx="5905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5715">
            <a:solidFill>
              <a:srgbClr val="D9E2EC"/>
            </a:solidFill>
            <a:prstDash val="solid"/>
          </a:ln>
        </p:spPr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2D878E45-09DC-4280-BA61-E6C406118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5305425"/>
            <a:ext cx="5905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5715">
            <a:solidFill>
              <a:srgbClr val="D9E2EC"/>
            </a:solidFill>
            <a:prstDash val="solid"/>
          </a:ln>
        </p:spPr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E9367DA2-F65E-4A89-8902-7A7707DFB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305425"/>
            <a:ext cx="19240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5715">
            <a:solidFill>
              <a:srgbClr val="D9E2EC"/>
            </a:solidFill>
            <a:prstDash val="solid"/>
          </a:ln>
        </p:spPr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55E73651-06BF-4295-B04D-E943441AA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05425"/>
            <a:ext cx="34290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96B05C46-E4E0-48DB-8ABD-C14D8195F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05425"/>
            <a:ext cx="22288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6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Pusher 颜色是否正确</a:t>
            </a:r>
          </a:p>
        </p:txBody>
      </p: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C97A9DDA-5D3B-45B7-90C8-7225DDC12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305425"/>
            <a:ext cx="68580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1F6F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 b="1">
                <a:solidFill>
                  <a:srgbClr val="1F6FB2"/>
                </a:solidFill>
                <a:latin typeface="Microsoft YaHei"/>
                <a:ea typeface="Microsoft YaHei"/>
                <a:cs typeface="Microsoft YaHei"/>
              </a:rPr>
              <a:t>Pusher</a:t>
            </a:r>
          </a:p>
        </p:txBody>
      </p:sp>
      <p:sp>
        <p:nvSp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3B3C5B45-2FBF-4190-9522-D4B1C7C1B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53244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</p:sp>
      <p:sp>
        <p:nvSp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6131C126-DCCF-43DF-BBBA-1EFAEBC8A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53149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D7527A1A-2FC4-4037-8818-60C25209B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5305425"/>
            <a:ext cx="18097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OK/NG + 缺陷项定位</a:t>
            </a:r>
          </a:p>
        </p:txBody>
      </p:sp>
      <p:sp>
        <p:nvSp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2EF56E12-F577-4F34-B9EA-C3AEAB824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05450"/>
            <a:ext cx="34290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9E2EC"/>
            </a:solidFill>
            <a:prstDash val="solid"/>
          </a:ln>
        </p:spPr>
      </p:sp>
      <p:sp>
        <p:nvSpPr>
          <p:cNvPr id="192" name="">
            <a:extLst xmlns:a="http://schemas.openxmlformats.org/drawingml/2006/main">
              <a:ext uri="{FF2B5EF4-FFF2-40B4-BE49-F238E27FC236}">
                <a16:creationId xmlns:a16="http://schemas.microsoft.com/office/drawing/2014/main" id="{0C754913-EBB1-4FE3-A526-8435640E4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05450"/>
            <a:ext cx="23431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9E2EC"/>
            </a:solidFill>
            <a:prstDash val="solid"/>
          </a:ln>
        </p:spPr>
      </p:sp>
      <p:sp>
        <p:nvSp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33596D4C-B506-4419-8F43-E2F5983D6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5505450"/>
            <a:ext cx="76200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9E2EC"/>
            </a:solidFill>
            <a:prstDash val="solid"/>
          </a:ln>
        </p:spPr>
      </p:sp>
      <p:sp>
        <p:nvSpPr>
          <p:cNvPr id="194" name="">
            <a:extLst xmlns:a="http://schemas.openxmlformats.org/drawingml/2006/main">
              <a:ext uri="{FF2B5EF4-FFF2-40B4-BE49-F238E27FC236}">
                <a16:creationId xmlns:a16="http://schemas.microsoft.com/office/drawing/2014/main" id="{52EA8A85-A065-43D3-B072-BF6C6F4A3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5505450"/>
            <a:ext cx="5905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9E2EC"/>
            </a:solidFill>
            <a:prstDash val="solid"/>
          </a:ln>
        </p:spPr>
      </p:sp>
      <p:sp>
        <p:nvSpPr>
          <p:cNvPr id="195" name="">
            <a:extLst xmlns:a="http://schemas.openxmlformats.org/drawingml/2006/main">
              <a:ext uri="{FF2B5EF4-FFF2-40B4-BE49-F238E27FC236}">
                <a16:creationId xmlns:a16="http://schemas.microsoft.com/office/drawing/2014/main" id="{0096F710-A4D5-44C6-9CBF-A286201E8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5505450"/>
            <a:ext cx="5905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9E2EC"/>
            </a:solidFill>
            <a:prstDash val="solid"/>
          </a:ln>
        </p:spPr>
      </p:sp>
      <p:sp>
        <p:nvSpPr>
          <p:cNvPr id="196" name="">
            <a:extLst xmlns:a="http://schemas.openxmlformats.org/drawingml/2006/main">
              <a:ext uri="{FF2B5EF4-FFF2-40B4-BE49-F238E27FC236}">
                <a16:creationId xmlns:a16="http://schemas.microsoft.com/office/drawing/2014/main" id="{F797B6BC-DB1B-4871-9F49-5224EF00D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5505450"/>
            <a:ext cx="5905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9E2EC"/>
            </a:solidFill>
            <a:prstDash val="solid"/>
          </a:ln>
        </p:spPr>
      </p:sp>
      <p:sp>
        <p:nvSpPr>
          <p:cNvPr id="197" name="">
            <a:extLst xmlns:a="http://schemas.openxmlformats.org/drawingml/2006/main">
              <a:ext uri="{FF2B5EF4-FFF2-40B4-BE49-F238E27FC236}">
                <a16:creationId xmlns:a16="http://schemas.microsoft.com/office/drawing/2014/main" id="{2DCCDB2A-E970-4C7F-AC9E-8D8B81645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505450"/>
            <a:ext cx="19240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9E2EC"/>
            </a:solidFill>
            <a:prstDash val="solid"/>
          </a:ln>
        </p:spPr>
      </p:sp>
      <p:sp>
        <p:nvSpPr>
          <p:cNvPr id="198" name="">
            <a:extLst xmlns:a="http://schemas.openxmlformats.org/drawingml/2006/main">
              <a:ext uri="{FF2B5EF4-FFF2-40B4-BE49-F238E27FC236}">
                <a16:creationId xmlns:a16="http://schemas.microsoft.com/office/drawing/2014/main" id="{F5495B42-3AAE-4F33-91C9-6F55EE3BD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05450"/>
            <a:ext cx="34290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99" name="">
            <a:extLst xmlns:a="http://schemas.openxmlformats.org/drawingml/2006/main">
              <a:ext uri="{FF2B5EF4-FFF2-40B4-BE49-F238E27FC236}">
                <a16:creationId xmlns:a16="http://schemas.microsoft.com/office/drawing/2014/main" id="{54D7DD8B-3969-454B-947B-41A20B42B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05450"/>
            <a:ext cx="22288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6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Pusher 是否到位</a:t>
            </a:r>
          </a:p>
        </p:txBody>
      </p:sp>
      <p:sp>
        <p:nvSpPr>
          <p:cNvPr id="200" name="">
            <a:extLst xmlns:a="http://schemas.openxmlformats.org/drawingml/2006/main">
              <a:ext uri="{FF2B5EF4-FFF2-40B4-BE49-F238E27FC236}">
                <a16:creationId xmlns:a16="http://schemas.microsoft.com/office/drawing/2014/main" id="{C39E74D8-D846-420B-982B-C851EEA2F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505450"/>
            <a:ext cx="68580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1F6F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 b="1">
                <a:solidFill>
                  <a:srgbClr val="1F6FB2"/>
                </a:solidFill>
                <a:latin typeface="Microsoft YaHei"/>
                <a:ea typeface="Microsoft YaHei"/>
                <a:cs typeface="Microsoft YaHei"/>
              </a:rPr>
              <a:t>Pusher</a:t>
            </a:r>
          </a:p>
        </p:txBody>
      </p:sp>
      <p:sp>
        <p:nvSpPr>
          <p:cNvPr id="201" name="">
            <a:extLst xmlns:a="http://schemas.openxmlformats.org/drawingml/2006/main">
              <a:ext uri="{FF2B5EF4-FFF2-40B4-BE49-F238E27FC236}">
                <a16:creationId xmlns:a16="http://schemas.microsoft.com/office/drawing/2014/main" id="{EE3CBEB5-1307-4794-8DB1-1A06EDB79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55245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</p:sp>
      <p:sp>
        <p:nvSpPr>
          <p:cNvPr id="202" name="">
            <a:extLst xmlns:a="http://schemas.openxmlformats.org/drawingml/2006/main">
              <a:ext uri="{FF2B5EF4-FFF2-40B4-BE49-F238E27FC236}">
                <a16:creationId xmlns:a16="http://schemas.microsoft.com/office/drawing/2014/main" id="{4B394ADF-7726-433E-9603-705045EFD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551497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203" name="">
            <a:extLst xmlns:a="http://schemas.openxmlformats.org/drawingml/2006/main">
              <a:ext uri="{FF2B5EF4-FFF2-40B4-BE49-F238E27FC236}">
                <a16:creationId xmlns:a16="http://schemas.microsoft.com/office/drawing/2014/main" id="{1A672904-7BCB-405E-8F0B-C7D2D2FED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5505450"/>
            <a:ext cx="18097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OK/NG + 缺陷项定位</a:t>
            </a:r>
          </a:p>
        </p:txBody>
      </p:sp>
      <p:sp>
        <p:nvSpPr>
          <p:cNvPr id="204" name="">
            <a:extLst xmlns:a="http://schemas.openxmlformats.org/drawingml/2006/main">
              <a:ext uri="{FF2B5EF4-FFF2-40B4-BE49-F238E27FC236}">
                <a16:creationId xmlns:a16="http://schemas.microsoft.com/office/drawing/2014/main" id="{81FAC418-0F04-43E7-8F16-A5A5EAA78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05475"/>
            <a:ext cx="34290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5715">
            <a:solidFill>
              <a:srgbClr val="D9E2EC"/>
            </a:solidFill>
            <a:prstDash val="solid"/>
          </a:ln>
        </p:spPr>
      </p:sp>
      <p:sp>
        <p:nvSpPr>
          <p:cNvPr id="205" name="">
            <a:extLst xmlns:a="http://schemas.openxmlformats.org/drawingml/2006/main">
              <a:ext uri="{FF2B5EF4-FFF2-40B4-BE49-F238E27FC236}">
                <a16:creationId xmlns:a16="http://schemas.microsoft.com/office/drawing/2014/main" id="{CAC3BEAB-FFB6-4BFB-865D-79D95AF8B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05475"/>
            <a:ext cx="23431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5715">
            <a:solidFill>
              <a:srgbClr val="D9E2EC"/>
            </a:solidFill>
            <a:prstDash val="solid"/>
          </a:ln>
        </p:spPr>
      </p:sp>
      <p:sp>
        <p:nvSpPr>
          <p:cNvPr id="206" name="">
            <a:extLst xmlns:a="http://schemas.openxmlformats.org/drawingml/2006/main">
              <a:ext uri="{FF2B5EF4-FFF2-40B4-BE49-F238E27FC236}">
                <a16:creationId xmlns:a16="http://schemas.microsoft.com/office/drawing/2014/main" id="{38F6EC73-94B1-4D43-9D8B-1B9C99E46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5705475"/>
            <a:ext cx="76200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5715">
            <a:solidFill>
              <a:srgbClr val="D9E2EC"/>
            </a:solidFill>
            <a:prstDash val="solid"/>
          </a:ln>
        </p:spPr>
      </p:sp>
      <p:sp>
        <p:nvSpPr>
          <p:cNvPr id="207" name="">
            <a:extLst xmlns:a="http://schemas.openxmlformats.org/drawingml/2006/main">
              <a:ext uri="{FF2B5EF4-FFF2-40B4-BE49-F238E27FC236}">
                <a16:creationId xmlns:a16="http://schemas.microsoft.com/office/drawing/2014/main" id="{9AD45CBD-2269-4E96-ACB6-E6C163149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5705475"/>
            <a:ext cx="5905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5715">
            <a:solidFill>
              <a:srgbClr val="D9E2EC"/>
            </a:solidFill>
            <a:prstDash val="solid"/>
          </a:ln>
        </p:spPr>
      </p:sp>
      <p:sp>
        <p:nvSpPr>
          <p:cNvPr id="208" name="">
            <a:extLst xmlns:a="http://schemas.openxmlformats.org/drawingml/2006/main">
              <a:ext uri="{FF2B5EF4-FFF2-40B4-BE49-F238E27FC236}">
                <a16:creationId xmlns:a16="http://schemas.microsoft.com/office/drawing/2014/main" id="{A0DF928F-CE2C-4867-878E-9EA998A3C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5705475"/>
            <a:ext cx="5905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5715">
            <a:solidFill>
              <a:srgbClr val="D9E2EC"/>
            </a:solidFill>
            <a:prstDash val="solid"/>
          </a:ln>
        </p:spPr>
      </p:sp>
      <p:sp>
        <p:nvSpPr>
          <p:cNvPr id="209" name="">
            <a:extLst xmlns:a="http://schemas.openxmlformats.org/drawingml/2006/main">
              <a:ext uri="{FF2B5EF4-FFF2-40B4-BE49-F238E27FC236}">
                <a16:creationId xmlns:a16="http://schemas.microsoft.com/office/drawing/2014/main" id="{871E7C00-ABAE-4178-B5F1-BB3A7E13B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5705475"/>
            <a:ext cx="5905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5715">
            <a:solidFill>
              <a:srgbClr val="D9E2EC"/>
            </a:solidFill>
            <a:prstDash val="solid"/>
          </a:ln>
        </p:spPr>
      </p:sp>
      <p:sp>
        <p:nvSpPr>
          <p:cNvPr id="210" name="">
            <a:extLst xmlns:a="http://schemas.openxmlformats.org/drawingml/2006/main">
              <a:ext uri="{FF2B5EF4-FFF2-40B4-BE49-F238E27FC236}">
                <a16:creationId xmlns:a16="http://schemas.microsoft.com/office/drawing/2014/main" id="{0A6F0961-B37C-4671-8F2D-48DB823D4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705475"/>
            <a:ext cx="19240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5715">
            <a:solidFill>
              <a:srgbClr val="D9E2EC"/>
            </a:solidFill>
            <a:prstDash val="solid"/>
          </a:ln>
        </p:spPr>
      </p:sp>
      <p:sp>
        <p:nvSpPr>
          <p:cNvPr id="211" name="">
            <a:extLst xmlns:a="http://schemas.openxmlformats.org/drawingml/2006/main">
              <a:ext uri="{FF2B5EF4-FFF2-40B4-BE49-F238E27FC236}">
                <a16:creationId xmlns:a16="http://schemas.microsoft.com/office/drawing/2014/main" id="{79A09352-4B9A-496E-9BB4-9EF2CAA10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05475"/>
            <a:ext cx="34290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12" name="">
            <a:extLst xmlns:a="http://schemas.openxmlformats.org/drawingml/2006/main">
              <a:ext uri="{FF2B5EF4-FFF2-40B4-BE49-F238E27FC236}">
                <a16:creationId xmlns:a16="http://schemas.microsoft.com/office/drawing/2014/main" id="{AD01362E-307A-4824-A357-3E665A550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705475"/>
            <a:ext cx="22288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6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蓝色密封圈有无</a:t>
            </a:r>
          </a:p>
        </p:txBody>
      </p:sp>
      <p:sp>
        <p:nvSpPr>
          <p:cNvPr id="213" name="">
            <a:extLst xmlns:a="http://schemas.openxmlformats.org/drawingml/2006/main">
              <a:ext uri="{FF2B5EF4-FFF2-40B4-BE49-F238E27FC236}">
                <a16:creationId xmlns:a16="http://schemas.microsoft.com/office/drawing/2014/main" id="{AE8AA307-79A5-41B7-9BA0-29857327E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705475"/>
            <a:ext cx="68580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 b="1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密封圈</a:t>
            </a:r>
          </a:p>
        </p:txBody>
      </p:sp>
      <p:sp>
        <p:nvSpPr>
          <p:cNvPr id="214" name="">
            <a:extLst xmlns:a="http://schemas.openxmlformats.org/drawingml/2006/main">
              <a:ext uri="{FF2B5EF4-FFF2-40B4-BE49-F238E27FC236}">
                <a16:creationId xmlns:a16="http://schemas.microsoft.com/office/drawing/2014/main" id="{FCA3C189-DA06-40EA-B2C6-D4FAD143A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57245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</p:sp>
      <p:sp>
        <p:nvSpPr>
          <p:cNvPr id="215" name="">
            <a:extLst xmlns:a="http://schemas.openxmlformats.org/drawingml/2006/main">
              <a:ext uri="{FF2B5EF4-FFF2-40B4-BE49-F238E27FC236}">
                <a16:creationId xmlns:a16="http://schemas.microsoft.com/office/drawing/2014/main" id="{DEFAC5A3-41F8-4ED7-ADD9-34A6923B7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57150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216" name="">
            <a:extLst xmlns:a="http://schemas.openxmlformats.org/drawingml/2006/main">
              <a:ext uri="{FF2B5EF4-FFF2-40B4-BE49-F238E27FC236}">
                <a16:creationId xmlns:a16="http://schemas.microsoft.com/office/drawing/2014/main" id="{1B558771-D10E-4398-85DD-0D467C617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5705475"/>
            <a:ext cx="18097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OK/NG + 缺陷项定位</a:t>
            </a:r>
          </a:p>
        </p:txBody>
      </p:sp>
      <p:sp>
        <p:nvSpPr>
          <p:cNvPr id="217" name="">
            <a:extLst xmlns:a="http://schemas.openxmlformats.org/drawingml/2006/main">
              <a:ext uri="{FF2B5EF4-FFF2-40B4-BE49-F238E27FC236}">
                <a16:creationId xmlns:a16="http://schemas.microsoft.com/office/drawing/2014/main" id="{E6563AAD-C107-40E0-8BFA-7F889FA4B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0"/>
            <a:ext cx="34290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9E2EC"/>
            </a:solidFill>
            <a:prstDash val="solid"/>
          </a:ln>
        </p:spPr>
      </p:sp>
      <p:sp>
        <p:nvSpPr>
          <p:cNvPr id="218" name="">
            <a:extLst xmlns:a="http://schemas.openxmlformats.org/drawingml/2006/main">
              <a:ext uri="{FF2B5EF4-FFF2-40B4-BE49-F238E27FC236}">
                <a16:creationId xmlns:a16="http://schemas.microsoft.com/office/drawing/2014/main" id="{DCD02D2F-F5EC-450C-B12C-379DD9808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05500"/>
            <a:ext cx="23431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9E2EC"/>
            </a:solidFill>
            <a:prstDash val="solid"/>
          </a:ln>
        </p:spPr>
      </p:sp>
      <p:sp>
        <p:nvSpPr>
          <p:cNvPr id="219" name="">
            <a:extLst xmlns:a="http://schemas.openxmlformats.org/drawingml/2006/main">
              <a:ext uri="{FF2B5EF4-FFF2-40B4-BE49-F238E27FC236}">
                <a16:creationId xmlns:a16="http://schemas.microsoft.com/office/drawing/2014/main" id="{8FA92A24-BCBC-4EF1-81D4-308380206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5905500"/>
            <a:ext cx="76200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9E2EC"/>
            </a:solidFill>
            <a:prstDash val="solid"/>
          </a:ln>
        </p:spPr>
      </p:sp>
      <p:sp>
        <p:nvSpPr>
          <p:cNvPr id="220" name="">
            <a:extLst xmlns:a="http://schemas.openxmlformats.org/drawingml/2006/main">
              <a:ext uri="{FF2B5EF4-FFF2-40B4-BE49-F238E27FC236}">
                <a16:creationId xmlns:a16="http://schemas.microsoft.com/office/drawing/2014/main" id="{604465F4-1D70-4F09-A3C0-6E61FCF0D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5905500"/>
            <a:ext cx="5905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9E2EC"/>
            </a:solidFill>
            <a:prstDash val="solid"/>
          </a:ln>
        </p:spPr>
      </p:sp>
      <p:sp>
        <p:nvSpPr>
          <p:cNvPr id="221" name="">
            <a:extLst xmlns:a="http://schemas.openxmlformats.org/drawingml/2006/main">
              <a:ext uri="{FF2B5EF4-FFF2-40B4-BE49-F238E27FC236}">
                <a16:creationId xmlns:a16="http://schemas.microsoft.com/office/drawing/2014/main" id="{FA202C40-D4BD-4DEE-99EF-54011788B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5905500"/>
            <a:ext cx="5905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9E2EC"/>
            </a:solidFill>
            <a:prstDash val="solid"/>
          </a:ln>
        </p:spPr>
      </p:sp>
      <p:sp>
        <p:nvSpPr>
          <p:cNvPr id="222" name="">
            <a:extLst xmlns:a="http://schemas.openxmlformats.org/drawingml/2006/main">
              <a:ext uri="{FF2B5EF4-FFF2-40B4-BE49-F238E27FC236}">
                <a16:creationId xmlns:a16="http://schemas.microsoft.com/office/drawing/2014/main" id="{A09E5852-6416-43E0-86CA-5B913BD2D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5905500"/>
            <a:ext cx="5905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9E2EC"/>
            </a:solidFill>
            <a:prstDash val="solid"/>
          </a:ln>
        </p:spPr>
      </p:sp>
      <p:sp>
        <p:nvSpPr>
          <p:cNvPr id="223" name="">
            <a:extLst xmlns:a="http://schemas.openxmlformats.org/drawingml/2006/main">
              <a:ext uri="{FF2B5EF4-FFF2-40B4-BE49-F238E27FC236}">
                <a16:creationId xmlns:a16="http://schemas.microsoft.com/office/drawing/2014/main" id="{6893622D-77CC-450C-B300-80DC19D43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905500"/>
            <a:ext cx="19240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9E2EC"/>
            </a:solidFill>
            <a:prstDash val="solid"/>
          </a:ln>
        </p:spPr>
      </p:sp>
      <p:sp>
        <p:nvSpPr>
          <p:cNvPr id="224" name="">
            <a:extLst xmlns:a="http://schemas.openxmlformats.org/drawingml/2006/main">
              <a:ext uri="{FF2B5EF4-FFF2-40B4-BE49-F238E27FC236}">
                <a16:creationId xmlns:a16="http://schemas.microsoft.com/office/drawing/2014/main" id="{F2CE3325-715A-4062-8E48-EB4156CF3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0"/>
            <a:ext cx="34290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25" name="">
            <a:extLst xmlns:a="http://schemas.openxmlformats.org/drawingml/2006/main">
              <a:ext uri="{FF2B5EF4-FFF2-40B4-BE49-F238E27FC236}">
                <a16:creationId xmlns:a16="http://schemas.microsoft.com/office/drawing/2014/main" id="{02AAE5BB-CFCD-43E7-8AA2-08382031B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905500"/>
            <a:ext cx="22288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6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红色密封圈有无</a:t>
            </a:r>
          </a:p>
        </p:txBody>
      </p:sp>
      <p:sp>
        <p:nvSpPr>
          <p:cNvPr id="226" name="">
            <a:extLst xmlns:a="http://schemas.openxmlformats.org/drawingml/2006/main">
              <a:ext uri="{FF2B5EF4-FFF2-40B4-BE49-F238E27FC236}">
                <a16:creationId xmlns:a16="http://schemas.microsoft.com/office/drawing/2014/main" id="{88358279-4ACC-4B80-8244-01A32DF5E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905500"/>
            <a:ext cx="68580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 b="1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密封圈</a:t>
            </a:r>
          </a:p>
        </p:txBody>
      </p:sp>
      <p:sp>
        <p:nvSpPr>
          <p:cNvPr id="227" name="">
            <a:extLst xmlns:a="http://schemas.openxmlformats.org/drawingml/2006/main">
              <a:ext uri="{FF2B5EF4-FFF2-40B4-BE49-F238E27FC236}">
                <a16:creationId xmlns:a16="http://schemas.microsoft.com/office/drawing/2014/main" id="{C2C5CA7E-535D-47F8-BCB2-555CAAD0C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59245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</p:sp>
      <p:sp>
        <p:nvSpPr>
          <p:cNvPr id="228" name="">
            <a:extLst xmlns:a="http://schemas.openxmlformats.org/drawingml/2006/main">
              <a:ext uri="{FF2B5EF4-FFF2-40B4-BE49-F238E27FC236}">
                <a16:creationId xmlns:a16="http://schemas.microsoft.com/office/drawing/2014/main" id="{B581FF28-162A-4933-AC7D-5B68ADA09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591502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229" name="">
            <a:extLst xmlns:a="http://schemas.openxmlformats.org/drawingml/2006/main">
              <a:ext uri="{FF2B5EF4-FFF2-40B4-BE49-F238E27FC236}">
                <a16:creationId xmlns:a16="http://schemas.microsoft.com/office/drawing/2014/main" id="{DFC95CC0-6DF0-4336-B9BF-53DB16842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275" y="59245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</p:sp>
      <p:sp>
        <p:nvSpPr>
          <p:cNvPr id="230" name="">
            <a:extLst xmlns:a="http://schemas.openxmlformats.org/drawingml/2006/main">
              <a:ext uri="{FF2B5EF4-FFF2-40B4-BE49-F238E27FC236}">
                <a16:creationId xmlns:a16="http://schemas.microsoft.com/office/drawing/2014/main" id="{C903DAA2-3F74-4B6E-98F2-556CBB5D8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275" y="591502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231" name="">
            <a:extLst xmlns:a="http://schemas.openxmlformats.org/drawingml/2006/main">
              <a:ext uri="{FF2B5EF4-FFF2-40B4-BE49-F238E27FC236}">
                <a16:creationId xmlns:a16="http://schemas.microsoft.com/office/drawing/2014/main" id="{DA5A4B7A-784E-4B97-B222-ABBFB18D4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5905500"/>
            <a:ext cx="18097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OK/NG + 缺陷项定位</a:t>
            </a:r>
          </a:p>
        </p:txBody>
      </p:sp>
      <p:sp>
        <p:nvSpPr>
          <p:cNvPr id="232" name="">
            <a:extLst xmlns:a="http://schemas.openxmlformats.org/drawingml/2006/main">
              <a:ext uri="{FF2B5EF4-FFF2-40B4-BE49-F238E27FC236}">
                <a16:creationId xmlns:a16="http://schemas.microsoft.com/office/drawing/2014/main" id="{48CA8988-57D9-4EC4-9BD8-FE4CB9C8A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05525"/>
            <a:ext cx="34290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5715">
            <a:solidFill>
              <a:srgbClr val="D9E2EC"/>
            </a:solidFill>
            <a:prstDash val="solid"/>
          </a:ln>
        </p:spPr>
      </p:sp>
      <p:sp>
        <p:nvSpPr>
          <p:cNvPr id="233" name="">
            <a:extLst xmlns:a="http://schemas.openxmlformats.org/drawingml/2006/main">
              <a:ext uri="{FF2B5EF4-FFF2-40B4-BE49-F238E27FC236}">
                <a16:creationId xmlns:a16="http://schemas.microsoft.com/office/drawing/2014/main" id="{55020B82-C46E-4AE4-A963-B2EFC0045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05525"/>
            <a:ext cx="23431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5715">
            <a:solidFill>
              <a:srgbClr val="D9E2EC"/>
            </a:solidFill>
            <a:prstDash val="solid"/>
          </a:ln>
        </p:spPr>
      </p:sp>
      <p:sp>
        <p:nvSpPr>
          <p:cNvPr id="234" name="">
            <a:extLst xmlns:a="http://schemas.openxmlformats.org/drawingml/2006/main">
              <a:ext uri="{FF2B5EF4-FFF2-40B4-BE49-F238E27FC236}">
                <a16:creationId xmlns:a16="http://schemas.microsoft.com/office/drawing/2014/main" id="{E3866CCA-F311-4118-89B6-7CD1719CC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6105525"/>
            <a:ext cx="76200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5715">
            <a:solidFill>
              <a:srgbClr val="D9E2EC"/>
            </a:solidFill>
            <a:prstDash val="solid"/>
          </a:ln>
        </p:spPr>
      </p:sp>
      <p:sp>
        <p:nvSpPr>
          <p:cNvPr id="235" name="">
            <a:extLst xmlns:a="http://schemas.openxmlformats.org/drawingml/2006/main">
              <a:ext uri="{FF2B5EF4-FFF2-40B4-BE49-F238E27FC236}">
                <a16:creationId xmlns:a16="http://schemas.microsoft.com/office/drawing/2014/main" id="{F7FFA631-B9C4-4DF0-B38B-0021DEE54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6105525"/>
            <a:ext cx="5905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5715">
            <a:solidFill>
              <a:srgbClr val="D9E2EC"/>
            </a:solidFill>
            <a:prstDash val="solid"/>
          </a:ln>
        </p:spPr>
      </p:sp>
      <p:sp>
        <p:nvSpPr>
          <p:cNvPr id="236" name="">
            <a:extLst xmlns:a="http://schemas.openxmlformats.org/drawingml/2006/main">
              <a:ext uri="{FF2B5EF4-FFF2-40B4-BE49-F238E27FC236}">
                <a16:creationId xmlns:a16="http://schemas.microsoft.com/office/drawing/2014/main" id="{A19719E9-3337-4E43-B47C-AF33A1749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6105525"/>
            <a:ext cx="5905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5715">
            <a:solidFill>
              <a:srgbClr val="D9E2EC"/>
            </a:solidFill>
            <a:prstDash val="solid"/>
          </a:ln>
        </p:spPr>
      </p:sp>
      <p:sp>
        <p:nvSpPr>
          <p:cNvPr id="237" name="">
            <a:extLst xmlns:a="http://schemas.openxmlformats.org/drawingml/2006/main">
              <a:ext uri="{FF2B5EF4-FFF2-40B4-BE49-F238E27FC236}">
                <a16:creationId xmlns:a16="http://schemas.microsoft.com/office/drawing/2014/main" id="{FF3ACC8D-EA5A-45D4-A9E9-D30A391A4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6105525"/>
            <a:ext cx="5905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5715">
            <a:solidFill>
              <a:srgbClr val="D9E2EC"/>
            </a:solidFill>
            <a:prstDash val="solid"/>
          </a:ln>
        </p:spPr>
      </p:sp>
      <p:sp>
        <p:nvSpPr>
          <p:cNvPr id="238" name="">
            <a:extLst xmlns:a="http://schemas.openxmlformats.org/drawingml/2006/main">
              <a:ext uri="{FF2B5EF4-FFF2-40B4-BE49-F238E27FC236}">
                <a16:creationId xmlns:a16="http://schemas.microsoft.com/office/drawing/2014/main" id="{803F621E-8FB0-4148-BBA6-14613DD03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6105525"/>
            <a:ext cx="19240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5715">
            <a:solidFill>
              <a:srgbClr val="D9E2EC"/>
            </a:solidFill>
            <a:prstDash val="solid"/>
          </a:ln>
        </p:spPr>
      </p:sp>
      <p:sp>
        <p:nvSpPr>
          <p:cNvPr id="239" name="">
            <a:extLst xmlns:a="http://schemas.openxmlformats.org/drawingml/2006/main">
              <a:ext uri="{FF2B5EF4-FFF2-40B4-BE49-F238E27FC236}">
                <a16:creationId xmlns:a16="http://schemas.microsoft.com/office/drawing/2014/main" id="{E10F3E18-A665-4388-BA20-AF454096A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05525"/>
            <a:ext cx="34290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240" name="">
            <a:extLst xmlns:a="http://schemas.openxmlformats.org/drawingml/2006/main">
              <a:ext uri="{FF2B5EF4-FFF2-40B4-BE49-F238E27FC236}">
                <a16:creationId xmlns:a16="http://schemas.microsoft.com/office/drawing/2014/main" id="{040A6D06-F170-46AC-8B2A-6CE3C964D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105525"/>
            <a:ext cx="22288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6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左侧长短针是否错装</a:t>
            </a:r>
          </a:p>
        </p:txBody>
      </p:sp>
      <p:sp>
        <p:nvSpPr>
          <p:cNvPr id="241" name="">
            <a:extLst xmlns:a="http://schemas.openxmlformats.org/drawingml/2006/main">
              <a:ext uri="{FF2B5EF4-FFF2-40B4-BE49-F238E27FC236}">
                <a16:creationId xmlns:a16="http://schemas.microsoft.com/office/drawing/2014/main" id="{532689FB-7BBA-4D60-A1F6-324580FBA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6105525"/>
            <a:ext cx="68580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EA580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 b="1">
                <a:solidFill>
                  <a:srgbClr val="EA580C"/>
                </a:solidFill>
                <a:latin typeface="Microsoft YaHei"/>
                <a:ea typeface="Microsoft YaHei"/>
                <a:cs typeface="Microsoft YaHei"/>
              </a:rPr>
              <a:t>长短针</a:t>
            </a:r>
          </a:p>
        </p:txBody>
      </p:sp>
      <p:sp>
        <p:nvSpPr>
          <p:cNvPr id="242" name="">
            <a:extLst xmlns:a="http://schemas.openxmlformats.org/drawingml/2006/main">
              <a:ext uri="{FF2B5EF4-FFF2-40B4-BE49-F238E27FC236}">
                <a16:creationId xmlns:a16="http://schemas.microsoft.com/office/drawing/2014/main" id="{7CB30FD7-42C7-425A-82C9-CD457798D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61245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</p:sp>
      <p:sp>
        <p:nvSpPr>
          <p:cNvPr id="243" name="">
            <a:extLst xmlns:a="http://schemas.openxmlformats.org/drawingml/2006/main">
              <a:ext uri="{FF2B5EF4-FFF2-40B4-BE49-F238E27FC236}">
                <a16:creationId xmlns:a16="http://schemas.microsoft.com/office/drawing/2014/main" id="{B220259C-98F0-4FDD-9F94-E4811A222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61150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244" name="">
            <a:extLst xmlns:a="http://schemas.openxmlformats.org/drawingml/2006/main">
              <a:ext uri="{FF2B5EF4-FFF2-40B4-BE49-F238E27FC236}">
                <a16:creationId xmlns:a16="http://schemas.microsoft.com/office/drawing/2014/main" id="{1E4B04DB-0089-43B6-A272-F20B485D8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6105525"/>
            <a:ext cx="18097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OK/NG + 缺陷项定位</a:t>
            </a:r>
          </a:p>
        </p:txBody>
      </p:sp>
      <p:sp>
        <p:nvSpPr>
          <p:cNvPr id="245" name="">
            <a:extLst xmlns:a="http://schemas.openxmlformats.org/drawingml/2006/main">
              <a:ext uri="{FF2B5EF4-FFF2-40B4-BE49-F238E27FC236}">
                <a16:creationId xmlns:a16="http://schemas.microsoft.com/office/drawing/2014/main" id="{98CD95BF-D203-44BB-A8E0-E50E7CCA6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34290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9E2EC"/>
            </a:solidFill>
            <a:prstDash val="solid"/>
          </a:ln>
        </p:spPr>
      </p:sp>
      <p:sp>
        <p:nvSpPr>
          <p:cNvPr id="246" name="">
            <a:extLst xmlns:a="http://schemas.openxmlformats.org/drawingml/2006/main">
              <a:ext uri="{FF2B5EF4-FFF2-40B4-BE49-F238E27FC236}">
                <a16:creationId xmlns:a16="http://schemas.microsoft.com/office/drawing/2014/main" id="{9390D9CE-BC06-4BAF-813D-944DBC650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05550"/>
            <a:ext cx="23431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9E2EC"/>
            </a:solidFill>
            <a:prstDash val="solid"/>
          </a:ln>
        </p:spPr>
      </p:sp>
      <p:sp>
        <p:nvSpPr>
          <p:cNvPr id="247" name="">
            <a:extLst xmlns:a="http://schemas.openxmlformats.org/drawingml/2006/main">
              <a:ext uri="{FF2B5EF4-FFF2-40B4-BE49-F238E27FC236}">
                <a16:creationId xmlns:a16="http://schemas.microsoft.com/office/drawing/2014/main" id="{43906A8B-A9A6-4B4E-A1EC-56E4973A4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6305550"/>
            <a:ext cx="76200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9E2EC"/>
            </a:solidFill>
            <a:prstDash val="solid"/>
          </a:ln>
        </p:spPr>
      </p:sp>
      <p:sp>
        <p:nvSpPr>
          <p:cNvPr id="248" name="">
            <a:extLst xmlns:a="http://schemas.openxmlformats.org/drawingml/2006/main">
              <a:ext uri="{FF2B5EF4-FFF2-40B4-BE49-F238E27FC236}">
                <a16:creationId xmlns:a16="http://schemas.microsoft.com/office/drawing/2014/main" id="{B90C2DCC-889F-4095-B6C8-EE4BA60D0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6305550"/>
            <a:ext cx="5905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9E2EC"/>
            </a:solidFill>
            <a:prstDash val="solid"/>
          </a:ln>
        </p:spPr>
      </p:sp>
      <p:sp>
        <p:nvSpPr>
          <p:cNvPr id="249" name="">
            <a:extLst xmlns:a="http://schemas.openxmlformats.org/drawingml/2006/main">
              <a:ext uri="{FF2B5EF4-FFF2-40B4-BE49-F238E27FC236}">
                <a16:creationId xmlns:a16="http://schemas.microsoft.com/office/drawing/2014/main" id="{B3B61BEB-8095-453C-85F2-99DF83EC0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6305550"/>
            <a:ext cx="5905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9E2EC"/>
            </a:solidFill>
            <a:prstDash val="solid"/>
          </a:ln>
        </p:spPr>
      </p:sp>
      <p:sp>
        <p:nvSpPr>
          <p:cNvPr id="250" name="">
            <a:extLst xmlns:a="http://schemas.openxmlformats.org/drawingml/2006/main">
              <a:ext uri="{FF2B5EF4-FFF2-40B4-BE49-F238E27FC236}">
                <a16:creationId xmlns:a16="http://schemas.microsoft.com/office/drawing/2014/main" id="{E9309387-C607-46D3-B85F-B1AEEA2E2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6305550"/>
            <a:ext cx="5905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9E2EC"/>
            </a:solidFill>
            <a:prstDash val="solid"/>
          </a:ln>
        </p:spPr>
      </p:sp>
      <p:sp>
        <p:nvSpPr>
          <p:cNvPr id="251" name="">
            <a:extLst xmlns:a="http://schemas.openxmlformats.org/drawingml/2006/main">
              <a:ext uri="{FF2B5EF4-FFF2-40B4-BE49-F238E27FC236}">
                <a16:creationId xmlns:a16="http://schemas.microsoft.com/office/drawing/2014/main" id="{2DBFBB6E-13AA-4785-8367-3FE2A2454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6305550"/>
            <a:ext cx="19240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9E2EC"/>
            </a:solidFill>
            <a:prstDash val="solid"/>
          </a:ln>
        </p:spPr>
      </p:sp>
      <p:sp>
        <p:nvSpPr>
          <p:cNvPr id="252" name="">
            <a:extLst xmlns:a="http://schemas.openxmlformats.org/drawingml/2006/main">
              <a:ext uri="{FF2B5EF4-FFF2-40B4-BE49-F238E27FC236}">
                <a16:creationId xmlns:a16="http://schemas.microsoft.com/office/drawing/2014/main" id="{51B42688-64C5-4F8D-B9D8-646EFEEC0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34290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  <p:sp>
        <p:nvSpPr>
          <p:cNvPr id="253" name="">
            <a:extLst xmlns:a="http://schemas.openxmlformats.org/drawingml/2006/main">
              <a:ext uri="{FF2B5EF4-FFF2-40B4-BE49-F238E27FC236}">
                <a16:creationId xmlns:a16="http://schemas.microsoft.com/office/drawing/2014/main" id="{A178F4EB-7B35-4F7B-B94B-B0F23E51F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305550"/>
            <a:ext cx="22288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6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右侧长短针是否错装</a:t>
            </a:r>
          </a:p>
        </p:txBody>
      </p:sp>
      <p:sp>
        <p:nvSpPr>
          <p:cNvPr id="254" name="">
            <a:extLst xmlns:a="http://schemas.openxmlformats.org/drawingml/2006/main">
              <a:ext uri="{FF2B5EF4-FFF2-40B4-BE49-F238E27FC236}">
                <a16:creationId xmlns:a16="http://schemas.microsoft.com/office/drawing/2014/main" id="{2765FB8B-CB0E-499E-8CC2-0301C44B5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6305550"/>
            <a:ext cx="68580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EA580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 b="1">
                <a:solidFill>
                  <a:srgbClr val="EA580C"/>
                </a:solidFill>
                <a:latin typeface="Microsoft YaHei"/>
                <a:ea typeface="Microsoft YaHei"/>
                <a:cs typeface="Microsoft YaHei"/>
              </a:rPr>
              <a:t>长短针</a:t>
            </a:r>
          </a:p>
        </p:txBody>
      </p:sp>
      <p:sp>
        <p:nvSpPr>
          <p:cNvPr id="255" name="">
            <a:extLst xmlns:a="http://schemas.openxmlformats.org/drawingml/2006/main">
              <a:ext uri="{FF2B5EF4-FFF2-40B4-BE49-F238E27FC236}">
                <a16:creationId xmlns:a16="http://schemas.microsoft.com/office/drawing/2014/main" id="{6BC6CA54-D095-42AB-B989-F5BE883EE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275" y="63246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</p:sp>
      <p:sp>
        <p:nvSpPr>
          <p:cNvPr id="256" name="">
            <a:extLst xmlns:a="http://schemas.openxmlformats.org/drawingml/2006/main">
              <a:ext uri="{FF2B5EF4-FFF2-40B4-BE49-F238E27FC236}">
                <a16:creationId xmlns:a16="http://schemas.microsoft.com/office/drawing/2014/main" id="{9CED7C38-337A-4144-AAB9-99D1B5799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275" y="631507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257" name="">
            <a:extLst xmlns:a="http://schemas.openxmlformats.org/drawingml/2006/main">
              <a:ext uri="{FF2B5EF4-FFF2-40B4-BE49-F238E27FC236}">
                <a16:creationId xmlns:a16="http://schemas.microsoft.com/office/drawing/2014/main" id="{56FA6C27-8A82-41E2-AEEF-EE92CEFCB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6305550"/>
            <a:ext cx="18097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OK/NG + 缺陷项定位</a:t>
            </a:r>
          </a:p>
        </p:txBody>
      </p:sp>
      <p:sp>
        <p:nvSpPr>
          <p:cNvPr id="258" name="">
            <a:extLst xmlns:a="http://schemas.openxmlformats.org/drawingml/2006/main">
              <a:ext uri="{FF2B5EF4-FFF2-40B4-BE49-F238E27FC236}">
                <a16:creationId xmlns:a16="http://schemas.microsoft.com/office/drawing/2014/main" id="{C368AC4D-0C8D-4461-A340-3FF93473C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857750"/>
            <a:ext cx="339090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A5D"/>
          </a:solidFill>
          <a:ln xmlns:a="http://schemas.openxmlformats.org/drawingml/2006/main" w="0">
            <a:solidFill>
              <a:srgbClr val="123A5D"/>
            </a:solidFill>
            <a:prstDash val="solid"/>
          </a:ln>
        </p:spPr>
      </p:sp>
      <p:sp>
        <p:nvSpPr>
          <p:cNvPr id="259" name="">
            <a:extLst xmlns:a="http://schemas.openxmlformats.org/drawingml/2006/main">
              <a:ext uri="{FF2B5EF4-FFF2-40B4-BE49-F238E27FC236}">
                <a16:creationId xmlns:a16="http://schemas.microsoft.com/office/drawing/2014/main" id="{9B089C18-FCC6-402D-9DF4-4B7CAADB6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5010150"/>
            <a:ext cx="1047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输出与落地</a:t>
            </a:r>
          </a:p>
        </p:txBody>
      </p:sp>
      <p:sp>
        <p:nvSpPr>
          <p:cNvPr id="260" name="">
            <a:extLst xmlns:a="http://schemas.openxmlformats.org/drawingml/2006/main">
              <a:ext uri="{FF2B5EF4-FFF2-40B4-BE49-F238E27FC236}">
                <a16:creationId xmlns:a16="http://schemas.microsoft.com/office/drawing/2014/main" id="{AF81B550-DB1E-4613-AEFD-5EFB2D19D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3625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61" name="">
            <a:extLst xmlns:a="http://schemas.openxmlformats.org/drawingml/2006/main">
              <a:ext uri="{FF2B5EF4-FFF2-40B4-BE49-F238E27FC236}">
                <a16:creationId xmlns:a16="http://schemas.microsoft.com/office/drawing/2014/main" id="{1559065E-2F3E-4193-A866-8D7C623CB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3625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123A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00" b="1">
                <a:solidFill>
                  <a:srgbClr val="123A5D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62" name="">
            <a:extLst xmlns:a="http://schemas.openxmlformats.org/drawingml/2006/main">
              <a:ext uri="{FF2B5EF4-FFF2-40B4-BE49-F238E27FC236}">
                <a16:creationId xmlns:a16="http://schemas.microsoft.com/office/drawing/2014/main" id="{170D5B06-7989-442B-9D64-0EBC29701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5343525"/>
            <a:ext cx="609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3C5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93C5FD"/>
                </a:solidFill>
                <a:latin typeface="Microsoft YaHei"/>
                <a:ea typeface="Microsoft YaHei"/>
                <a:cs typeface="Microsoft YaHei"/>
              </a:rPr>
              <a:t>检测结果</a:t>
            </a:r>
          </a:p>
        </p:txBody>
      </p:sp>
      <p:sp>
        <p:nvSpPr>
          <p:cNvPr id="263" name="">
            <a:extLst xmlns:a="http://schemas.openxmlformats.org/drawingml/2006/main">
              <a:ext uri="{FF2B5EF4-FFF2-40B4-BE49-F238E27FC236}">
                <a16:creationId xmlns:a16="http://schemas.microsoft.com/office/drawing/2014/main" id="{BAAA9C3B-1465-461F-85E7-ECF657FF0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343525"/>
            <a:ext cx="1981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OK / NG 自动判定</a:t>
            </a:r>
          </a:p>
        </p:txBody>
      </p:sp>
      <p:sp>
        <p:nvSpPr>
          <p:cNvPr id="264" name="">
            <a:extLst xmlns:a="http://schemas.openxmlformats.org/drawingml/2006/main">
              <a:ext uri="{FF2B5EF4-FFF2-40B4-BE49-F238E27FC236}">
                <a16:creationId xmlns:a16="http://schemas.microsoft.com/office/drawing/2014/main" id="{7529E663-12E8-4705-86D2-3EF924483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6864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65" name="">
            <a:extLst xmlns:a="http://schemas.openxmlformats.org/drawingml/2006/main">
              <a:ext uri="{FF2B5EF4-FFF2-40B4-BE49-F238E27FC236}">
                <a16:creationId xmlns:a16="http://schemas.microsoft.com/office/drawing/2014/main" id="{2019C666-C47F-4554-9603-35F093BF8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6864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123A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00" b="1">
                <a:solidFill>
                  <a:srgbClr val="123A5D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66" name="">
            <a:extLst xmlns:a="http://schemas.openxmlformats.org/drawingml/2006/main">
              <a:ext uri="{FF2B5EF4-FFF2-40B4-BE49-F238E27FC236}">
                <a16:creationId xmlns:a16="http://schemas.microsoft.com/office/drawing/2014/main" id="{564CDD64-EF64-45CF-A9CF-0F509D7CE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5667375"/>
            <a:ext cx="609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3C5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93C5FD"/>
                </a:solidFill>
                <a:latin typeface="Microsoft YaHei"/>
                <a:ea typeface="Microsoft YaHei"/>
                <a:cs typeface="Microsoft YaHei"/>
              </a:rPr>
              <a:t>缺陷信息</a:t>
            </a:r>
          </a:p>
        </p:txBody>
      </p:sp>
      <p:sp>
        <p:nvSpPr>
          <p:cNvPr id="267" name="">
            <a:extLst xmlns:a="http://schemas.openxmlformats.org/drawingml/2006/main">
              <a:ext uri="{FF2B5EF4-FFF2-40B4-BE49-F238E27FC236}">
                <a16:creationId xmlns:a16="http://schemas.microsoft.com/office/drawing/2014/main" id="{25E8D07C-177F-411A-8061-9F47F6202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667375"/>
            <a:ext cx="1981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异常类别与相机视角</a:t>
            </a:r>
          </a:p>
        </p:txBody>
      </p:sp>
      <p:sp>
        <p:nvSpPr>
          <p:cNvPr id="268" name="">
            <a:extLst xmlns:a="http://schemas.openxmlformats.org/drawingml/2006/main">
              <a:ext uri="{FF2B5EF4-FFF2-40B4-BE49-F238E27FC236}">
                <a16:creationId xmlns:a16="http://schemas.microsoft.com/office/drawing/2014/main" id="{97DB7A70-EEFD-4932-BAD9-A6E4E6BE7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60102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69" name="">
            <a:extLst xmlns:a="http://schemas.openxmlformats.org/drawingml/2006/main">
              <a:ext uri="{FF2B5EF4-FFF2-40B4-BE49-F238E27FC236}">
                <a16:creationId xmlns:a16="http://schemas.microsoft.com/office/drawing/2014/main" id="{C0CF9CAB-36F6-4D33-A288-202DA5F0E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60102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123A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00" b="1">
                <a:solidFill>
                  <a:srgbClr val="123A5D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70" name="">
            <a:extLst xmlns:a="http://schemas.openxmlformats.org/drawingml/2006/main">
              <a:ext uri="{FF2B5EF4-FFF2-40B4-BE49-F238E27FC236}">
                <a16:creationId xmlns:a16="http://schemas.microsoft.com/office/drawing/2014/main" id="{1A8D113C-891E-4BED-B1AD-70D03CC5C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5991225"/>
            <a:ext cx="609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3C5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93C5FD"/>
                </a:solidFill>
                <a:latin typeface="Microsoft YaHei"/>
                <a:ea typeface="Microsoft YaHei"/>
                <a:cs typeface="Microsoft YaHei"/>
              </a:rPr>
              <a:t>位置提示</a:t>
            </a:r>
          </a:p>
        </p:txBody>
      </p:sp>
      <p:sp>
        <p:nvSpPr>
          <p:cNvPr id="271" name="">
            <a:extLst xmlns:a="http://schemas.openxmlformats.org/drawingml/2006/main">
              <a:ext uri="{FF2B5EF4-FFF2-40B4-BE49-F238E27FC236}">
                <a16:creationId xmlns:a16="http://schemas.microsoft.com/office/drawing/2014/main" id="{931C954C-9FE8-4ADE-9B92-5046FBFFB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991225"/>
            <a:ext cx="1981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对应 ROI / 工位位置</a:t>
            </a:r>
          </a:p>
        </p:txBody>
      </p:sp>
      <p:sp>
        <p:nvSpPr>
          <p:cNvPr id="272" name="">
            <a:extLst xmlns:a="http://schemas.openxmlformats.org/drawingml/2006/main">
              <a:ext uri="{FF2B5EF4-FFF2-40B4-BE49-F238E27FC236}">
                <a16:creationId xmlns:a16="http://schemas.microsoft.com/office/drawing/2014/main" id="{9C22ADFB-88BC-4930-BC0D-6FC6F11D0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6762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说明：本页所有核心元素均为 PPT 可编辑对象；示意图区可替换为真实产品正面/侧面图片。</a:t>
            </a:r>
          </a:p>
        </p:txBody>
      </p:sp>
      <p:sp>
        <p:nvSpPr>
          <p:cNvPr id="273" name="">
            <a:extLst xmlns:a="http://schemas.openxmlformats.org/drawingml/2006/main">
              <a:ext uri="{FF2B5EF4-FFF2-40B4-BE49-F238E27FC236}">
                <a16:creationId xmlns:a16="http://schemas.microsoft.com/office/drawing/2014/main" id="{E2367B7C-7EC5-400D-BDA9-4DE82FE48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629400"/>
            <a:ext cx="1238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一页式方案总览</a:t>
            </a:r>
          </a:p>
        </p:txBody>
      </p:sp>
    </p:spTree>
    <p:extLst>
      <p:ext uri="{BB962C8B-B14F-4D97-AF65-F5344CB8AC3E}">
        <p14:creationId xmlns:p14="http://schemas.microsoft.com/office/powerpoint/2010/main" val="111553293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2026-06-04T07:28:40.3800000Z</dcterms:created>
  <dcterms:modified xsi:type="dcterms:W3CDTF">2026-06-04T07:28:40.3800000Z</dcterms:modified>
</coreProperties>
</file>