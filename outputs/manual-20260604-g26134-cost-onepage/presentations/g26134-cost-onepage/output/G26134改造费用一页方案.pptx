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25be81c42648fe" /><Relationship Type="http://schemas.openxmlformats.org/officeDocument/2006/relationships/extended-properties" Target="/docProps/app.xml" Id="Re342bc6e5e3649ef" /><Relationship Type="http://schemas.openxmlformats.org/officeDocument/2006/relationships/officeDocument" Target="/ppt/presentation.xml" Id="R542963947fdb46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5e615e82354ab0"/>
  </p:sldMasterIdLst>
  <p:notesMasterIdLst>
    <p:notesMasterId xmlns:r="http://schemas.openxmlformats.org/officeDocument/2006/relationships" r:id="Ra842b89513824613"/>
  </p:notesMasterIdLst>
  <p:sldIdLst>
    <p:sldId xmlns:r="http://schemas.openxmlformats.org/officeDocument/2006/relationships" id="256" r:id="R7e5ed1569d8c44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1892618a234a99" /><Relationship Type="http://schemas.openxmlformats.org/officeDocument/2006/relationships/slideMaster" Target="/ppt/slideMasters/slideMaster1.xml" Id="Rc95e615e82354ab0" /><Relationship Type="http://schemas.openxmlformats.org/officeDocument/2006/relationships/notesMaster" Target="/ppt/notesMasters/notesMaster1.xml" Id="Ra842b89513824613" /><Relationship Type="http://schemas.openxmlformats.org/officeDocument/2006/relationships/presProps" Target="/ppt/presProps.xml" Id="Rb49e59c010ed41ba" /><Relationship Type="http://schemas.openxmlformats.org/officeDocument/2006/relationships/viewProps" Target="/ppt/viewProps.xml" Id="R92b1f2f339df432c" /><Relationship Type="http://schemas.openxmlformats.org/officeDocument/2006/relationships/tableStyles" Target="/ppt/tableStyles.xml" Id="R3bcd28bbcd4347ea" /><Relationship Type="http://schemas.openxmlformats.org/officeDocument/2006/relationships/slide" Target="/ppt/slides/slide1.xml" Id="R7e5ed1569d8c44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2988732f6740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37579fd31f4fdb" /><Relationship Type="http://schemas.openxmlformats.org/officeDocument/2006/relationships/notesMaster" Target="/ppt/notesMasters/notesMaster1.xml" Id="R5bfd426adacd4d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819ce9b4748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b2b16519c34bad" /><Relationship Type="http://schemas.openxmlformats.org/officeDocument/2006/relationships/slideLayout" Target="/ppt/slideLayouts/slideLayout1.xml" Id="Rab73a9fe44a547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3a9fe44a547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9de5ee1954675" /><Relationship Type="http://schemas.openxmlformats.org/officeDocument/2006/relationships/notesSlide" Target="/ppt/notesSlides/notesSlide1.xml" Id="Rb6970ea7b7e744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E37A81-70E9-4156-BD37-48A9B487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4A5E2-2E17-4217-A314-DBC1ACDF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752EA9-00FC-453E-AC12-C0793DCD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8F0DDD2-62FC-4C9E-8032-8BD9C365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23A5D"/>
                </a:solidFill>
                <a:latin typeface="Microsoft YaHei"/>
                <a:ea typeface="Microsoft YaHei"/>
                <a:cs typeface="Microsoft YaHei"/>
              </a:rPr>
              <a:t>G26134 MODIFICATION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71D37-8035-4FD4-9965-968F85EF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G26134 基础改造：三处新增硬件点位，费用增加 1.6w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4F6FD-C642-404E-9BFC-8EE34149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将原始“示意图 + 费用表”整理为可汇报的一页方案：改造点位、费用口径、实施确认项同时呈现。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C3EB2-FCE9-4496-ACB0-5BB0486D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4953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F997C-DFCF-4738-9C4D-049A0A8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大致示意图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0B9C5-F6FD-46F5-8972-80F87EF9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新增点位：上 / 左 / 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76E19-F8F6-498D-8223-4AE3230D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9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AA0"/>
          </a:solidFill>
          <a:ln xmlns:a="http://schemas.openxmlformats.org/drawingml/2006/main" w="0">
            <a:solidFill>
              <a:srgbClr val="2F9A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720B6-C750-4661-B9D6-0F620EAC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3143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7350"/>
          </a:solidFill>
          <a:ln xmlns:a="http://schemas.openxmlformats.org/drawingml/2006/main" w="11430">
            <a:solidFill>
              <a:srgbClr val="8591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12CAA-7773-427A-8F70-DD20CBA3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30289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04C"/>
          </a:solidFill>
          <a:ln xmlns:a="http://schemas.openxmlformats.org/drawingml/2006/main" w="9525">
            <a:solidFill>
              <a:srgbClr val="9AA0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BE38F-34EA-4437-85BC-38887D38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03F5F-65AF-452A-B027-5EDC2A55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E7798-546F-4961-A18C-48A1E935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49D31-703C-4ABF-8B8B-8D75FE41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762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A2742-A128-4B8B-8D73-D5534E4E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762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E6E25-1BFF-463E-88A5-3561B73B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5D06D-65B8-4A9A-9778-CFB1C990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908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5F011-2326-446E-B070-3D9EE2FB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767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68DF5-6988-41A7-A9FE-F4552884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767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E5E7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E29E4-DCDF-47C1-9251-2388087C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24150"/>
            <a:ext cx="4572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9C1"/>
          </a:solidFill>
          <a:ln xmlns:a="http://schemas.openxmlformats.org/drawingml/2006/main" w="9525">
            <a:solidFill>
              <a:srgbClr val="7171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41AC14-150C-440A-939A-1AA3C32E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2476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ADA2"/>
          </a:solidFill>
          <a:ln xmlns:a="http://schemas.openxmlformats.org/drawingml/2006/main" w="7620">
            <a:solidFill>
              <a:srgbClr val="7171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2D0B8-5221-4330-8DD6-38569BA4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078"/>
          </a:solidFill>
          <a:ln xmlns:a="http://schemas.openxmlformats.org/drawingml/2006/main" w="4763">
            <a:solidFill>
              <a:srgbClr val="555B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E0721-8C65-42B3-886B-9B30CD62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004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078"/>
          </a:solidFill>
          <a:ln xmlns:a="http://schemas.openxmlformats.org/drawingml/2006/main" w="4763">
            <a:solidFill>
              <a:srgbClr val="555B6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FDC305-94E3-47FB-93CB-A68035DE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480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078"/>
          </a:solidFill>
          <a:ln xmlns:a="http://schemas.openxmlformats.org/drawingml/2006/main" w="4763">
            <a:solidFill>
              <a:srgbClr val="555B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FDC28-E0A9-4BAC-822C-31EBC3E8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078"/>
          </a:solidFill>
          <a:ln xmlns:a="http://schemas.openxmlformats.org/drawingml/2006/main" w="4763">
            <a:solidFill>
              <a:srgbClr val="555B6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DC8EB-0CEC-4410-BE3B-B1F18660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078"/>
          </a:solidFill>
          <a:ln xmlns:a="http://schemas.openxmlformats.org/drawingml/2006/main" w="4763">
            <a:solidFill>
              <a:srgbClr val="555B6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F3333-372D-42FF-8506-03B5DAC8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91000"/>
            <a:ext cx="133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078"/>
          </a:solidFill>
          <a:ln xmlns:a="http://schemas.openxmlformats.org/drawingml/2006/main" w="4763">
            <a:solidFill>
              <a:srgbClr val="555B6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5686D-B9A9-46A4-B3CE-89EB1629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81500"/>
            <a:ext cx="628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3B9"/>
          </a:solidFill>
          <a:ln xmlns:a="http://schemas.openxmlformats.org/drawingml/2006/main" w="9525">
            <a:solidFill>
              <a:srgbClr val="7171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079CE-20C2-46AB-9C19-FAE61EB7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00600"/>
            <a:ext cx="361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9CA3A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A1A265-EDC9-449C-8DCC-8984AA82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38600"/>
            <a:ext cx="8763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A7A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ACAB81-8A5A-49EB-8AE6-35748521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86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0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C7BA60-0017-4F70-8098-E77646C9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71950"/>
            <a:ext cx="15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7620">
            <a:solidFill>
              <a:srgbClr val="37415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54BABB-3DCC-4563-A8EB-5523D1F8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95800"/>
            <a:ext cx="381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B61382-3417-4409-A534-3FA0A703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38600"/>
            <a:ext cx="838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B57"/>
          </a:solidFill>
          <a:ln xmlns:a="http://schemas.openxmlformats.org/drawingml/2006/main" w="9525">
            <a:solidFill>
              <a:srgbClr val="4D554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9E21BE-FB55-4C8E-8F3D-07F3CFFB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291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04B"/>
          </a:solidFill>
          <a:ln xmlns:a="http://schemas.openxmlformats.org/drawingml/2006/main" w="9525">
            <a:solidFill>
              <a:srgbClr val="3D433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9EC028-6DBE-4382-A89A-E126A040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114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9525">
            <a:solidFill>
              <a:srgbClr val="D6CAB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3BE1C6-6931-4D21-8DEC-41523C32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81600"/>
            <a:ext cx="495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7620">
            <a:solidFill>
              <a:srgbClr val="B4530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C4536D-9FC7-4431-81B2-6241EE0E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9530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 w="9525">
            <a:solidFill>
              <a:srgbClr val="A3A3A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DDF7F0-DC94-451A-AC1B-675897A2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8160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抽屉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47E2E6-F1D4-4959-9A66-85363F21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09850"/>
            <a:ext cx="6286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EF444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4F84F2-8100-4CE4-8A56-32B224DD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971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EF444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895D87-365D-44E4-88CD-2584DB47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00500"/>
            <a:ext cx="1123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0955">
            <a:solidFill>
              <a:srgbClr val="EF444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610C5D-9378-44C1-853D-FBA1CDAD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1552575" cy="190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EF44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49D0E1-E728-4C2D-A019-011BC65B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BCF125-BB73-4F67-8FB6-0EB759EA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38425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上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4B4D0F-2266-4C71-97D0-297F4D8C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609600" cy="38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EF444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9034E4-163A-438C-90E5-747180F4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91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C994B9-A38B-46FE-A1A1-21F8404F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3325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FE1086-8F69-431A-BB11-B6B3D2F6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885825" cy="2286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5240">
            <a:solidFill>
              <a:srgbClr val="EF444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E649A0-8D66-4FBA-9364-687D3D9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9D3776-7B68-4923-8CCC-6CF36CC9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24275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右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A4EFD2-0397-47DA-A2C3-008AC10B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689B09-F220-4431-8157-E1C91AF3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G26134 原平台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92EB05-D52A-4A10-AEA3-48419A32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292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三处新增硬件点位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4378B8-C490-4C9B-815A-E86E8F48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14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43B11B-6D7E-4C5F-89E8-5BE49CC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00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大致费用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085D19-42E8-4FF3-9215-2770B5D0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在原来 G26134 的基础上需增加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205208-4745-4A14-BE45-8EEF45D1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830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0">
            <a:solidFill>
              <a:srgbClr val="123A5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D4A690-C4CD-4E0F-976B-91FFF00E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716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硬件费用增加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E6A9F1-5B4B-4271-B146-6C9CBDDE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1.6w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611351A-C15C-4D9C-BDF9-9AA1397D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479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067421-1E37-45AE-9A34-270514D6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费用口径：硬件增加项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8A7246-24F1-4EC2-90AD-3E9222A4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955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软件、调试、安装边界待方案确认后细化。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E3E172-30A9-4A5C-8F1C-6E10B88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5143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9FD850-8A7C-4668-91F5-98F01DFE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480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改造范围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B85136-00F7-4841-9B0E-095735F0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09950"/>
            <a:ext cx="470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327B95-7245-4FD3-9510-1FFE83D3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7F86BEC-392C-4B1A-9660-EAC128AF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66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A58F08-B131-4C8F-BB85-154E03AF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671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上部机构/安装位增加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07D6FC4-371C-4615-8DFC-CBEA9ABD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用于顶部方向补充检测或固定硬件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9477DB9-D840-4D81-8993-CC926ADB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67150"/>
            <a:ext cx="470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35902A-C8C9-4795-91BF-D98AF78D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AD26081-D26C-4495-8D22-899D87EF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338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左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46ECB67-802A-4FE6-9390-B5095514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左侧模块增加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A67F71-7B91-41BA-93F2-86A966D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43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用于左侧空间、支架或检测点位扩展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1281607-F9B1-461F-AF35-F24792AA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24350"/>
            <a:ext cx="470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3F1B00-7F99-4DBB-AEB1-E3E2C736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1AE62D5-66DF-47A3-A8A5-553AC256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910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右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D06956-9B20-48B8-B3E0-EE9F4845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右侧模块增加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73F7664-1D44-4290-ABFA-4462C0F9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用于右侧空间、支架或检测点位扩展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9C5A4F8-601D-4606-9826-5A3759F3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57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5D"/>
          </a:solidFill>
          <a:ln xmlns:a="http://schemas.openxmlformats.org/drawingml/2006/main" w="0">
            <a:solidFill>
              <a:srgbClr val="123A5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5F78990-8529-4A79-BC1F-C5FB596D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911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6404FFC-53F8-490A-B055-8317EE4A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当前方案按三处新增硬件点位估算，硬件费用增加 1.6w；后续以现场结构和电气接口确认为准。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DE0765F-96F9-421C-8A44-AB875A40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5785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5533B4-F315-4B1A-A90D-AFE1349C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实施前确认项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B4C51DB-1402-452E-AA7F-E50536FF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86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2963C7E-C403-47F5-A617-AA327E2A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76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1E36450-3660-4269-A8F4-4073F14C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007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空间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3538896-7852-408A-8896-1F3A3EF8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29325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三处新增点位是否与现有机构干涉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02896A-BAD6-415A-8B0A-2FA9B588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7B0A762-0422-447C-B757-EA8CA9F4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76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C63FF71-0BCD-40DD-8E76-5D663CDC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007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安装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E607A16-4D88-42D6-9026-330F6E8A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029325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支架、孔位、固定方式是否复用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72A884-3A8C-4FB1-9015-551CE52E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86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1FAB6E4-BBB6-4482-A7D6-49DA0EA3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76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3E52D8-057C-4456-80C7-9B208A9E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007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电气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EE0EE67-C409-4E8C-931D-662E23D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29325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线缆走线、接口、供电余量确认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29434F6-7CB7-4E51-A7C7-00DBE1D0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86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B5F6A4-7456-44FD-BF30-77E9C9EA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769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66C57A6-CB48-4BB1-9C3D-E40FF86D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0072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调试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C9D776C-F9F8-4485-A379-54C10E58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29325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新增硬件与原流程节拍匹配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8F49423-9278-41B0-AA03-AD9035B6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619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注：本页为可编辑 PPT 示意稿；如提供原 CAD/设备图片，可替换左侧示意区并保留右侧信息结构。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77290CE-8E4C-4E5F-8562-30EB3459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572250"/>
            <a:ext cx="1885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一页式改造费用说明</a:t>
            </a:r>
          </a:p>
        </p:txBody>
      </p:sp>
    </p:spTree>
    <p:extLst>
      <p:ext uri="{BB962C8B-B14F-4D97-AF65-F5344CB8AC3E}">
        <p14:creationId xmlns:p14="http://schemas.microsoft.com/office/powerpoint/2010/main" val="1258704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2026-06-04T07:37:54.0800000Z</dcterms:created>
  <dcterms:modified xsi:type="dcterms:W3CDTF">2026-06-04T07:37:54.0800000Z</dcterms:modified>
</coreProperties>
</file>