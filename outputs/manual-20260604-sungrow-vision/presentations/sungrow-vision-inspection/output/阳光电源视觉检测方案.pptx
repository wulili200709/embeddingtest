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0f8562b064610" /><Relationship Type="http://schemas.openxmlformats.org/officeDocument/2006/relationships/extended-properties" Target="/docProps/app.xml" Id="Reb8b5d71e4a146cb" /><Relationship Type="http://schemas.openxmlformats.org/officeDocument/2006/relationships/officeDocument" Target="/ppt/presentation.xml" Id="Rbee90af1f0f1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28b43c273d4435"/>
  </p:sldMasterIdLst>
  <p:notesMasterIdLst>
    <p:notesMasterId xmlns:r="http://schemas.openxmlformats.org/officeDocument/2006/relationships" r:id="Rd12a72db84c44927"/>
  </p:notesMasterIdLst>
  <p:sldIdLst>
    <p:sldId xmlns:r="http://schemas.openxmlformats.org/officeDocument/2006/relationships" id="256" r:id="Rf7858729196b4985"/>
    <p:sldId xmlns:r="http://schemas.openxmlformats.org/officeDocument/2006/relationships" id="257" r:id="Rc948f885f2ea4e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b9ec787e9246b1" /><Relationship Type="http://schemas.openxmlformats.org/officeDocument/2006/relationships/slideMaster" Target="/ppt/slideMasters/slideMaster1.xml" Id="R0328b43c273d4435" /><Relationship Type="http://schemas.openxmlformats.org/officeDocument/2006/relationships/notesMaster" Target="/ppt/notesMasters/notesMaster1.xml" Id="Rd12a72db84c44927" /><Relationship Type="http://schemas.openxmlformats.org/officeDocument/2006/relationships/presProps" Target="/ppt/presProps.xml" Id="R729fec81988e4a93" /><Relationship Type="http://schemas.openxmlformats.org/officeDocument/2006/relationships/viewProps" Target="/ppt/viewProps.xml" Id="R767976f61ac64c15" /><Relationship Type="http://schemas.openxmlformats.org/officeDocument/2006/relationships/tableStyles" Target="/ppt/tableStyles.xml" Id="R960f915a9202468b" /><Relationship Type="http://schemas.openxmlformats.org/officeDocument/2006/relationships/slide" Target="/ppt/slides/slide1.xml" Id="Rf7858729196b4985" /><Relationship Type="http://schemas.openxmlformats.org/officeDocument/2006/relationships/slide" Target="/ppt/slides/slide2.xml" Id="Rc948f885f2ea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8875abf7b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ce630db184e56" /><Relationship Type="http://schemas.openxmlformats.org/officeDocument/2006/relationships/notesMaster" Target="/ppt/notesMasters/notesMaster1.xml" Id="Rf5541aa60d7d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3e1cef1d534ae8" /><Relationship Type="http://schemas.openxmlformats.org/officeDocument/2006/relationships/notesMaster" Target="/ppt/notesMasters/notesMaster1.xml" Id="R66403372b0934d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622c484b146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069948c314a13" /><Relationship Type="http://schemas.openxmlformats.org/officeDocument/2006/relationships/slideLayout" Target="/ppt/slideLayouts/slideLayout1.xml" Id="R56df33d027f344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f33d027f344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e40853c26486e" /><Relationship Type="http://schemas.openxmlformats.org/officeDocument/2006/relationships/notesSlide" Target="/ppt/notesSlides/notesSlide1.xml" Id="R18389bafa46e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9af6aacf9409d" /><Relationship Type="http://schemas.openxmlformats.org/officeDocument/2006/relationships/notesSlide" Target="/ppt/notesSlides/notesSlide2.xml" Id="R6fc94329653f42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59FE7F-6A0A-407B-A859-7134BD34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7A45-FE97-42C0-ACFB-0C5D63AD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6C04E9-65FF-4953-AE79-4F7F2AA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BDB0AA-DBAD-4844-B886-EF9EC2F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VISION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C95B5-88D2-4CA1-A25F-08E69AC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三路相机协同覆盖关键装配缺陷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50855-D2C6-4A48-9DCD-9DDF0746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阳光电源视觉检测方案：上相机负责正面状态确认，左右相机补齐侧向结构和红色密封圈检测。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64E06-1209-4C7F-AA53-A6FDB30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检测视角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381EE-94E0-4FB7-92D4-FA027958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85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原始产品图可直接替换下方两个图片区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CD3B9-E797-4EC5-930C-8212E55A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657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99EEB-13C7-41FE-B240-627031E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FD1B9-34D4-4293-A990-114FD2A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上相机视角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12079-8F98-4E64-8D91-A789045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933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DD30C-DBA3-4C72-9B87-EA8C3B77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590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655DB-1FD5-417F-BB81-1164BDFA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E4277-FFCB-4902-A031-F75594F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GL2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F8E17-9193-4236-A02A-DA48F92D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2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5C8F1-798C-4711-9127-9780EDB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2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GL1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5CDA-7917-4E6F-B87A-61F6DD2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0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F53FF-7877-43AE-B6C7-EB7A5CE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0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7D269-E04F-48F3-A6EF-D8C6C053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DD90F-9457-4BCC-9809-0086C4D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684B5-54B3-46D9-A2D7-E095D3D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96CA3-8681-4596-9BCA-252A773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6BAE9-4A6B-4892-AAF7-7255C72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22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074FA-46BD-48E7-86D0-D714D5CE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225" y="2895600"/>
            <a:ext cx="29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882AA-70E7-4568-93FF-5F50BE73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80B30-38D2-44FC-AB25-7A97400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63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E413B-0F4E-44A8-AF54-88C1F7F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25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5B641-8E80-4494-AC60-BD7F1217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2F5E7-05C2-4A88-8541-C277118E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00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A08EA-354F-4378-A609-E79B6DDC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13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1E0D5-8753-4DD1-8DBC-BD79554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3143250"/>
            <a:ext cx="17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CC4CC-74AE-4B45-BE80-8488815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0D3726-4D8C-478B-86B2-B68B561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188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31CB7-16B1-4BF8-8831-AFA3996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43250"/>
            <a:ext cx="17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8DE35-A520-4C26-B418-10AD30FE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F531B-B697-4599-9D45-20D77306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2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68DF66-DC2E-48DB-A585-34ADBBB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225" y="3105150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D242B7-97F5-4C73-BE85-7E60F1F3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7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C83EEF-431A-4AAA-93DC-752E432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00594D-4B1B-475A-8705-15B3E4C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63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1FD73-39E9-4EFE-ACCC-4A0BD73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25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F926BD-8C71-47A4-B6A6-92CCEC4C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C702B7-8588-4CFB-B06E-F60B680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00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AA058-E96F-4E9E-A6E4-F77CE883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13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454D8-CE96-4BAF-B9AD-498C631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88A08D-FADE-4C50-901D-2FC8174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188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920763-5535-46AA-8CAF-F15F03F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E5062F-8564-406A-A2A0-ACCA5011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2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802049-1478-4258-B2AF-4556592A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225" y="3533775"/>
            <a:ext cx="292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FD69B7-2DB6-4F6C-BBBE-91EB6942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7" y="3581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BF0E9B-5F8B-4D69-AE80-7C0ACC6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806983-4045-442A-8ABF-C47F10D9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主视检测区域：Pusher 颜色、位置、蓝色密封圈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5DA225-C85A-4D40-87EC-55F4B076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657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29782D-00D1-433B-8FEF-9B5BBE5F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6A5873-D4B7-463D-A809-1BB4349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左/右相机视角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6C0766-7AFF-4CE1-936D-116E2D0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44C397-F5DC-4968-BC33-2D74371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E47C47-BA15-4E63-A4E2-7E5129C0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10200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9E3CEE-69A9-4D0F-8A57-E56BEAD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5EAC97-68DB-4AD0-85EB-887DE6E5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65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C26BBC-D774-4130-AEE1-0D45117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10200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B85D09-36EF-4E6D-9543-23AA154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AB59CE-6565-4361-87D6-277E8568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56B940-4695-45BC-A7B6-EEAE2B51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E6545-11AB-4836-9345-53634EE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70C612-C2D2-4BBD-954C-D4DEBD34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D98529-324D-4062-8E3F-D6EB233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10200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085496-B2D6-4C98-9A66-2F9A7D59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EC04A0-F2E6-42D4-99EA-23971BC3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541020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03F75D-B14D-4420-B230-C1F11EC4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5F83C4-8258-4BF7-8B64-8965C0C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53075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0528A5-63A4-4144-A40E-F16DFA79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侧视检测区域：红色密封圈、左右长短针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93D69-9DC5-48B6-952E-FFF3BC7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335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检测项目与相机分工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DDCA8B-AA5F-4157-A99D-6CAFFA4A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绿色标记表示该相机负责该检测项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71DA55-F389-4E7A-9803-30ACA2B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5707DE-86E1-4C93-8CF1-544B53D4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3360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检测类别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FD8E97-7603-45B2-9FEF-3E7DF35E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3181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BB37E7-DBAA-4BD4-8884-332051D6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302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检测内容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054FD4-6BF0-4105-A41A-89553DD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B01FE4-35FF-4661-AA76-1B36BDBF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上相机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E5F92C-147A-4998-A846-DC70970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336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BDE4EA-3DBE-4A15-83BC-C66AB34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左相机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67BEF5-457E-43D2-9647-F825D5E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1336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C8AB23-CEA3-434D-A7A4-D5D19BB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13360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右相机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61A4BD-E2F1-455B-A220-60CCD8C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D1DD15-AEA9-49E4-8255-2054FBE6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5270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130DD5-A6DC-4395-A13C-C5FF6694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ED566A-2C9A-4586-8239-87C1706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EEAB11-A5A2-4AA9-9822-CB8CC68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527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26F2B4-42BD-4EC6-834B-942024A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032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E9000E6-CF3F-48A8-B272-9D954AB2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032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基础识别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066E08-217A-4C9A-8A13-1BBB6550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盖板混料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0ED27A-EA15-42FC-8719-2D6156AC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5B9F29C-6126-4530-A423-85EF54EA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38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D756C7-EB15-40F8-A1B0-F8F0D81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ED8AC6-62B9-460C-ABAA-B981C69D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E9EE476-AFEB-4628-9DA7-05570FA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30C5CB-9DD0-4928-B9C0-BEC0852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C7418D-DB16-442A-87B2-9EBD746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527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E64CA4-12B3-4862-87AC-526A290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AB631B-5E3D-44EF-A3AB-4618B25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037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Pusher 检测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CA9E97-082A-4C9B-9164-BC207E02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每个位置 pusher 颜色是否正确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759D7B-D6E0-4B9A-ADE9-1C7CE67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4AC9415-011E-4687-A353-34AF5AF8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38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4EDB79-1526-4C1C-9F70-F044B338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5FDC31F-1E18-4B17-A941-E172F1C1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5280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1957D8-E2C1-46D3-9635-5268A217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528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C24768-DFCC-4E33-860C-58303745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F43CEB3-0B39-488C-9014-EB3D15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528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97D0E6A-AFB9-4674-9643-D74CE55C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042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1CDFAF-161F-4E8B-BE98-300AEDB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0042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Pusher 检测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F35783-16AA-47E8-AE94-1AA8B0B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每个位置 pusher 是否到位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1D999F7-1960-4838-B5DC-125B01BD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48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A8554F-6E1B-4150-8898-D821AD6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38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94AAFD-902B-4549-A4AF-FB11608E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528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814179-978E-4CDF-B686-D5C38B5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B05F196-0FEE-4490-9EF8-950DA8A2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24E18D-D23F-4238-A637-503BFA1F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570EA7-EE01-4060-BAFE-BFE5016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528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679FC62-3097-4BB6-B7DC-5AF72750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0047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2882D3-B6F3-4830-927F-BB79ACC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密封圈检测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BBD1E3D-8774-45D1-9E30-A9792D6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528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蓝色密封圈有无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904A7C3-1640-46D1-970F-DC9303B2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4B92C86-CC27-48EA-BD9E-6B901CD8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38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49FB0D-97A7-46AA-AD4A-024786C1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5C9FC33-DD9B-4314-807E-65B1C4A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5290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91E0B3B-E0CF-4DF1-945B-BE08660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529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3C60FD6-6872-41FF-87CD-3750E9F8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529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AFEAA06-C75B-4F33-8E76-842D683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529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C4236CB-3FCE-4B30-83F6-407E271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0052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CEA3B9-00FF-4175-812D-E81B2744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0052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密封圈检测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A7CB52F-4497-4A99-9A45-66B812AE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红色密封圈有无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DA38086-B554-4682-9BBA-1A4C73B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48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F079FA1-8361-4810-8BFE-413F7F0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38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F51BA12-2DE8-46F0-A4D2-837E040C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248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6C4DA27-7B6C-4F71-8071-90108DC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238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8DD7FFC-6363-41DC-8C56-9747E82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52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1F89703-EDC4-441C-8BD6-F7C67FEE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5F4B546-D64B-45AB-8576-38B1B6C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529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A3CD250-20BD-42DC-B84D-AF5413E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529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2ABFC9-362D-468A-A67D-8B4ED40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529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8B5A121-6F92-40E8-80BA-D582FC95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0057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E4FCD6B-9065-4A30-A748-3BD8FBA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0057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侧视检测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0DF03AB-F91B-436C-873A-6ACF9EF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左侧长短针是否错装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E27743F-2A80-4580-9BE2-63C6D794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648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56015AF-4A29-4AFD-9235-B9633E2A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638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B7A7CCF-EDBA-4954-9FBC-1564F1F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530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BB5BC82-C5E6-4686-8DD0-2292819B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5300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7F66FB3-5F83-41A7-AD0F-B0A86EAE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53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3D88E20-2E19-4243-99EB-2BBF3756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53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4EC07B9-B698-42CF-A3B5-54610C64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953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68C7FD9-807D-46EE-91E0-0C49FE8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00625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505CD43-356D-47AF-9EBA-990350F0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0062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侧视检测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92BDA3F-D017-4A38-B674-624C363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右侧长短针是否错装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83E5B32-9843-4146-A278-6EE0D32D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048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B501B73-411E-4340-A4A2-BFD50B0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038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D384A8A-B57E-4DAE-A401-21A968F7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19750"/>
            <a:ext cx="687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471EC4D-457F-4A68-8A85-4E88F6C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721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方案结论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445CA99-AEBB-42BC-BE6B-1D08641D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9595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通过上、左、右三路相机协同检测，实现盖板混料、Pusher 状态、密封圈有无及长短针错装的自动识别。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7CB84D7-8BAB-4AB3-A0AB-5A9DD98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6037978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CDD0A-AE65-41BF-97E4-25DB5252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96F9E-C892-4A49-831A-15988EE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C13699-B68D-4DBA-8F89-A67E630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44F5CC-4FA2-4EF3-8B1C-952D9A6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INSPECTION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547AC-CF53-411A-B417-2F78C81B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检测项由相机视角拆分，降低单视角漏检风险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221F6-72B5-40C4-AE4C-3CD8FE5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上相机聚焦正面状态；左右相机分别覆盖侧向针脚和红色密封圈。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8E0D2-5694-46C1-8D99-48A176D2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6846E-B411-469F-B151-61B3369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9B2A3-F00C-4058-975E-F5DFD63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上相机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C08AD-283C-4483-9659-5F4E5858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盖板混料、Pusher 颜色/到位、蓝色密封圈有无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A91D3-8B95-4835-A726-4AE8F1F6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6E1CF-59A6-4053-BF35-FD044D33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CAM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3FAC5-A9BC-4C7A-9B06-24DA0EE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E7100-AE1F-4A1C-AF2D-138659F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B5FF3-521B-419C-91F5-C54A162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左相机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A51A5-4CA9-4072-96D2-E94628DB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左侧长短针错装、红色密封圈侧向确认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2CB4B-B618-4195-A725-DBE679B6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88110-26E6-4A7A-90DA-95B7F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28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CAM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8BD89-8FB3-4182-A0F8-606C835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339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DC84C-4BD5-435C-B77A-0BDB40E9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9525">
            <a:solidFill>
              <a:srgbClr val="22A0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F21BF-F61A-46BB-A3ED-0473BE5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右相机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D83A7-9108-452D-A3A7-D77A6CA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右侧长短针错装、红色密封圈侧向确认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BC605-DDEC-4282-ADFC-C293BBB3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AD312-CB98-47A7-B5E1-CD5882D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28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CAM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68C53-3D1F-4072-89D6-623B3E2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2841A-B869-4E8A-9AF2-3DC8F4E6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9C964-69E1-46FC-AF89-B5744C0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EB2382-8E9F-4633-83C7-81BBD6C6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检测类别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61C97-9456-4F7F-B1B2-1FE5F842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B8D59-4009-487C-8303-BD4C263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检测内容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8EF95-92DA-4B7F-B090-77BA187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702BB-6B1C-4C6F-BBC1-827024AE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62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上相机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06F2F-522F-4116-86AA-7C6A736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9131A-1C00-4F5A-AE4A-B14BDAE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62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左相机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13DD6-4C84-459B-B2A8-14F3975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D0A2C-4062-4A1F-9AF3-6A1D5445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62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右相机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B3D72-FC61-4A78-89EB-24E0E29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84EFC-C1F8-4D4F-A51E-1AB8953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判定要点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A2905-D3D7-45F3-B2BC-4D75150F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BF2655-1C15-44FD-B82D-808840A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CF2454-4847-417E-981F-B872B238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24200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967810-58B0-4CA1-A070-3F944B27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DFD1CB-A707-4157-82EA-4CF26E6E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D24AF7-EB1B-4C2F-9C64-31FAFD68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9B99C0-E018-45B7-ADA0-C81A2A17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947152-6CDF-412A-A470-E01D64E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3E0BE5-9106-49EA-AC69-6D4078E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E9A6A0-1611-471D-8D52-C0DF0742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基础识别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5898F7-6A39-47A2-A55F-02C48DC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盖板混料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A457BB-0387-48E6-BF01-44B66A89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4DF2A3-5785-4D9A-AB0E-A32FBF1B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56C8C5-6E75-45A1-9868-1170BAF3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型号/盖板状态与标准样一致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D803E7-8B37-4B63-B460-3F79E91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295905-43AD-40FE-9D32-EAB5EBB4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380633-51C8-4279-97E5-39ACFF6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52825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2DF266-07BD-4497-B3D5-2C1696E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528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00D1F8-5B6D-4575-A0DE-977626C5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E827CC-BAA9-43C2-AC41-17C35EF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528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C12D08-44FB-4684-86AA-152A0D10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5282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D54185-9D4F-4413-B134-A5480BD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0CD639-CA7C-4AD0-9487-A869078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E0A0E8-5D40-4861-85C3-4684035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Pusher 检测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E86D85-AD63-421E-B53C-616AA1C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52825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每个位置 pusher 颜色是否正确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DA2461-049B-497B-8468-E715464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24B9BF-1545-4255-B8E3-C1BD09FD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48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9037F0-83C4-4D66-A3ED-F3AB56F9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52825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颜色与工位配置匹配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A6D3EA-F87C-455A-9A31-3BEAEB14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A15788-63E3-460C-A976-E78C1ACC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38C117-DF3E-4868-B0BC-93A6CA6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240A7D-D98D-48FB-B4A6-E42D241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3B716C-4235-47AA-8D20-A8FD373B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61C276-3B02-43E0-BD08-A067AFB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814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13C11E-B741-4CA2-AEAE-FF59D14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78D2EA-C780-4CFC-8C99-78DBAF5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ACC954-1BD4-4FAA-9887-4DFBAFC6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AAA247-7723-4230-98B2-CA41153E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Pusher 检测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88D290-60A8-405A-84C3-BEE83A4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81450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每个位置 pusher 是否到位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1FD902-9EBE-40AC-B772-8B050567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51C12BA-B7B9-4B19-8044-2001CE5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EED3EC-CFFB-4182-86BD-A9C271D6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高度/位置未偏移、未缺失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5E606B-DB87-4655-BB25-7885F88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F157B0-8E2C-4812-8FF7-A7379BDE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454A54-9105-4C44-B653-BBC4FA4C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0075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2210D9-0252-43C4-AEAB-744CEB03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007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016211-0BFD-4FA6-8451-D10A97B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007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1DF12F-D742-47D9-BC57-C14C233A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1007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63C4C0-57DE-4643-B736-CE6A2F23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007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CA23270-3266-4CDA-8687-740EB95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E55F6E-722A-47B5-A167-C2F9197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236961-F0C7-4BA2-85F5-555E0FF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密封圈检测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E5BB98-AB43-42C2-8789-A9AB49B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0075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蓝色密封圈有无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01E264-0C2B-4D6D-B819-68F3673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2A88F6-DD23-4C7D-875E-534902E1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4C2342-16DF-4A2D-AA7C-A79BD7B9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0075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正面可见区域确认有无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275889F-B5BF-4BE0-87EE-E164D7A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9022D53-9504-400E-8ED6-DB36F041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B65892-587A-41D7-B5E9-D8E8D522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5797B59-34B1-4518-B61A-5BC5418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387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115F6E2-F415-4214-9B62-CE30204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387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523582-76EC-4E89-B26A-49EA20D4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3870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F14EFD5-48AC-4BD1-826B-598554CD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2E3072-C06B-42D1-A6B6-DF54F5FB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973071-1C1B-4818-BDE5-F52FB839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878213-8365-42AE-BCFD-C819EAB6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密封圈检测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7BD9F30-4907-4226-B447-8259C08D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红色密封圈有无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75EEE8F-5506-4042-A1F7-AFC8BA64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3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FB342C-8180-4D53-A5F5-9E69E438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730D87-7B39-47A8-AFBF-75D2034C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43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B82E7B3-9B1B-4578-9619-4D1002F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2F9C67-5B82-43E1-B6E4-D321117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两侧视角共同确认连续性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9AF3943-E1D2-4CE9-B3C6-F2A47CD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EDDCDA-6D3F-4F18-BBF7-D74F6ECF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67325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FA37F6B-B1AA-4408-9232-7CB5535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67325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A265AB-22A7-4C3D-B339-D2E41C6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673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969222-E658-4A0E-931F-856ACAF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673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F9060B3-E07B-4DB2-9D08-7FC0C999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67325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DAA719-1B20-4193-805C-25D01C6A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6732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777AFF1-6802-4416-9F19-395CAE2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4140D18-2952-46D9-87C4-65C7436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04E94E9-73C5-4DCF-8241-9C51897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侧视检测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5A74A32-18B9-4CFC-812D-629E771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67325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左侧长短针是否错装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8B55E6-F443-462B-AAF7-0FDC4F0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7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691D63-E342-499D-ACD0-FD01E31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62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4191C5-9B36-4F10-B305-E62289B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67325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左侧针脚长度和顺序正确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9F65D45-1134-4D87-A30A-C9171CB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F6679E1-038C-4216-98C1-9B902099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219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55F9F0-8B0B-48A7-A401-FD7E674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95950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75EC2E-3D19-46F3-A47D-56CEC7E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959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4626C7-19B3-4957-80EA-1A3E2EE8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959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077EF78-FBDF-43F2-B537-42BC6C4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781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B1BC92-CB66-4549-A2C1-C4A46998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9595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EE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DA28391-6B3B-4DC0-906A-FB2F0F3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514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0A6F3C5-BB88-4715-96E7-189ADB3B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14B017-B217-440F-8854-9FBCC4A6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侧视检测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B86B3C-14B2-4955-8F90-B74E812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95950"/>
            <a:ext cx="3486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右侧长短针是否错装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AF785B2-8E4A-4D03-AF77-B56D759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00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13335">
            <a:solidFill>
              <a:srgbClr val="22A06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6118B01-C6B7-4CFD-BEEB-7A1034C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91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2A849A2-1754-45BF-BF9A-8D847F6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95950"/>
            <a:ext cx="310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右侧针脚长度和顺序正确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0E86E6-1493-45D0-82F1-C27044F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C5D89A9-1D80-478B-8D38-AF838CA4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备注：所有单元格、标题、标签和状态标记均为 PPT 可编辑对象；图片区可替换为现场实拍图。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EDEF76E-D774-4DF9-9A41-B814AE7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055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687868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2026-06-04T06:36:58.9370000Z</dcterms:created>
  <dcterms:modified xsi:type="dcterms:W3CDTF">2026-06-04T06:36:58.9370000Z</dcterms:modified>
</coreProperties>
</file>