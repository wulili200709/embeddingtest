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7"/>
  </p:handoutMasterIdLst>
  <p:sldIdLst>
    <p:sldId id="23023" r:id="rId3"/>
    <p:sldId id="23025" r:id="rId4"/>
    <p:sldId id="23026" r:id="rId5"/>
  </p:sldIdLst>
  <p:sldSz cx="12192000" cy="6858000"/>
  <p:notesSz cx="6858000" cy="9144000"/>
  <p:custDataLst>
    <p:tags r:id="rId14"/>
  </p:custDataLst>
  <p:defaultTextStyle>
    <a:defPPr>
      <a:defRPr lang="de-DE"/>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08" userDrawn="1">
          <p15:clr>
            <a:srgbClr val="A4A3A4"/>
          </p15:clr>
        </p15:guide>
        <p15:guide id="2" orient="horz" pos="552" userDrawn="1">
          <p15:clr>
            <a:srgbClr val="A4A3A4"/>
          </p15:clr>
        </p15:guide>
        <p15:guide id="3" orient="horz" pos="294" userDrawn="1">
          <p15:clr>
            <a:srgbClr val="A4A3A4"/>
          </p15:clr>
        </p15:guide>
        <p15:guide id="4" orient="horz" pos="924" userDrawn="1">
          <p15:clr>
            <a:srgbClr val="A4A3A4"/>
          </p15:clr>
        </p15:guide>
        <p15:guide id="5" orient="horz" pos="3749" userDrawn="1">
          <p15:clr>
            <a:srgbClr val="A4A3A4"/>
          </p15:clr>
        </p15:guide>
        <p15:guide id="6" orient="horz" pos="3849" userDrawn="1">
          <p15:clr>
            <a:srgbClr val="A4A3A4"/>
          </p15:clr>
        </p15:guide>
        <p15:guide id="7" orient="horz" pos="4064" userDrawn="1">
          <p15:clr>
            <a:srgbClr val="A4A3A4"/>
          </p15:clr>
        </p15:guide>
        <p15:guide id="8" pos="7344" userDrawn="1">
          <p15:clr>
            <a:srgbClr val="A4A3A4"/>
          </p15:clr>
        </p15:guide>
        <p15:guide id="9" pos="6456" userDrawn="1">
          <p15:clr>
            <a:srgbClr val="A4A3A4"/>
          </p15:clr>
        </p15:guide>
        <p15:guide id="10" pos="408" userDrawn="1">
          <p15:clr>
            <a:srgbClr val="A4A3A4"/>
          </p15:clr>
        </p15:guide>
        <p15:guide id="11" pos="2688" userDrawn="1">
          <p15:clr>
            <a:srgbClr val="A4A3A4"/>
          </p15:clr>
        </p15:guide>
        <p15:guide id="16" pos="3825" userDrawn="1">
          <p15:clr>
            <a:srgbClr val="A4A3A4"/>
          </p15:clr>
        </p15:guide>
        <p15:guide id="13" pos="3985" userDrawn="1">
          <p15:clr>
            <a:srgbClr val="A4A3A4"/>
          </p15:clr>
        </p15:guide>
        <p15:guide id="14" pos="2580" userDrawn="1">
          <p15:clr>
            <a:srgbClr val="A4A3A4"/>
          </p15:clr>
        </p15:guide>
        <p15:guide id="15" pos="4990" userDrawn="1">
          <p15:clr>
            <a:srgbClr val="A4A3A4"/>
          </p15:clr>
        </p15:guide>
        <p15:guide id="17" orient="horz" pos="27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00"/>
    <a:srgbClr val="FFC000"/>
    <a:srgbClr val="0099A1"/>
    <a:srgbClr val="BE12BE"/>
    <a:srgbClr val="C00000"/>
    <a:srgbClr val="007379"/>
    <a:srgbClr val="004D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039" autoAdjust="0"/>
    <p:restoredTop sz="94645" autoAdjust="0"/>
  </p:normalViewPr>
  <p:slideViewPr>
    <p:cSldViewPr snapToGrid="0" snapToObjects="1" showGuides="1">
      <p:cViewPr varScale="1">
        <p:scale>
          <a:sx n="95" d="100"/>
          <a:sy n="95" d="100"/>
        </p:scale>
        <p:origin x="398" y="72"/>
      </p:cViewPr>
      <p:guideLst>
        <p:guide orient="horz" pos="2508"/>
        <p:guide orient="horz" pos="552"/>
        <p:guide orient="horz" pos="294"/>
        <p:guide orient="horz" pos="924"/>
        <p:guide orient="horz" pos="3749"/>
        <p:guide orient="horz" pos="3849"/>
        <p:guide orient="horz" pos="4064"/>
        <p:guide pos="7344"/>
        <p:guide pos="6456"/>
        <p:guide pos="408"/>
        <p:guide pos="2688"/>
        <p:guide pos="3825"/>
        <p:guide pos="3985"/>
        <p:guide pos="2580"/>
        <p:guide pos="4990"/>
        <p:guide orient="horz" pos="2700"/>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notesViewPr>
    <p:cSldViewPr snapToGrid="0" snapToObjects="1" showGuides="1">
      <p:cViewPr varScale="1">
        <p:scale>
          <a:sx n="80" d="100"/>
          <a:sy n="80" d="100"/>
        </p:scale>
        <p:origin x="3066" y="132"/>
      </p:cViewPr>
      <p:guideLst>
        <p:guide orient="horz" pos="2794"/>
        <p:guide pos="215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gs" Target="tags/tag4.xml"/><Relationship Id="rId13" Type="http://schemas.openxmlformats.org/officeDocument/2006/relationships/customXml" Target="../customXml/item3.xml"/><Relationship Id="rId12" Type="http://schemas.openxmlformats.org/officeDocument/2006/relationships/customXml" Target="../customXml/item2.xml"/><Relationship Id="rId11" Type="http://schemas.openxmlformats.org/officeDocument/2006/relationships/customXml" Target="../customXml/item1.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
          <p:cNvSpPr>
            <a:spLocks noGrp="1"/>
          </p:cNvSpPr>
          <p:nvPr>
            <p:ph type="hdr" sz="quarter"/>
          </p:nvPr>
        </p:nvSpPr>
        <p:spPr bwMode="gray">
          <a:xfrm>
            <a:off x="0" y="0"/>
            <a:ext cx="2952000" cy="432000"/>
          </a:xfrm>
          <a:prstGeom prst="rect">
            <a:avLst/>
          </a:prstGeom>
        </p:spPr>
        <p:txBody>
          <a:bodyPr vert="horz" lIns="72000" tIns="72000" rIns="72000" bIns="72000" rtlCol="0"/>
          <a:lstStyle>
            <a:lvl1pPr algn="l">
              <a:defRPr sz="1200"/>
            </a:lvl1pPr>
          </a:lstStyle>
          <a:p>
            <a:endParaRPr lang="de-DE" dirty="0"/>
          </a:p>
        </p:txBody>
      </p:sp>
      <p:sp>
        <p:nvSpPr>
          <p:cNvPr id="3" name="Datum"/>
          <p:cNvSpPr>
            <a:spLocks noGrp="1"/>
          </p:cNvSpPr>
          <p:nvPr>
            <p:ph type="dt" sz="quarter" idx="1"/>
          </p:nvPr>
        </p:nvSpPr>
        <p:spPr bwMode="gray">
          <a:xfrm>
            <a:off x="3906000" y="0"/>
            <a:ext cx="2952000" cy="432000"/>
          </a:xfrm>
          <a:prstGeom prst="rect">
            <a:avLst/>
          </a:prstGeom>
        </p:spPr>
        <p:txBody>
          <a:bodyPr vert="horz" lIns="72000" tIns="72000" rIns="72000" bIns="72000" rtlCol="0"/>
          <a:lstStyle>
            <a:lvl1pPr algn="r">
              <a:defRPr sz="1200"/>
            </a:lvl1pPr>
          </a:lstStyle>
          <a:p>
            <a:fld id="{53105EE6-0555-4BD3-8EFF-7860A0E7DA14}" type="datetimeFigureOut">
              <a:rPr lang="de-DE" smtClean="0"/>
            </a:fld>
            <a:endParaRPr lang="de-DE" dirty="0"/>
          </a:p>
        </p:txBody>
      </p:sp>
      <p:sp>
        <p:nvSpPr>
          <p:cNvPr id="4" name="Fußzeile"/>
          <p:cNvSpPr>
            <a:spLocks noGrp="1"/>
          </p:cNvSpPr>
          <p:nvPr>
            <p:ph type="ftr" sz="quarter" idx="2"/>
          </p:nvPr>
        </p:nvSpPr>
        <p:spPr bwMode="gray">
          <a:xfrm>
            <a:off x="0" y="8712000"/>
            <a:ext cx="2952000" cy="432000"/>
          </a:xfrm>
          <a:prstGeom prst="rect">
            <a:avLst/>
          </a:prstGeom>
        </p:spPr>
        <p:txBody>
          <a:bodyPr vert="horz" lIns="72000" tIns="72000" rIns="72000" bIns="72000" rtlCol="0" anchor="b"/>
          <a:lstStyle>
            <a:lvl1pPr algn="l">
              <a:defRPr sz="1200"/>
            </a:lvl1pPr>
          </a:lstStyle>
          <a:p>
            <a:endParaRPr lang="de-DE" dirty="0"/>
          </a:p>
        </p:txBody>
      </p:sp>
      <p:sp>
        <p:nvSpPr>
          <p:cNvPr id="5" name="Foliennummer"/>
          <p:cNvSpPr>
            <a:spLocks noGrp="1"/>
          </p:cNvSpPr>
          <p:nvPr>
            <p:ph type="sldNum" sz="quarter" idx="3"/>
          </p:nvPr>
        </p:nvSpPr>
        <p:spPr bwMode="gray">
          <a:xfrm>
            <a:off x="3906000" y="8712000"/>
            <a:ext cx="2952000" cy="432000"/>
          </a:xfrm>
          <a:prstGeom prst="rect">
            <a:avLst/>
          </a:prstGeom>
        </p:spPr>
        <p:txBody>
          <a:bodyPr vert="horz" lIns="72000" tIns="72000" rIns="72000" bIns="72000" rtlCol="0" anchor="b"/>
          <a:lstStyle>
            <a:lvl1pPr algn="r">
              <a:defRPr sz="1200"/>
            </a:lvl1pPr>
          </a:lstStyle>
          <a:p>
            <a:fld id="{825E346A-0122-46E4-AECE-C481893FBCB9}" type="slidenum">
              <a:rPr lang="de-DE" smtClean="0"/>
            </a:fld>
            <a:endParaRPr lang="de-DE"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
          <p:cNvSpPr>
            <a:spLocks noGrp="1"/>
          </p:cNvSpPr>
          <p:nvPr>
            <p:ph type="hdr" sz="quarter"/>
          </p:nvPr>
        </p:nvSpPr>
        <p:spPr bwMode="gray">
          <a:xfrm>
            <a:off x="0" y="0"/>
            <a:ext cx="2952000" cy="432000"/>
          </a:xfrm>
          <a:prstGeom prst="rect">
            <a:avLst/>
          </a:prstGeom>
        </p:spPr>
        <p:txBody>
          <a:bodyPr vert="horz" lIns="72000" tIns="72000" rIns="72000" bIns="72000" rtlCol="0"/>
          <a:lstStyle>
            <a:lvl1pPr algn="l">
              <a:defRPr sz="1200">
                <a:latin typeface="+mn-lt"/>
              </a:defRPr>
            </a:lvl1pPr>
          </a:lstStyle>
          <a:p>
            <a:endParaRPr lang="de-DE" dirty="0"/>
          </a:p>
        </p:txBody>
      </p:sp>
      <p:sp>
        <p:nvSpPr>
          <p:cNvPr id="3" name="Datum"/>
          <p:cNvSpPr>
            <a:spLocks noGrp="1"/>
          </p:cNvSpPr>
          <p:nvPr>
            <p:ph type="dt" idx="1"/>
          </p:nvPr>
        </p:nvSpPr>
        <p:spPr bwMode="gray">
          <a:xfrm>
            <a:off x="3906000" y="0"/>
            <a:ext cx="2952000" cy="432000"/>
          </a:xfrm>
          <a:prstGeom prst="rect">
            <a:avLst/>
          </a:prstGeom>
        </p:spPr>
        <p:txBody>
          <a:bodyPr vert="horz" lIns="72000" tIns="72000" rIns="72000" bIns="72000" rtlCol="0"/>
          <a:lstStyle>
            <a:lvl1pPr algn="r">
              <a:defRPr sz="1200">
                <a:latin typeface="+mn-lt"/>
              </a:defRPr>
            </a:lvl1pPr>
          </a:lstStyle>
          <a:p>
            <a:fld id="{B8DD35AF-E6AE-4141-BF45-E7C4E548BFFD}" type="datetimeFigureOut">
              <a:rPr lang="de-DE" smtClean="0"/>
            </a:fld>
            <a:endParaRPr lang="de-DE" dirty="0"/>
          </a:p>
        </p:txBody>
      </p:sp>
      <p:sp>
        <p:nvSpPr>
          <p:cNvPr id="4" name="Folienbild"/>
          <p:cNvSpPr>
            <a:spLocks noGrp="1" noRot="1" noChangeAspect="1"/>
          </p:cNvSpPr>
          <p:nvPr>
            <p:ph type="sldImg" idx="2"/>
          </p:nvPr>
        </p:nvSpPr>
        <p:spPr bwMode="gray">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
          <p:cNvSpPr>
            <a:spLocks noGrp="1"/>
          </p:cNvSpPr>
          <p:nvPr>
            <p:ph type="body" sz="quarter" idx="3"/>
          </p:nvPr>
        </p:nvSpPr>
        <p:spPr bwMode="gray">
          <a:xfrm>
            <a:off x="685800" y="4343400"/>
            <a:ext cx="5486400" cy="4114800"/>
          </a:xfrm>
          <a:prstGeom prst="rect">
            <a:avLst/>
          </a:prstGeom>
        </p:spPr>
        <p:txBody>
          <a:bodyPr vert="horz" lIns="91440" tIns="45720" rIns="91440" bIns="45720" rtlCol="0"/>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6" name="Fußzeile"/>
          <p:cNvSpPr>
            <a:spLocks noGrp="1"/>
          </p:cNvSpPr>
          <p:nvPr>
            <p:ph type="ftr" sz="quarter" idx="4"/>
          </p:nvPr>
        </p:nvSpPr>
        <p:spPr bwMode="gray">
          <a:xfrm>
            <a:off x="0" y="8712000"/>
            <a:ext cx="2952000" cy="432000"/>
          </a:xfrm>
          <a:prstGeom prst="rect">
            <a:avLst/>
          </a:prstGeom>
        </p:spPr>
        <p:txBody>
          <a:bodyPr vert="horz" lIns="72000" tIns="72000" rIns="72000" bIns="72000" rtlCol="0" anchor="b"/>
          <a:lstStyle>
            <a:lvl1pPr algn="l">
              <a:defRPr sz="1200">
                <a:latin typeface="+mn-lt"/>
              </a:defRPr>
            </a:lvl1pPr>
          </a:lstStyle>
          <a:p>
            <a:endParaRPr lang="de-DE" dirty="0"/>
          </a:p>
        </p:txBody>
      </p:sp>
      <p:sp>
        <p:nvSpPr>
          <p:cNvPr id="7" name="Foliennummer"/>
          <p:cNvSpPr>
            <a:spLocks noGrp="1"/>
          </p:cNvSpPr>
          <p:nvPr>
            <p:ph type="sldNum" sz="quarter" idx="5"/>
          </p:nvPr>
        </p:nvSpPr>
        <p:spPr bwMode="gray">
          <a:xfrm>
            <a:off x="3906000" y="8712000"/>
            <a:ext cx="2952000" cy="432000"/>
          </a:xfrm>
          <a:prstGeom prst="rect">
            <a:avLst/>
          </a:prstGeom>
        </p:spPr>
        <p:txBody>
          <a:bodyPr vert="horz" lIns="72000" tIns="72000" rIns="72000" bIns="72000" rtlCol="0" anchor="b"/>
          <a:lstStyle>
            <a:lvl1pPr algn="r">
              <a:defRPr sz="1200">
                <a:latin typeface="+mn-lt"/>
              </a:defRPr>
            </a:lvl1pPr>
          </a:lstStyle>
          <a:p>
            <a:fld id="{DB170224-FE03-429C-83B7-DC36E71A8559}" type="slidenum">
              <a:rPr lang="de-DE" smtClean="0"/>
            </a:fld>
            <a:endParaRPr lang="de-DE" dirty="0"/>
          </a:p>
        </p:txBody>
      </p:sp>
    </p:spTree>
  </p:cSld>
  <p:clrMap bg1="lt1" tx1="dk1" bg2="lt2" tx2="dk2" accent1="accent1" accent2="accent2" accent3="accent3" accent4="accent4" accent5="accent5" accent6="accent6" hlink="hlink" folHlink="folHlink"/>
  <p:notesStyle>
    <a:lvl1pPr marL="203835" indent="-203835" algn="l" defTabSz="1088390" rtl="0" eaLnBrk="1" latinLnBrk="0" hangingPunct="1">
      <a:buClr>
        <a:schemeClr val="accent2"/>
      </a:buClr>
      <a:buFont typeface="Wingdings" panose="05000000000000000000" pitchFamily="2" charset="2"/>
      <a:buChar char="§"/>
      <a:defRPr sz="1400" kern="1200">
        <a:solidFill>
          <a:schemeClr val="tx1"/>
        </a:solidFill>
        <a:latin typeface="+mn-lt"/>
        <a:ea typeface="+mn-ea"/>
        <a:cs typeface="+mn-cs"/>
      </a:defRPr>
    </a:lvl1pPr>
    <a:lvl2pPr marL="74803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2pPr>
    <a:lvl3pPr marL="129286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3pPr>
    <a:lvl4pPr marL="1837055"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4pPr>
    <a:lvl5pPr marL="238125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5pPr>
    <a:lvl6pPr marL="2720975" algn="l" defTabSz="1088390" rtl="0" eaLnBrk="1" latinLnBrk="0" hangingPunct="1">
      <a:defRPr sz="1400" kern="1200">
        <a:solidFill>
          <a:schemeClr val="tx1"/>
        </a:solidFill>
        <a:latin typeface="+mn-lt"/>
        <a:ea typeface="+mn-ea"/>
        <a:cs typeface="+mn-cs"/>
      </a:defRPr>
    </a:lvl6pPr>
    <a:lvl7pPr marL="3265170" algn="l" defTabSz="1088390" rtl="0" eaLnBrk="1" latinLnBrk="0" hangingPunct="1">
      <a:defRPr sz="1400" kern="1200">
        <a:solidFill>
          <a:schemeClr val="tx1"/>
        </a:solidFill>
        <a:latin typeface="+mn-lt"/>
        <a:ea typeface="+mn-ea"/>
        <a:cs typeface="+mn-cs"/>
      </a:defRPr>
    </a:lvl7pPr>
    <a:lvl8pPr marL="3809365" algn="l" defTabSz="1088390" rtl="0" eaLnBrk="1" latinLnBrk="0" hangingPunct="1">
      <a:defRPr sz="1400" kern="1200">
        <a:solidFill>
          <a:schemeClr val="tx1"/>
        </a:solidFill>
        <a:latin typeface="+mn-lt"/>
        <a:ea typeface="+mn-ea"/>
        <a:cs typeface="+mn-cs"/>
      </a:defRPr>
    </a:lvl8pPr>
    <a:lvl9pPr marL="4354195" algn="l" defTabSz="1088390"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17 copyright">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5" name="Foliennumm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7"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
        <p:nvSpPr>
          <p:cNvPr id="8" name="Rechteck 7"/>
          <p:cNvSpPr/>
          <p:nvPr userDrawn="1"/>
        </p:nvSpPr>
        <p:spPr>
          <a:xfrm>
            <a:off x="549345" y="1558924"/>
            <a:ext cx="7223055" cy="4202779"/>
          </a:xfrm>
          <a:prstGeom prst="rect">
            <a:avLst/>
          </a:prstGeom>
        </p:spPr>
        <p:txBody>
          <a:bodyPr wrap="square" lIns="0" tIns="0" rIns="0" bIns="0" anchor="ctr">
            <a:noAutofit/>
          </a:bodyPr>
          <a:lstStyle/>
          <a:p>
            <a:pPr eaLnBrk="0" hangingPunct="0"/>
            <a:r>
              <a:rPr lang="de-DE" sz="1400" noProof="0" dirty="0">
                <a:solidFill>
                  <a:schemeClr val="tx1"/>
                </a:solidFill>
                <a:latin typeface="+mn-lt"/>
                <a:ea typeface="MS PGothic" panose="020B0600070205080204" charset="-128"/>
                <a:cs typeface="Arial" panose="020B0604020202020204"/>
              </a:rPr>
              <a:t>Alle Inhalte in dieser Präsentation, insbesondere Texte, Fotografien und Grafiken sind urheberrechtlich geschützt und alle in dieser Präsentation enthaltenen Strategien, Modelle, Konzepte und Schlussfolgerungen sind ebenfalls geistiges Eigentum von Phoenix Contact, sofern dies nicht anders, zum Beispiel durch Quellenangaben, gekennzeichnet ist. Alle in dieser Präsentation enthaltenen Informationen sind vertraulich zu behandeln. Es ist ohne vorherige schriftliche Genehmigung durch Phoenix Contact untersagt, diese Präsentation ganz oder auszugsweise zu kopieren, zu verändern, zu vervielfältigen, zu veröffentlichen, zu verbreiten oder in einer sonstigen Weise Dritten zugänglich zu machen. </a:t>
            </a:r>
            <a:endParaRPr lang="de-DE" sz="1400" noProof="0" dirty="0">
              <a:solidFill>
                <a:schemeClr val="tx1"/>
              </a:solidFill>
              <a:latin typeface="+mn-lt"/>
              <a:ea typeface="MS PGothic" panose="020B0600070205080204" charset="-128"/>
              <a:cs typeface="Arial" panose="020B0604020202020204"/>
            </a:endParaRPr>
          </a:p>
          <a:p>
            <a:pPr eaLnBrk="0" hangingPunct="0"/>
            <a:endParaRPr lang="en-US" sz="1400" dirty="0">
              <a:solidFill>
                <a:schemeClr val="tx1"/>
              </a:solidFill>
              <a:latin typeface="+mn-lt"/>
              <a:ea typeface="MS PGothic" panose="020B0600070205080204" charset="-128"/>
              <a:cs typeface="Arial" panose="020B0604020202020204"/>
            </a:endParaRPr>
          </a:p>
          <a:p>
            <a:pPr eaLnBrk="0" hangingPunct="0"/>
            <a:r>
              <a:rPr lang="en-US" sz="1400" dirty="0">
                <a:solidFill>
                  <a:schemeClr val="tx1"/>
                </a:solidFill>
                <a:latin typeface="+mn-lt"/>
                <a:ea typeface="MS PGothic" panose="020B0600070205080204" charset="-128"/>
                <a:cs typeface="Arial" panose="020B0604020202020204"/>
              </a:rPr>
              <a:t>All contents in this presentation, in particular texts, photographs and graphics, are protected by copyright and all strategies, models, concepts and conclusions contained in this presentation are also the intellectual property of Phoenix Contact, unless otherwise indicated, for example by references. All information contained in this presentation is to be treated as confidential. It is prohibited to copy, modify, reproduce, publish, distribute or make this presentation available to third parties in any other way, either in whole or in part, without the prior written permission of Phoenix Contact.</a:t>
            </a:r>
            <a:endParaRPr lang="en-US" sz="1400" dirty="0">
              <a:solidFill>
                <a:schemeClr val="tx1"/>
              </a:solidFill>
              <a:latin typeface="+mn-lt"/>
              <a:ea typeface="MS PGothic" panose="020B0600070205080204" charset="-128"/>
              <a:cs typeface="Arial" panose="020B0604020202020204"/>
            </a:endParaRPr>
          </a:p>
        </p:txBody>
      </p:sp>
      <p:sp>
        <p:nvSpPr>
          <p:cNvPr id="9" name="Rechteck 8"/>
          <p:cNvSpPr/>
          <p:nvPr userDrawn="1"/>
        </p:nvSpPr>
        <p:spPr>
          <a:xfrm>
            <a:off x="549344" y="918558"/>
            <a:ext cx="11091793" cy="523220"/>
          </a:xfrm>
          <a:prstGeom prst="rect">
            <a:avLst/>
          </a:prstGeom>
        </p:spPr>
        <p:txBody>
          <a:bodyPr vert="horz" lIns="0" tIns="0" rIns="0" bIns="0" rtlCol="0" anchor="t">
            <a:noAutofit/>
          </a:bodyPr>
          <a:lstStyle/>
          <a:p>
            <a:pPr lvl="0" defTabSz="914400">
              <a:spcBef>
                <a:spcPct val="0"/>
              </a:spcBef>
              <a:buNone/>
            </a:pPr>
            <a:endParaRPr lang="en-US" sz="2800" b="1" noProof="0" dirty="0">
              <a:latin typeface="+mj-lt"/>
              <a:ea typeface="+mj-ea"/>
              <a:cs typeface="+mj-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17 start individual">
    <p:spTree>
      <p:nvGrpSpPr>
        <p:cNvPr id="1" name=""/>
        <p:cNvGrpSpPr/>
        <p:nvPr/>
      </p:nvGrpSpPr>
      <p:grpSpPr>
        <a:xfrm>
          <a:off x="0" y="0"/>
          <a:ext cx="0" cy="0"/>
          <a:chOff x="0" y="0"/>
          <a:chExt cx="0" cy="0"/>
        </a:xfrm>
      </p:grpSpPr>
      <p:pic>
        <p:nvPicPr>
          <p:cNvPr id="7"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8430590" y="6118583"/>
            <a:ext cx="3761411" cy="438774"/>
          </a:xfrm>
          <a:prstGeom prst="rect">
            <a:avLst/>
          </a:prstGeom>
        </p:spPr>
      </p:pic>
      <p:sp>
        <p:nvSpPr>
          <p:cNvPr id="8" name="Bild"/>
          <p:cNvSpPr>
            <a:spLocks noGrp="1" noChangeAspect="1"/>
          </p:cNvSpPr>
          <p:nvPr>
            <p:ph type="pic" sz="quarter" idx="12" hasCustomPrompt="1"/>
          </p:nvPr>
        </p:nvSpPr>
        <p:spPr bwMode="gray">
          <a:xfrm>
            <a:off x="0" y="0"/>
            <a:ext cx="6096001"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a:t>Please insert a picture.</a:t>
            </a:r>
            <a:endParaRPr lang="de-DE" noProof="0"/>
          </a:p>
        </p:txBody>
      </p:sp>
      <p:sp>
        <p:nvSpPr>
          <p:cNvPr id="6" name="Text"/>
          <p:cNvSpPr>
            <a:spLocks noGrp="1"/>
          </p:cNvSpPr>
          <p:nvPr>
            <p:ph type="body" sz="quarter" idx="13" hasCustomPrompt="1"/>
          </p:nvPr>
        </p:nvSpPr>
        <p:spPr bwMode="gray">
          <a:xfrm>
            <a:off x="0" y="6108262"/>
            <a:ext cx="6096001" cy="355518"/>
          </a:xfrm>
          <a:solidFill>
            <a:schemeClr val="bg1"/>
          </a:solidFill>
        </p:spPr>
        <p:txBody>
          <a:bodyPr lIns="540000" rIns="90000"/>
          <a:lstStyle>
            <a:lvl1pPr marL="0" indent="0">
              <a:buNone/>
              <a:defRPr sz="1200">
                <a:solidFill>
                  <a:schemeClr val="tx1"/>
                </a:solidFill>
              </a:defRPr>
            </a:lvl1pPr>
            <a:lvl5pPr marL="1530350" indent="0">
              <a:buNone/>
              <a:defRPr/>
            </a:lvl5pPr>
          </a:lstStyle>
          <a:p>
            <a:r>
              <a:rPr lang="de-DE" noProof="0"/>
              <a:t>Name of the Speaker / Division / Date</a:t>
            </a:r>
            <a:endParaRPr lang="de-DE" noProof="0"/>
          </a:p>
        </p:txBody>
      </p:sp>
      <p:sp>
        <p:nvSpPr>
          <p:cNvPr id="5" name="Titel"/>
          <p:cNvSpPr>
            <a:spLocks noGrp="1"/>
          </p:cNvSpPr>
          <p:nvPr>
            <p:ph type="title" hasCustomPrompt="1"/>
          </p:nvPr>
        </p:nvSpPr>
        <p:spPr bwMode="gray">
          <a:xfrm>
            <a:off x="6096001" y="2815119"/>
            <a:ext cx="5542790" cy="1234791"/>
          </a:xfrm>
        </p:spPr>
        <p:txBody>
          <a:bodyPr lIns="720000"/>
          <a:lstStyle>
            <a:lvl1pPr>
              <a:defRPr>
                <a:latin typeface="+mj-lt"/>
              </a:defRPr>
            </a:lvl1pPr>
          </a:lstStyle>
          <a:p>
            <a:r>
              <a:rPr lang="de-DE" noProof="0"/>
              <a:t>Please insert the topic of the presentation</a:t>
            </a:r>
            <a:endParaRPr lang="de-DE"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17 start Willkommen">
    <p:spTree>
      <p:nvGrpSpPr>
        <p:cNvPr id="1" name=""/>
        <p:cNvGrpSpPr/>
        <p:nvPr/>
      </p:nvGrpSpPr>
      <p:grpSpPr>
        <a:xfrm>
          <a:off x="0" y="0"/>
          <a:ext cx="0" cy="0"/>
          <a:chOff x="0" y="0"/>
          <a:chExt cx="0" cy="0"/>
        </a:xfrm>
      </p:grpSpPr>
      <p:pic>
        <p:nvPicPr>
          <p:cNvPr id="7"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8430590" y="6118583"/>
            <a:ext cx="3761411" cy="438774"/>
          </a:xfrm>
          <a:prstGeom prst="rect">
            <a:avLst/>
          </a:prstGeom>
        </p:spPr>
      </p:pic>
      <p:sp>
        <p:nvSpPr>
          <p:cNvPr id="8" name="Bild 1"/>
          <p:cNvSpPr>
            <a:spLocks noGrp="1" noChangeAspect="1"/>
          </p:cNvSpPr>
          <p:nvPr>
            <p:ph type="pic" sz="quarter" idx="12" hasCustomPrompt="1"/>
          </p:nvPr>
        </p:nvSpPr>
        <p:spPr bwMode="gray">
          <a:xfrm>
            <a:off x="0" y="0"/>
            <a:ext cx="6096001"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9" name="Text"/>
          <p:cNvSpPr>
            <a:spLocks noGrp="1"/>
          </p:cNvSpPr>
          <p:nvPr>
            <p:ph type="body" sz="quarter" idx="13" hasCustomPrompt="1"/>
          </p:nvPr>
        </p:nvSpPr>
        <p:spPr bwMode="gray">
          <a:xfrm>
            <a:off x="0" y="6108262"/>
            <a:ext cx="6096001" cy="355518"/>
          </a:xfrm>
          <a:solidFill>
            <a:schemeClr val="bg1"/>
          </a:solidFill>
        </p:spPr>
        <p:txBody>
          <a:bodyPr lIns="540000" rIns="90000"/>
          <a:lstStyle>
            <a:lvl1pPr marL="0" indent="0">
              <a:buNone/>
              <a:defRPr sz="1200">
                <a:solidFill>
                  <a:schemeClr val="tx1"/>
                </a:solidFill>
              </a:defRPr>
            </a:lvl1pPr>
            <a:lvl5pPr marL="1530350" indent="0">
              <a:buNone/>
              <a:defRPr/>
            </a:lvl5pPr>
          </a:lstStyle>
          <a:p>
            <a:r>
              <a:rPr lang="en-US" dirty="0"/>
              <a:t>Name of the Speaker / Division / Date</a:t>
            </a:r>
            <a:endParaRPr lang="de-DE" dirty="0"/>
          </a:p>
        </p:txBody>
      </p:sp>
      <p:pic>
        <p:nvPicPr>
          <p:cNvPr id="6" name="Bild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4958" t="25917" b="32026"/>
          <a:stretch>
            <a:fillRect/>
          </a:stretch>
        </p:blipFill>
        <p:spPr bwMode="gray">
          <a:xfrm>
            <a:off x="6235046" y="1511929"/>
            <a:ext cx="5624633" cy="1303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el"/>
          <p:cNvSpPr>
            <a:spLocks noGrp="1"/>
          </p:cNvSpPr>
          <p:nvPr>
            <p:ph type="title" hasCustomPrompt="1"/>
          </p:nvPr>
        </p:nvSpPr>
        <p:spPr bwMode="gray">
          <a:xfrm>
            <a:off x="6096001" y="2815119"/>
            <a:ext cx="5542790" cy="1234791"/>
          </a:xfrm>
        </p:spPr>
        <p:txBody>
          <a:bodyPr lIns="720000"/>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17 start Willkommen_pic">
    <p:spTree>
      <p:nvGrpSpPr>
        <p:cNvPr id="1" name=""/>
        <p:cNvGrpSpPr/>
        <p:nvPr/>
      </p:nvGrpSpPr>
      <p:grpSpPr>
        <a:xfrm>
          <a:off x="0" y="0"/>
          <a:ext cx="0" cy="0"/>
          <a:chOff x="0" y="0"/>
          <a:chExt cx="0" cy="0"/>
        </a:xfrm>
      </p:grpSpPr>
      <p:pic>
        <p:nvPicPr>
          <p:cNvPr id="7"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8430589" y="6118583"/>
            <a:ext cx="3761411" cy="438774"/>
          </a:xfrm>
          <a:prstGeom prst="rect">
            <a:avLst/>
          </a:prstGeom>
        </p:spPr>
      </p:pic>
      <p:pic>
        <p:nvPicPr>
          <p:cNvPr id="3" name="Bild 1"/>
          <p:cNvPicPr>
            <a:picLocks noChangeAspect="1"/>
          </p:cNvPicPr>
          <p:nvPr userDrawn="1"/>
        </p:nvPicPr>
        <p:blipFill rotWithShape="1">
          <a:blip r:embed="rId3" cstate="print">
            <a:extLst>
              <a:ext uri="{28A0092B-C50C-407E-A947-70E740481C1C}">
                <a14:useLocalDpi xmlns:a14="http://schemas.microsoft.com/office/drawing/2010/main" val="0"/>
              </a:ext>
            </a:extLst>
          </a:blip>
          <a:srcRect l="13" t="1662" r="-13" b="1639"/>
          <a:stretch>
            <a:fillRect/>
          </a:stretch>
        </p:blipFill>
        <p:spPr bwMode="gray">
          <a:xfrm>
            <a:off x="0" y="0"/>
            <a:ext cx="6096001" cy="6858000"/>
          </a:xfrm>
          <a:prstGeom prst="rect">
            <a:avLst/>
          </a:prstGeom>
        </p:spPr>
      </p:pic>
      <p:sp>
        <p:nvSpPr>
          <p:cNvPr id="5" name="Titel"/>
          <p:cNvSpPr>
            <a:spLocks noGrp="1"/>
          </p:cNvSpPr>
          <p:nvPr>
            <p:ph type="title" hasCustomPrompt="1"/>
          </p:nvPr>
        </p:nvSpPr>
        <p:spPr bwMode="gray">
          <a:xfrm>
            <a:off x="6096001" y="2815119"/>
            <a:ext cx="5542790" cy="1234791"/>
          </a:xfrm>
        </p:spPr>
        <p:txBody>
          <a:bodyPr lIns="720000"/>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pic>
        <p:nvPicPr>
          <p:cNvPr id="8" name="Bild 2"/>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l="-4958" t="25917" b="32026"/>
          <a:stretch>
            <a:fillRect/>
          </a:stretch>
        </p:blipFill>
        <p:spPr bwMode="gray">
          <a:xfrm>
            <a:off x="6235046" y="1511929"/>
            <a:ext cx="5624633" cy="1303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p:cNvSpPr>
            <a:spLocks noGrp="1"/>
          </p:cNvSpPr>
          <p:nvPr>
            <p:ph type="body" sz="quarter" idx="13" hasCustomPrompt="1"/>
          </p:nvPr>
        </p:nvSpPr>
        <p:spPr bwMode="gray">
          <a:xfrm>
            <a:off x="0" y="6108262"/>
            <a:ext cx="6096001" cy="355518"/>
          </a:xfrm>
          <a:solidFill>
            <a:schemeClr val="bg1"/>
          </a:solidFill>
        </p:spPr>
        <p:txBody>
          <a:bodyPr lIns="540000" rIns="90000"/>
          <a:lstStyle>
            <a:lvl1pPr marL="0" indent="0">
              <a:buNone/>
              <a:defRPr sz="1200">
                <a:solidFill>
                  <a:schemeClr val="tx1"/>
                </a:solidFill>
              </a:defRPr>
            </a:lvl1pPr>
            <a:lvl5pPr marL="1530350" indent="0">
              <a:buNone/>
              <a:defRPr/>
            </a:lvl5pPr>
          </a:lstStyle>
          <a:p>
            <a:r>
              <a:rPr lang="en-US" dirty="0"/>
              <a:t>Name of the Speaker / Division / Date</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17 agenda">
    <p:spTree>
      <p:nvGrpSpPr>
        <p:cNvPr id="1" name=""/>
        <p:cNvGrpSpPr/>
        <p:nvPr/>
      </p:nvGrpSpPr>
      <p:grpSpPr>
        <a:xfrm>
          <a:off x="0" y="0"/>
          <a:ext cx="0" cy="0"/>
          <a:chOff x="0" y="0"/>
          <a:chExt cx="0" cy="0"/>
        </a:xfrm>
      </p:grpSpPr>
      <p:sp>
        <p:nvSpPr>
          <p:cNvPr id="11" name="Text 1"/>
          <p:cNvSpPr>
            <a:spLocks noGrp="1"/>
          </p:cNvSpPr>
          <p:nvPr>
            <p:ph type="body" sz="quarter" idx="15" hasCustomPrompt="1"/>
          </p:nvPr>
        </p:nvSpPr>
        <p:spPr bwMode="gray">
          <a:xfrm>
            <a:off x="551280" y="467067"/>
            <a:ext cx="11089444" cy="431900"/>
          </a:xfrm>
          <a:noFill/>
        </p:spPr>
        <p:txBody>
          <a:bodyPr tIns="0" bIns="0" anchor="ctr" anchorCtr="0"/>
          <a:lstStyle>
            <a:lvl1pPr marL="0" indent="0">
              <a:buFontTx/>
              <a:buNone/>
              <a:defRPr/>
            </a:lvl1pPr>
          </a:lstStyle>
          <a:p>
            <a:pPr marL="0" lvl="0" indent="0">
              <a:buNone/>
            </a:pPr>
            <a:r>
              <a:rPr lang="de-DE" noProof="0"/>
              <a:t>Please insert the topic of the presentation</a:t>
            </a:r>
            <a:endParaRPr lang="de-DE" noProof="0"/>
          </a:p>
        </p:txBody>
      </p:sp>
      <p:sp>
        <p:nvSpPr>
          <p:cNvPr id="2" name="Titel"/>
          <p:cNvSpPr>
            <a:spLocks noGrp="1"/>
          </p:cNvSpPr>
          <p:nvPr>
            <p:ph type="title" hasCustomPrompt="1"/>
          </p:nvPr>
        </p:nvSpPr>
        <p:spPr bwMode="gray">
          <a:xfrm>
            <a:off x="549346" y="906992"/>
            <a:ext cx="11089444" cy="647849"/>
          </a:xfrm>
        </p:spPr>
        <p:txBody>
          <a:bodyPr/>
          <a:lstStyle>
            <a:lvl1pPr>
              <a:defRPr>
                <a:latin typeface="+mj-lt"/>
              </a:defRPr>
            </a:lvl1pPr>
          </a:lstStyle>
          <a:p>
            <a:r>
              <a:rPr lang="de-DE" noProof="0"/>
              <a:t>Agenda</a:t>
            </a:r>
            <a:endParaRPr lang="de-DE" noProof="0"/>
          </a:p>
        </p:txBody>
      </p:sp>
      <p:cxnSp>
        <p:nvCxnSpPr>
          <p:cNvPr id="4" name="Linie 1"/>
          <p:cNvCxnSpPr/>
          <p:nvPr userDrawn="1"/>
        </p:nvCxnSpPr>
        <p:spPr bwMode="gray">
          <a:xfrm>
            <a:off x="549346" y="1554841"/>
            <a:ext cx="7380962" cy="2593"/>
          </a:xfrm>
          <a:prstGeom prst="line">
            <a:avLst/>
          </a:prstGeom>
          <a:solidFill>
            <a:schemeClr val="accent1"/>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2"/>
          <p:cNvSpPr>
            <a:spLocks noGrp="1"/>
          </p:cNvSpPr>
          <p:nvPr>
            <p:ph type="body" sz="quarter" idx="16" hasCustomPrompt="1"/>
          </p:nvPr>
        </p:nvSpPr>
        <p:spPr bwMode="gray">
          <a:xfrm>
            <a:off x="549346" y="1556978"/>
            <a:ext cx="7346320" cy="4247167"/>
          </a:xfrm>
        </p:spPr>
        <p:txBody>
          <a:bodyPr anchor="ctr"/>
          <a:lstStyle>
            <a:lvl1pPr marL="269875" indent="-269875" algn="l">
              <a:spcAft>
                <a:spcPts val="600"/>
              </a:spcAft>
              <a:buSzPct val="120000"/>
              <a:buFont typeface="Wingdings" panose="05000000000000000000" pitchFamily="2" charset="2"/>
              <a:buChar char="Ø"/>
              <a:defRPr baseline="0"/>
            </a:lvl1pPr>
            <a:lvl2pPr marL="720090" indent="-269875" algn="l">
              <a:spcAft>
                <a:spcPts val="600"/>
              </a:spcAft>
              <a:buSzPct val="120000"/>
              <a:buFont typeface="Wingdings" panose="05000000000000000000" pitchFamily="2" charset="2"/>
              <a:buChar char="Ø"/>
              <a:defRPr/>
            </a:lvl2pPr>
            <a:lvl3pPr marL="1080135" indent="-269875" algn="l">
              <a:spcAft>
                <a:spcPts val="600"/>
              </a:spcAft>
              <a:buSzPct val="120000"/>
              <a:buFont typeface="Wingdings" panose="05000000000000000000" pitchFamily="2" charset="2"/>
              <a:buChar char="Ø"/>
              <a:defRPr/>
            </a:lvl3pPr>
            <a:lvl4pPr marL="1440180" indent="-269875" algn="l">
              <a:spcAft>
                <a:spcPts val="600"/>
              </a:spcAft>
              <a:buSzPct val="120000"/>
              <a:buFont typeface="Wingdings" panose="05000000000000000000" pitchFamily="2" charset="2"/>
              <a:buChar char="Ø"/>
              <a:defRPr/>
            </a:lvl4pPr>
            <a:lvl5pPr marL="1800225" indent="-269875" algn="l">
              <a:spcAft>
                <a:spcPts val="600"/>
              </a:spcAft>
              <a:buSzPct val="120000"/>
              <a:buFont typeface="Wingdings" panose="05000000000000000000" pitchFamily="2" charset="2"/>
              <a:buChar char="Ø"/>
              <a:defRPr/>
            </a:lvl5pPr>
          </a:lstStyle>
          <a:p>
            <a:pPr lvl="0"/>
            <a:r>
              <a:rPr lang="de-DE" noProof="0"/>
              <a:t>Tip to insert the name of the Chapter 1</a:t>
            </a:r>
            <a:endParaRPr lang="de-DE" noProof="0"/>
          </a:p>
          <a:p>
            <a:pPr lvl="0"/>
            <a:r>
              <a:rPr lang="de-DE" noProof="0"/>
              <a:t>Tip to insert Chapter 2</a:t>
            </a:r>
            <a:endParaRPr lang="de-DE" noProof="0"/>
          </a:p>
          <a:p>
            <a:pPr lvl="1"/>
            <a:r>
              <a:rPr lang="de-DE" noProof="0"/>
              <a:t>Second level</a:t>
            </a:r>
            <a:endParaRPr lang="de-DE" noProof="0"/>
          </a:p>
          <a:p>
            <a:pPr lvl="2"/>
            <a:r>
              <a:rPr lang="de-DE" noProof="0"/>
              <a:t>Third level</a:t>
            </a:r>
            <a:endParaRPr lang="de-DE" noProof="0"/>
          </a:p>
          <a:p>
            <a:pPr lvl="3"/>
            <a:r>
              <a:rPr lang="de-DE" noProof="0"/>
              <a:t>Fourth level</a:t>
            </a:r>
            <a:endParaRPr lang="de-DE" noProof="0"/>
          </a:p>
          <a:p>
            <a:pPr lvl="4"/>
            <a:r>
              <a:rPr lang="de-DE" noProof="0"/>
              <a:t>Fifth level</a:t>
            </a:r>
            <a:endParaRPr lang="de-DE" noProof="0"/>
          </a:p>
        </p:txBody>
      </p:sp>
      <p:cxnSp>
        <p:nvCxnSpPr>
          <p:cNvPr id="10" name="Linie 2"/>
          <p:cNvCxnSpPr/>
          <p:nvPr userDrawn="1"/>
        </p:nvCxnSpPr>
        <p:spPr bwMode="gray">
          <a:xfrm>
            <a:off x="549345" y="5802849"/>
            <a:ext cx="7380962" cy="2593"/>
          </a:xfrm>
          <a:prstGeom prst="line">
            <a:avLst/>
          </a:prstGeom>
          <a:solidFill>
            <a:schemeClr val="accent1"/>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a:t>Please insert a picture.</a:t>
            </a:r>
            <a:endParaRPr lang="de-DE" noProof="0"/>
          </a:p>
        </p:txBody>
      </p:sp>
      <p:sp>
        <p:nvSpPr>
          <p:cNvPr id="13" name="Foliennummer"/>
          <p:cNvSpPr>
            <a:spLocks noGrp="1"/>
          </p:cNvSpPr>
          <p:nvPr>
            <p:ph type="sldNum" sz="quarter" idx="4"/>
          </p:nvPr>
        </p:nvSpPr>
        <p:spPr bwMode="gray">
          <a:xfrm>
            <a:off x="549345" y="6091416"/>
            <a:ext cx="252034" cy="359916"/>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noProof="0" smtClean="0"/>
            </a:fld>
            <a:endParaRPr lang="de-DE" noProof="0"/>
          </a:p>
        </p:txBody>
      </p:sp>
      <p:sp>
        <p:nvSpPr>
          <p:cNvPr id="12" name="Fußzeile"/>
          <p:cNvSpPr>
            <a:spLocks noGrp="1"/>
          </p:cNvSpPr>
          <p:nvPr>
            <p:ph type="ftr" sz="quarter" idx="3"/>
          </p:nvPr>
        </p:nvSpPr>
        <p:spPr bwMode="gray">
          <a:xfrm>
            <a:off x="864115" y="6091416"/>
            <a:ext cx="7164932" cy="359916"/>
          </a:xfrm>
          <a:prstGeom prst="rect">
            <a:avLst/>
          </a:prstGeom>
        </p:spPr>
        <p:txBody>
          <a:bodyPr vert="horz" lIns="0" tIns="0" rIns="0" bIns="0" rtlCol="0" anchor="ctr"/>
          <a:lstStyle>
            <a:lvl1pPr algn="l">
              <a:defRPr sz="1000">
                <a:solidFill>
                  <a:schemeClr val="tx1"/>
                </a:solidFill>
              </a:defRPr>
            </a:lvl1pPr>
          </a:lstStyle>
          <a:p>
            <a:r>
              <a:rPr lang="de-DE" noProof="0" dirty="0"/>
              <a:t>Name </a:t>
            </a:r>
            <a:r>
              <a:rPr lang="de-DE" noProof="0" dirty="0" err="1"/>
              <a:t>of</a:t>
            </a:r>
            <a:r>
              <a:rPr lang="de-DE" noProof="0" dirty="0"/>
              <a:t> </a:t>
            </a:r>
            <a:r>
              <a:rPr lang="de-DE" noProof="0" dirty="0" err="1"/>
              <a:t>the</a:t>
            </a:r>
            <a:r>
              <a:rPr lang="de-DE" noProof="0" dirty="0"/>
              <a:t> Speaker / Title </a:t>
            </a:r>
            <a:r>
              <a:rPr lang="de-DE" noProof="0" dirty="0" err="1"/>
              <a:t>of</a:t>
            </a:r>
            <a:r>
              <a:rPr lang="de-DE" noProof="0" dirty="0"/>
              <a:t> </a:t>
            </a:r>
            <a:r>
              <a:rPr lang="de-DE" noProof="0" dirty="0" err="1"/>
              <a:t>the</a:t>
            </a:r>
            <a:r>
              <a:rPr lang="de-DE" noProof="0" dirty="0"/>
              <a:t> </a:t>
            </a:r>
            <a:r>
              <a:rPr lang="de-DE" noProof="0" dirty="0" err="1"/>
              <a:t>presentation</a:t>
            </a:r>
            <a:r>
              <a:rPr lang="de-DE" noProof="0" dirty="0"/>
              <a:t> / Date</a:t>
            </a:r>
            <a:endParaRPr lang="de-DE" noProof="0" dirty="0"/>
          </a:p>
        </p:txBody>
      </p:sp>
      <p:sp>
        <p:nvSpPr>
          <p:cNvPr id="5" name="Textplatzhalter 4"/>
          <p:cNvSpPr>
            <a:spLocks noGrp="1"/>
          </p:cNvSpPr>
          <p:nvPr>
            <p:ph type="body" sz="quarter" idx="17"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17 end Danke">
    <p:spTree>
      <p:nvGrpSpPr>
        <p:cNvPr id="1" name=""/>
        <p:cNvGrpSpPr/>
        <p:nvPr/>
      </p:nvGrpSpPr>
      <p:grpSpPr>
        <a:xfrm>
          <a:off x="0" y="0"/>
          <a:ext cx="0" cy="0"/>
          <a:chOff x="0" y="0"/>
          <a:chExt cx="0" cy="0"/>
        </a:xfrm>
      </p:grpSpPr>
      <p:pic>
        <p:nvPicPr>
          <p:cNvPr id="7"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8430590" y="6118583"/>
            <a:ext cx="3761411" cy="438774"/>
          </a:xfrm>
          <a:prstGeom prst="rect">
            <a:avLst/>
          </a:prstGeom>
        </p:spPr>
      </p:pic>
      <p:sp>
        <p:nvSpPr>
          <p:cNvPr id="8" name="Bild 1"/>
          <p:cNvSpPr>
            <a:spLocks noGrp="1" noChangeAspect="1"/>
          </p:cNvSpPr>
          <p:nvPr>
            <p:ph type="pic" sz="quarter" idx="12" hasCustomPrompt="1"/>
          </p:nvPr>
        </p:nvSpPr>
        <p:spPr bwMode="gray">
          <a:xfrm>
            <a:off x="0" y="0"/>
            <a:ext cx="6096001"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6" name="Text"/>
          <p:cNvSpPr>
            <a:spLocks noGrp="1"/>
          </p:cNvSpPr>
          <p:nvPr>
            <p:ph type="body" sz="quarter" idx="13" hasCustomPrompt="1"/>
          </p:nvPr>
        </p:nvSpPr>
        <p:spPr bwMode="gray">
          <a:xfrm>
            <a:off x="0" y="6108262"/>
            <a:ext cx="6096001" cy="355518"/>
          </a:xfrm>
          <a:solidFill>
            <a:schemeClr val="bg1"/>
          </a:solidFill>
        </p:spPr>
        <p:txBody>
          <a:bodyPr lIns="540000" rIns="90000"/>
          <a:lstStyle>
            <a:lvl1pPr marL="0" indent="0">
              <a:buNone/>
              <a:defRPr sz="1200">
                <a:solidFill>
                  <a:schemeClr val="tx1"/>
                </a:solidFill>
              </a:defRPr>
            </a:lvl1pPr>
            <a:lvl5pPr marL="1530350" indent="0">
              <a:buNone/>
              <a:defRPr/>
            </a:lvl5pPr>
          </a:lstStyle>
          <a:p>
            <a:r>
              <a:rPr lang="en-US" dirty="0"/>
              <a:t>Name of the Speaker / </a:t>
            </a:r>
            <a:r>
              <a:rPr lang="en-US" dirty="0" err="1"/>
              <a:t>Devision</a:t>
            </a:r>
            <a:r>
              <a:rPr lang="en-US" dirty="0"/>
              <a:t> / Date</a:t>
            </a:r>
            <a:endParaRPr lang="de-DE" dirty="0"/>
          </a:p>
        </p:txBody>
      </p:sp>
      <p:pic>
        <p:nvPicPr>
          <p:cNvPr id="4" name="Bild 2"/>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16042" t="30173" r="18169" b="30392"/>
          <a:stretch>
            <a:fillRect/>
          </a:stretch>
        </p:blipFill>
        <p:spPr bwMode="gray">
          <a:xfrm>
            <a:off x="6096001" y="1516214"/>
            <a:ext cx="3554224" cy="1298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el"/>
          <p:cNvSpPr>
            <a:spLocks noGrp="1"/>
          </p:cNvSpPr>
          <p:nvPr>
            <p:ph type="title" hasCustomPrompt="1"/>
          </p:nvPr>
        </p:nvSpPr>
        <p:spPr bwMode="gray">
          <a:xfrm>
            <a:off x="6096001" y="2815119"/>
            <a:ext cx="5542790" cy="1234791"/>
          </a:xfrm>
        </p:spPr>
        <p:txBody>
          <a:bodyPr lIns="720000"/>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17_2 1 text + small  pic">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19" name="Inhalt"/>
          <p:cNvSpPr>
            <a:spLocks noGrp="1"/>
          </p:cNvSpPr>
          <p:nvPr>
            <p:ph idx="15" hasCustomPrompt="1"/>
          </p:nvPr>
        </p:nvSpPr>
        <p:spPr bwMode="gray">
          <a:xfrm>
            <a:off x="550873" y="1558440"/>
            <a:ext cx="7344956" cy="4247016"/>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a:t>Click </a:t>
            </a:r>
            <a:r>
              <a:rPr lang="de-DE" noProof="0" dirty="0" err="1"/>
              <a:t>to</a:t>
            </a:r>
            <a:r>
              <a:rPr lang="de-DE" noProof="0" dirty="0"/>
              <a:t> </a:t>
            </a:r>
            <a:r>
              <a:rPr lang="de-DE" noProof="0" dirty="0" err="1"/>
              <a:t>insert</a:t>
            </a:r>
            <a:r>
              <a:rPr lang="de-DE" noProof="0" dirty="0"/>
              <a:t> </a:t>
            </a:r>
            <a:r>
              <a:rPr lang="de-DE" noProof="0" dirty="0" err="1"/>
              <a:t>text</a:t>
            </a:r>
            <a:r>
              <a:rPr lang="de-DE" noProof="0" dirty="0"/>
              <a:t>. </a:t>
            </a:r>
            <a:r>
              <a:rPr lang="de-DE" noProof="0" dirty="0" err="1"/>
              <a:t>For</a:t>
            </a:r>
            <a:r>
              <a:rPr lang="de-DE" noProof="0" dirty="0"/>
              <a:t> </a:t>
            </a:r>
            <a:r>
              <a:rPr lang="de-DE" noProof="0" dirty="0" err="1"/>
              <a:t>further</a:t>
            </a:r>
            <a:r>
              <a:rPr lang="de-DE" noProof="0" dirty="0"/>
              <a:t> </a:t>
            </a:r>
            <a:r>
              <a:rPr lang="de-DE" noProof="0" dirty="0" err="1"/>
              <a:t>chart</a:t>
            </a:r>
            <a:r>
              <a:rPr lang="de-DE" noProof="0" dirty="0"/>
              <a:t> </a:t>
            </a:r>
            <a:r>
              <a:rPr lang="de-DE" noProof="0" dirty="0" err="1"/>
              <a:t>layouts</a:t>
            </a:r>
            <a:r>
              <a:rPr lang="de-DE" noProof="0" dirty="0"/>
              <a:t>, </a:t>
            </a:r>
            <a:r>
              <a:rPr lang="de-DE" noProof="0" dirty="0" err="1"/>
              <a:t>please</a:t>
            </a:r>
            <a:r>
              <a:rPr lang="de-DE" noProof="0" dirty="0"/>
              <a:t> </a:t>
            </a:r>
            <a:r>
              <a:rPr lang="de-DE" noProof="0" dirty="0" err="1"/>
              <a:t>refer</a:t>
            </a:r>
            <a:r>
              <a:rPr lang="de-DE" noProof="0" dirty="0"/>
              <a:t> </a:t>
            </a:r>
            <a:r>
              <a:rPr lang="de-DE" noProof="0" dirty="0" err="1"/>
              <a:t>to</a:t>
            </a:r>
            <a:r>
              <a:rPr lang="de-DE" noProof="0" dirty="0"/>
              <a:t> Layout.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8"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err="1"/>
              <a:t>Please</a:t>
            </a:r>
            <a:r>
              <a:rPr lang="de-DE" noProof="0" dirty="0"/>
              <a:t> </a:t>
            </a:r>
            <a:r>
              <a:rPr lang="de-DE" noProof="0" dirty="0" err="1"/>
              <a:t>insert</a:t>
            </a:r>
            <a:r>
              <a:rPr lang="de-DE" noProof="0" dirty="0"/>
              <a:t> a </a:t>
            </a:r>
            <a:r>
              <a:rPr lang="de-DE" noProof="0" dirty="0" err="1"/>
              <a:t>picture</a:t>
            </a:r>
            <a:r>
              <a:rPr lang="de-DE" noProof="0" dirty="0"/>
              <a:t>.</a:t>
            </a:r>
            <a:endParaRPr lang="de-DE" noProof="0" dirty="0"/>
          </a:p>
        </p:txBody>
      </p:sp>
      <p:sp>
        <p:nvSpPr>
          <p:cNvPr id="5" name="Foliennumm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9"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17 text">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19" name="Inhalt"/>
          <p:cNvSpPr>
            <a:spLocks noGrp="1"/>
          </p:cNvSpPr>
          <p:nvPr>
            <p:ph idx="15" hasCustomPrompt="1"/>
          </p:nvPr>
        </p:nvSpPr>
        <p:spPr bwMode="gray">
          <a:xfrm>
            <a:off x="550873" y="1558440"/>
            <a:ext cx="7344956" cy="4247016"/>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a:t>Click </a:t>
            </a:r>
            <a:r>
              <a:rPr lang="de-DE" noProof="0" dirty="0" err="1"/>
              <a:t>to</a:t>
            </a:r>
            <a:r>
              <a:rPr lang="de-DE" noProof="0" dirty="0"/>
              <a:t> </a:t>
            </a:r>
            <a:r>
              <a:rPr lang="de-DE" noProof="0" dirty="0" err="1"/>
              <a:t>insert</a:t>
            </a:r>
            <a:r>
              <a:rPr lang="de-DE" noProof="0" dirty="0"/>
              <a:t> </a:t>
            </a:r>
            <a:r>
              <a:rPr lang="de-DE" noProof="0" dirty="0" err="1"/>
              <a:t>text</a:t>
            </a:r>
            <a:r>
              <a:rPr lang="de-DE" noProof="0" dirty="0"/>
              <a:t>. </a:t>
            </a:r>
            <a:r>
              <a:rPr lang="de-DE" noProof="0" dirty="0" err="1"/>
              <a:t>For</a:t>
            </a:r>
            <a:r>
              <a:rPr lang="de-DE" noProof="0" dirty="0"/>
              <a:t> </a:t>
            </a:r>
            <a:r>
              <a:rPr lang="de-DE" noProof="0" dirty="0" err="1"/>
              <a:t>further</a:t>
            </a:r>
            <a:r>
              <a:rPr lang="de-DE" noProof="0" dirty="0"/>
              <a:t> </a:t>
            </a:r>
            <a:r>
              <a:rPr lang="de-DE" noProof="0" dirty="0" err="1"/>
              <a:t>chart</a:t>
            </a:r>
            <a:r>
              <a:rPr lang="de-DE" noProof="0" dirty="0"/>
              <a:t> </a:t>
            </a:r>
            <a:r>
              <a:rPr lang="de-DE" noProof="0" dirty="0" err="1"/>
              <a:t>layouts</a:t>
            </a:r>
            <a:r>
              <a:rPr lang="de-DE" noProof="0" dirty="0"/>
              <a:t>, </a:t>
            </a:r>
            <a:r>
              <a:rPr lang="de-DE" noProof="0" dirty="0" err="1"/>
              <a:t>please</a:t>
            </a:r>
            <a:r>
              <a:rPr lang="de-DE" noProof="0" dirty="0"/>
              <a:t> </a:t>
            </a:r>
            <a:r>
              <a:rPr lang="de-DE" noProof="0" dirty="0" err="1"/>
              <a:t>refer</a:t>
            </a:r>
            <a:r>
              <a:rPr lang="de-DE" noProof="0" dirty="0"/>
              <a:t> </a:t>
            </a:r>
            <a:r>
              <a:rPr lang="de-DE" noProof="0" dirty="0" err="1"/>
              <a:t>to</a:t>
            </a:r>
            <a:r>
              <a:rPr lang="de-DE" noProof="0" dirty="0"/>
              <a:t> Layout.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5" name="Foliennummer"/>
          <p:cNvSpPr>
            <a:spLocks noGrp="1"/>
          </p:cNvSpPr>
          <p:nvPr>
            <p:ph type="sldNum" sz="quarter" idx="17"/>
          </p:nvPr>
        </p:nvSpPr>
        <p:spPr bwMode="gray"/>
        <p:txBody>
          <a:bodyPr/>
          <a:lstStyle/>
          <a:p>
            <a:pPr defTabSz="914400"/>
            <a:fld id="{A7E14F4A-AFC2-4561-ABA6-CE2C50D3EED6}" type="slidenum">
              <a:rPr lang="de-DE" smtClean="0"/>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7"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17 title">
    <p:spTree>
      <p:nvGrpSpPr>
        <p:cNvPr id="1" name=""/>
        <p:cNvGrpSpPr/>
        <p:nvPr/>
      </p:nvGrpSpPr>
      <p:grpSpPr>
        <a:xfrm>
          <a:off x="0" y="0"/>
          <a:ext cx="0" cy="0"/>
          <a:chOff x="0" y="0"/>
          <a:chExt cx="0" cy="0"/>
        </a:xfrm>
      </p:grpSpPr>
      <p:sp>
        <p:nvSpPr>
          <p:cNvPr id="6" name="Text"/>
          <p:cNvSpPr>
            <a:spLocks noGrp="1"/>
          </p:cNvSpPr>
          <p:nvPr>
            <p:ph type="body" sz="quarter" idx="15"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name</a:t>
            </a:r>
            <a:r>
              <a:rPr lang="de-DE" noProof="0" dirty="0"/>
              <a:t> </a:t>
            </a:r>
            <a:r>
              <a:rPr lang="de-DE" noProof="0" dirty="0" err="1"/>
              <a:t>of</a:t>
            </a:r>
            <a:r>
              <a:rPr lang="de-DE" noProof="0" dirty="0"/>
              <a:t> </a:t>
            </a:r>
            <a:r>
              <a:rPr lang="de-DE" noProof="0" dirty="0" err="1"/>
              <a:t>the</a:t>
            </a:r>
            <a:r>
              <a:rPr lang="de-DE" noProof="0" dirty="0"/>
              <a:t> </a:t>
            </a:r>
            <a:r>
              <a:rPr lang="de-DE" noProof="0" dirty="0" err="1"/>
              <a:t>chapter</a:t>
            </a:r>
            <a:endParaRPr lang="de-DE" noProof="0" dirty="0"/>
          </a:p>
        </p:txBody>
      </p:sp>
      <p:sp>
        <p:nvSpPr>
          <p:cNvPr id="2" name="Titel"/>
          <p:cNvSpPr>
            <a:spLocks noGrp="1"/>
          </p:cNvSpPr>
          <p:nvPr>
            <p:ph type="title" hasCustomPrompt="1"/>
          </p:nvPr>
        </p:nvSpPr>
        <p:spPr bwMode="gray">
          <a:xfrm>
            <a:off x="549347" y="906992"/>
            <a:ext cx="11089442" cy="647849"/>
          </a:xfrm>
        </p:spPr>
        <p:txBody>
          <a:bodyPr/>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5" name="Foliennummer"/>
          <p:cNvSpPr>
            <a:spLocks noGrp="1"/>
          </p:cNvSpPr>
          <p:nvPr>
            <p:ph type="sldNum" sz="quarter" idx="16"/>
          </p:nvPr>
        </p:nvSpPr>
        <p:spPr bwMode="gray"/>
        <p:txBody>
          <a:bodyPr/>
          <a:lstStyle/>
          <a:p>
            <a:pPr defTabSz="914400"/>
            <a:fld id="{A7E14F4A-AFC2-4561-ABA6-CE2C50D3EED6}" type="slidenum">
              <a:rPr lang="de-DE" smtClean="0"/>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7" name="Textplatzhalter 4"/>
          <p:cNvSpPr>
            <a:spLocks noGrp="1"/>
          </p:cNvSpPr>
          <p:nvPr>
            <p:ph type="body" sz="quarter" idx="17"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17 empty">
    <p:spTree>
      <p:nvGrpSpPr>
        <p:cNvPr id="1" name=""/>
        <p:cNvGrpSpPr/>
        <p:nvPr/>
      </p:nvGrpSpPr>
      <p:grpSpPr>
        <a:xfrm>
          <a:off x="0" y="0"/>
          <a:ext cx="0" cy="0"/>
          <a:chOff x="0" y="0"/>
          <a:chExt cx="0" cy="0"/>
        </a:xfrm>
      </p:grpSpPr>
      <p:sp>
        <p:nvSpPr>
          <p:cNvPr id="2" name="Foliennummer"/>
          <p:cNvSpPr>
            <a:spLocks noGrp="1"/>
          </p:cNvSpPr>
          <p:nvPr>
            <p:ph type="sldNum" sz="quarter" idx="11"/>
          </p:nvPr>
        </p:nvSpPr>
        <p:spPr bwMode="gray"/>
        <p:txBody>
          <a:bodyPr/>
          <a:lstStyle/>
          <a:p>
            <a:pPr defTabSz="914400"/>
            <a:fld id="{A7E14F4A-AFC2-4561-ABA6-CE2C50D3EED6}" type="slidenum">
              <a:rPr lang="de-DE" smtClean="0"/>
            </a:fld>
            <a:endParaRPr lang="de-DE" dirty="0"/>
          </a:p>
        </p:txBody>
      </p:sp>
      <p:sp>
        <p:nvSpPr>
          <p:cNvPr id="3" name="Fußzeile"/>
          <p:cNvSpPr>
            <a:spLocks noGrp="1"/>
          </p:cNvSpPr>
          <p:nvPr>
            <p:ph type="ftr" sz="quarter" idx="10"/>
          </p:nvPr>
        </p:nvSpPr>
        <p:spPr bwMode="gray"/>
        <p:txBody>
          <a:bodyPr/>
          <a:lstStyle/>
          <a:p>
            <a:r>
              <a:rPr lang="en-US" noProof="0"/>
              <a:t>Name of the Speaker / Title of the presentation / Date</a:t>
            </a:r>
            <a:endParaRPr lang="de-DE" noProof="0" dirty="0"/>
          </a:p>
        </p:txBody>
      </p:sp>
      <p:sp>
        <p:nvSpPr>
          <p:cNvPr id="4" name="Textplatzhalter 4"/>
          <p:cNvSpPr>
            <a:spLocks noGrp="1"/>
          </p:cNvSpPr>
          <p:nvPr>
            <p:ph type="body" sz="quarter" idx="17"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17 title, highlight standard">
    <p:spTree>
      <p:nvGrpSpPr>
        <p:cNvPr id="1" name=""/>
        <p:cNvGrpSpPr/>
        <p:nvPr/>
      </p:nvGrpSpPr>
      <p:grpSpPr>
        <a:xfrm>
          <a:off x="0" y="0"/>
          <a:ext cx="0" cy="0"/>
          <a:chOff x="0" y="0"/>
          <a:chExt cx="0" cy="0"/>
        </a:xfrm>
      </p:grpSpPr>
      <p:sp>
        <p:nvSpPr>
          <p:cNvPr id="9" name="Text"/>
          <p:cNvSpPr>
            <a:spLocks noGrp="1"/>
          </p:cNvSpPr>
          <p:nvPr>
            <p:ph type="body" sz="quarter" idx="15"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a:t>Please insert the topic of the slide</a:t>
            </a:r>
            <a:endParaRPr lang="de-DE" noProof="0"/>
          </a:p>
        </p:txBody>
      </p:sp>
      <p:sp>
        <p:nvSpPr>
          <p:cNvPr id="17" name="Inhalt"/>
          <p:cNvSpPr>
            <a:spLocks noGrp="1"/>
          </p:cNvSpPr>
          <p:nvPr>
            <p:ph idx="1" hasCustomPrompt="1"/>
          </p:nvPr>
        </p:nvSpPr>
        <p:spPr bwMode="gray">
          <a:xfrm>
            <a:off x="550873"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a:lvl4pPr>
            <a:lvl5pPr marL="1800225" indent="-269875" defTabSz="914400">
              <a:spcAft>
                <a:spcPts val="0"/>
              </a:spcAft>
              <a:buClr>
                <a:schemeClr val="accent2"/>
              </a:buClr>
              <a:buFont typeface="Wingdings" panose="05000000000000000000" pitchFamily="2" charset="2"/>
              <a:defRPr/>
            </a:lvl5pPr>
          </a:lstStyle>
          <a:p>
            <a:pPr lvl="0"/>
            <a:r>
              <a:rPr lang="de-DE" noProof="0"/>
              <a:t>Click to insert text.</a:t>
            </a:r>
            <a:endParaRPr lang="de-DE" noProof="0"/>
          </a:p>
          <a:p>
            <a:pPr marL="720090" lvl="1" indent="-269875" defTabSz="914400">
              <a:spcAft>
                <a:spcPts val="0"/>
              </a:spcAft>
              <a:buClr>
                <a:schemeClr val="accent2"/>
              </a:buClr>
              <a:buFont typeface="Wingdings" panose="05000000000000000000" pitchFamily="2" charset="2"/>
            </a:pPr>
            <a:r>
              <a:rPr lang="de-DE" noProof="0"/>
              <a:t>Second level</a:t>
            </a:r>
            <a:endParaRPr lang="de-DE" noProof="0"/>
          </a:p>
          <a:p>
            <a:pPr marL="1080135" lvl="2" indent="-269875" defTabSz="914400">
              <a:spcAft>
                <a:spcPts val="0"/>
              </a:spcAft>
              <a:buClr>
                <a:schemeClr val="accent2"/>
              </a:buClr>
              <a:buFont typeface="Wingdings" panose="05000000000000000000" pitchFamily="2" charset="2"/>
            </a:pPr>
            <a:r>
              <a:rPr lang="de-DE" noProof="0"/>
              <a:t>Third level</a:t>
            </a:r>
            <a:endParaRPr lang="de-DE" noProof="0"/>
          </a:p>
          <a:p>
            <a:pPr marL="1440180" lvl="3" indent="-269875" defTabSz="914400">
              <a:spcAft>
                <a:spcPts val="0"/>
              </a:spcAft>
              <a:buClr>
                <a:schemeClr val="accent2"/>
              </a:buClr>
              <a:buFont typeface="Wingdings" panose="05000000000000000000" pitchFamily="2" charset="2"/>
            </a:pPr>
            <a:r>
              <a:rPr lang="de-DE" noProof="0"/>
              <a:t>Fourth level</a:t>
            </a:r>
            <a:endParaRPr lang="de-DE" noProof="0"/>
          </a:p>
          <a:p>
            <a:pPr marL="1800225" lvl="4" indent="-269875" defTabSz="914400">
              <a:spcAft>
                <a:spcPts val="0"/>
              </a:spcAft>
              <a:buClr>
                <a:schemeClr val="accent2"/>
              </a:buClr>
              <a:buFont typeface="Wingdings" panose="05000000000000000000" pitchFamily="2" charset="2"/>
            </a:pPr>
            <a:r>
              <a:rPr lang="de-DE" noProof="0"/>
              <a:t>Fifth level</a:t>
            </a:r>
            <a:endParaRPr lang="de-DE" noProof="0"/>
          </a:p>
        </p:txBody>
      </p:sp>
      <p:sp>
        <p:nvSpPr>
          <p:cNvPr id="12" name="Textbox"/>
          <p:cNvSpPr>
            <a:spLocks noGrp="1" noChangeAspect="1"/>
          </p:cNvSpPr>
          <p:nvPr>
            <p:ph type="body" sz="quarter" idx="17" hasCustomPrompt="1"/>
          </p:nvPr>
        </p:nvSpPr>
        <p:spPr bwMode="gray">
          <a:xfrm>
            <a:off x="1" y="3753931"/>
            <a:ext cx="12192000" cy="2051525"/>
          </a:xfrm>
          <a:prstGeom prst="rect">
            <a:avLst/>
          </a:prstGeom>
          <a:solidFill>
            <a:schemeClr val="accent2"/>
          </a:solidFill>
        </p:spPr>
        <p:txBody>
          <a:bodyPr lIns="540000" tIns="252000" rIns="540000" bIns="252000" anchor="ctr" anchorCtr="0"/>
          <a:lstStyle>
            <a:lvl1pPr marL="0" indent="0" algn="ctr">
              <a:buFontTx/>
              <a:buNone/>
              <a:defRPr sz="240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a:t>For an important statement or result.</a:t>
            </a:r>
            <a:endParaRPr lang="de-DE" noProof="0"/>
          </a:p>
        </p:txBody>
      </p:sp>
      <p:sp>
        <p:nvSpPr>
          <p:cNvPr id="5" name="Foliennummer"/>
          <p:cNvSpPr>
            <a:spLocks noGrp="1"/>
          </p:cNvSpPr>
          <p:nvPr>
            <p:ph type="sldNum" sz="quarter" idx="18"/>
          </p:nvPr>
        </p:nvSpPr>
        <p:spPr bwMode="gray"/>
        <p:txBody>
          <a:bodyPr/>
          <a:lstStyle/>
          <a:p>
            <a:pPr defTabSz="914400"/>
            <a:fld id="{A7E14F4A-AFC2-4561-ABA6-CE2C50D3EED6}" type="slidenum">
              <a:rPr lang="de-DE" noProof="0" smtClean="0"/>
            </a:fld>
            <a:endParaRPr lang="de-DE" noProof="0"/>
          </a:p>
        </p:txBody>
      </p:sp>
      <p:sp>
        <p:nvSpPr>
          <p:cNvPr id="3" name="Fußzeile"/>
          <p:cNvSpPr>
            <a:spLocks noGrp="1"/>
          </p:cNvSpPr>
          <p:nvPr>
            <p:ph type="ftr" sz="quarter" idx="10"/>
          </p:nvPr>
        </p:nvSpPr>
        <p:spPr bwMode="gray"/>
        <p:txBody>
          <a:bodyPr/>
          <a:lstStyle/>
          <a:p>
            <a:r>
              <a:rPr lang="de-DE" noProof="0"/>
              <a:t>Name of the Speaker / Title of the presentation / Date</a:t>
            </a:r>
            <a:endParaRPr lang="de-DE" noProof="0"/>
          </a:p>
        </p:txBody>
      </p:sp>
      <p:sp>
        <p:nvSpPr>
          <p:cNvPr id="8" name="Textplatzhalter 4"/>
          <p:cNvSpPr>
            <a:spLocks noGrp="1"/>
          </p:cNvSpPr>
          <p:nvPr>
            <p:ph type="body" sz="quarter" idx="19"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17 title, highlight core">
    <p:spTree>
      <p:nvGrpSpPr>
        <p:cNvPr id="1" name=""/>
        <p:cNvGrpSpPr/>
        <p:nvPr/>
      </p:nvGrpSpPr>
      <p:grpSpPr>
        <a:xfrm>
          <a:off x="0" y="0"/>
          <a:ext cx="0" cy="0"/>
          <a:chOff x="0" y="0"/>
          <a:chExt cx="0" cy="0"/>
        </a:xfrm>
      </p:grpSpPr>
      <p:sp>
        <p:nvSpPr>
          <p:cNvPr id="9" name="Text"/>
          <p:cNvSpPr>
            <a:spLocks noGrp="1"/>
          </p:cNvSpPr>
          <p:nvPr>
            <p:ph type="body" sz="quarter" idx="15"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a:t>Please insert the topic of the slide</a:t>
            </a:r>
            <a:endParaRPr lang="de-DE" noProof="0"/>
          </a:p>
        </p:txBody>
      </p:sp>
      <p:sp>
        <p:nvSpPr>
          <p:cNvPr id="17" name="Inhalt"/>
          <p:cNvSpPr>
            <a:spLocks noGrp="1"/>
          </p:cNvSpPr>
          <p:nvPr>
            <p:ph idx="1" hasCustomPrompt="1"/>
          </p:nvPr>
        </p:nvSpPr>
        <p:spPr bwMode="gray">
          <a:xfrm>
            <a:off x="550873"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a:lvl4pPr>
            <a:lvl5pPr marL="1800225" indent="-269875" defTabSz="914400">
              <a:spcAft>
                <a:spcPts val="0"/>
              </a:spcAft>
              <a:buClr>
                <a:schemeClr val="accent2"/>
              </a:buClr>
              <a:buFont typeface="Wingdings" panose="05000000000000000000" pitchFamily="2" charset="2"/>
              <a:defRPr/>
            </a:lvl5pPr>
          </a:lstStyle>
          <a:p>
            <a:pPr lvl="0"/>
            <a:r>
              <a:rPr lang="de-DE" noProof="0"/>
              <a:t>Click to insert text.</a:t>
            </a:r>
            <a:endParaRPr lang="de-DE" noProof="0"/>
          </a:p>
          <a:p>
            <a:pPr marL="720090" lvl="1" indent="-269875" defTabSz="914400">
              <a:spcAft>
                <a:spcPts val="0"/>
              </a:spcAft>
              <a:buClr>
                <a:schemeClr val="accent2"/>
              </a:buClr>
              <a:buFont typeface="Wingdings" panose="05000000000000000000" pitchFamily="2" charset="2"/>
            </a:pPr>
            <a:r>
              <a:rPr lang="de-DE" noProof="0"/>
              <a:t>Second level</a:t>
            </a:r>
            <a:endParaRPr lang="de-DE" noProof="0"/>
          </a:p>
          <a:p>
            <a:pPr marL="1080135" lvl="2" indent="-269875" defTabSz="914400">
              <a:spcAft>
                <a:spcPts val="0"/>
              </a:spcAft>
              <a:buClr>
                <a:schemeClr val="accent2"/>
              </a:buClr>
              <a:buFont typeface="Wingdings" panose="05000000000000000000" pitchFamily="2" charset="2"/>
            </a:pPr>
            <a:r>
              <a:rPr lang="de-DE" noProof="0"/>
              <a:t>Third level</a:t>
            </a:r>
            <a:endParaRPr lang="de-DE" noProof="0"/>
          </a:p>
          <a:p>
            <a:pPr marL="1440180" lvl="3" indent="-269875" defTabSz="914400">
              <a:spcAft>
                <a:spcPts val="0"/>
              </a:spcAft>
              <a:buClr>
                <a:schemeClr val="accent2"/>
              </a:buClr>
              <a:buFont typeface="Wingdings" panose="05000000000000000000" pitchFamily="2" charset="2"/>
            </a:pPr>
            <a:r>
              <a:rPr lang="de-DE" noProof="0"/>
              <a:t>Fourth level</a:t>
            </a:r>
            <a:endParaRPr lang="de-DE" noProof="0"/>
          </a:p>
          <a:p>
            <a:pPr marL="1800225" lvl="4" indent="-269875" defTabSz="914400">
              <a:spcAft>
                <a:spcPts val="0"/>
              </a:spcAft>
              <a:buClr>
                <a:schemeClr val="accent2"/>
              </a:buClr>
              <a:buFont typeface="Wingdings" panose="05000000000000000000" pitchFamily="2" charset="2"/>
            </a:pPr>
            <a:r>
              <a:rPr lang="de-DE" noProof="0"/>
              <a:t>Fifth level</a:t>
            </a:r>
            <a:endParaRPr lang="de-DE" noProof="0"/>
          </a:p>
        </p:txBody>
      </p:sp>
      <p:sp>
        <p:nvSpPr>
          <p:cNvPr id="12" name="Textbox"/>
          <p:cNvSpPr>
            <a:spLocks noGrp="1" noChangeAspect="1"/>
          </p:cNvSpPr>
          <p:nvPr>
            <p:ph type="body" sz="quarter" idx="17" hasCustomPrompt="1"/>
          </p:nvPr>
        </p:nvSpPr>
        <p:spPr bwMode="gray">
          <a:xfrm>
            <a:off x="1" y="3753931"/>
            <a:ext cx="12192000" cy="2051525"/>
          </a:xfrm>
          <a:prstGeom prst="rect">
            <a:avLst/>
          </a:prstGeom>
          <a:solidFill>
            <a:schemeClr val="accent3"/>
          </a:solidFill>
        </p:spPr>
        <p:txBody>
          <a:bodyPr lIns="540000" tIns="252000" rIns="540000" bIns="252000" anchor="ctr" anchorCtr="0"/>
          <a:lstStyle>
            <a:lvl1pPr marL="0" indent="0" algn="ctr">
              <a:buFontTx/>
              <a:buNone/>
              <a:defRPr sz="2400">
                <a:solidFill>
                  <a:schemeClr val="tx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a:t>For a core information or strategic statement.</a:t>
            </a:r>
            <a:endParaRPr lang="de-DE" noProof="0"/>
          </a:p>
        </p:txBody>
      </p:sp>
      <p:sp>
        <p:nvSpPr>
          <p:cNvPr id="5" name="Foliennummer"/>
          <p:cNvSpPr>
            <a:spLocks noGrp="1"/>
          </p:cNvSpPr>
          <p:nvPr>
            <p:ph type="sldNum" sz="quarter" idx="18"/>
          </p:nvPr>
        </p:nvSpPr>
        <p:spPr bwMode="gray"/>
        <p:txBody>
          <a:bodyPr/>
          <a:lstStyle/>
          <a:p>
            <a:pPr defTabSz="914400"/>
            <a:fld id="{A7E14F4A-AFC2-4561-ABA6-CE2C50D3EED6}" type="slidenum">
              <a:rPr lang="de-DE" noProof="0" smtClean="0"/>
            </a:fld>
            <a:endParaRPr lang="de-DE" noProof="0"/>
          </a:p>
        </p:txBody>
      </p:sp>
      <p:sp>
        <p:nvSpPr>
          <p:cNvPr id="3" name="Fußzeile"/>
          <p:cNvSpPr>
            <a:spLocks noGrp="1"/>
          </p:cNvSpPr>
          <p:nvPr>
            <p:ph type="ftr" sz="quarter" idx="10"/>
          </p:nvPr>
        </p:nvSpPr>
        <p:spPr bwMode="gray"/>
        <p:txBody>
          <a:bodyPr/>
          <a:lstStyle/>
          <a:p>
            <a:r>
              <a:rPr lang="de-DE" noProof="0"/>
              <a:t>Name of the Speaker / Title of the presentation / Date</a:t>
            </a:r>
            <a:endParaRPr lang="de-DE" noProof="0"/>
          </a:p>
        </p:txBody>
      </p:sp>
      <p:sp>
        <p:nvSpPr>
          <p:cNvPr id="8" name="Textplatzhalter 4"/>
          <p:cNvSpPr>
            <a:spLocks noGrp="1"/>
          </p:cNvSpPr>
          <p:nvPr>
            <p:ph type="body" sz="quarter" idx="19"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17 quote image">
    <p:spTree>
      <p:nvGrpSpPr>
        <p:cNvPr id="1" name=""/>
        <p:cNvGrpSpPr/>
        <p:nvPr/>
      </p:nvGrpSpPr>
      <p:grpSpPr>
        <a:xfrm>
          <a:off x="0" y="0"/>
          <a:ext cx="0" cy="0"/>
          <a:chOff x="0" y="0"/>
          <a:chExt cx="0" cy="0"/>
        </a:xfrm>
      </p:grpSpPr>
      <p:sp>
        <p:nvSpPr>
          <p:cNvPr id="9" name="Textbox"/>
          <p:cNvSpPr>
            <a:spLocks noGrp="1" noChangeAspect="1"/>
          </p:cNvSpPr>
          <p:nvPr>
            <p:ph type="body" sz="quarter" idx="17" hasCustomPrompt="1"/>
          </p:nvPr>
        </p:nvSpPr>
        <p:spPr bwMode="gray">
          <a:xfrm>
            <a:off x="0" y="0"/>
            <a:ext cx="12191999" cy="6858000"/>
          </a:xfrm>
          <a:prstGeom prst="rect">
            <a:avLst/>
          </a:prstGeom>
          <a:solidFill>
            <a:schemeClr val="accent1">
              <a:lumMod val="50000"/>
            </a:schemeClr>
          </a:solidFill>
        </p:spPr>
        <p:txBody>
          <a:bodyPr lIns="540000" tIns="540000" rIns="540000" bIns="540000" anchor="ctr" anchorCtr="0"/>
          <a:lstStyle>
            <a:lvl1pPr marL="0" indent="0" algn="ctr">
              <a:buFontTx/>
              <a:buNone/>
              <a:defRPr sz="2400" baseline="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dirty="0" err="1"/>
              <a:t>For</a:t>
            </a:r>
            <a:r>
              <a:rPr lang="de-DE" noProof="0" dirty="0"/>
              <a:t> </a:t>
            </a:r>
            <a:r>
              <a:rPr lang="de-DE" noProof="0" dirty="0" err="1"/>
              <a:t>important</a:t>
            </a:r>
            <a:r>
              <a:rPr lang="de-DE" noProof="0" dirty="0"/>
              <a:t> </a:t>
            </a:r>
            <a:r>
              <a:rPr lang="de-DE" noProof="0" dirty="0" err="1"/>
              <a:t>summaries</a:t>
            </a:r>
            <a:r>
              <a:rPr lang="de-DE" noProof="0" dirty="0"/>
              <a: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P17 black">
    <p:spTree>
      <p:nvGrpSpPr>
        <p:cNvPr id="1" name=""/>
        <p:cNvGrpSpPr/>
        <p:nvPr/>
      </p:nvGrpSpPr>
      <p:grpSpPr>
        <a:xfrm>
          <a:off x="0" y="0"/>
          <a:ext cx="0" cy="0"/>
          <a:chOff x="0" y="0"/>
          <a:chExt cx="0" cy="0"/>
        </a:xfrm>
      </p:grpSpPr>
      <p:sp>
        <p:nvSpPr>
          <p:cNvPr id="3" name="Textbox"/>
          <p:cNvSpPr>
            <a:spLocks noGrp="1" noChangeAspect="1"/>
          </p:cNvSpPr>
          <p:nvPr>
            <p:ph type="body" sz="quarter" idx="17" hasCustomPrompt="1"/>
          </p:nvPr>
        </p:nvSpPr>
        <p:spPr bwMode="gray">
          <a:xfrm>
            <a:off x="0" y="0"/>
            <a:ext cx="12191999" cy="6858000"/>
          </a:xfrm>
          <a:prstGeom prst="rect">
            <a:avLst/>
          </a:prstGeom>
          <a:solidFill>
            <a:schemeClr val="tx1"/>
          </a:solidFill>
        </p:spPr>
        <p:txBody>
          <a:bodyPr lIns="540000" tIns="540000" rIns="540000" bIns="540000" anchor="ctr" anchorCtr="0"/>
          <a:lstStyle>
            <a:lvl1pPr marL="0" indent="0" algn="ctr">
              <a:buFontTx/>
              <a:buNone/>
              <a:defRPr sz="2400" baseline="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a:solidFill>
                  <a:schemeClr val="bg1"/>
                </a:solidFill>
              </a:rPr>
              <a:t>In exceptional cases, a special</a:t>
            </a:r>
            <a:br>
              <a:rPr lang="de-DE" noProof="0">
                <a:solidFill>
                  <a:schemeClr val="bg1"/>
                </a:solidFill>
              </a:rPr>
            </a:br>
            <a:r>
              <a:rPr lang="de-DE" noProof="0">
                <a:solidFill>
                  <a:schemeClr val="bg1"/>
                </a:solidFill>
              </a:rPr>
              <a:t>core information or strategic statement.</a:t>
            </a:r>
            <a:endParaRPr lang="de-DE"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17 picture">
    <p:spTree>
      <p:nvGrpSpPr>
        <p:cNvPr id="1" name=""/>
        <p:cNvGrpSpPr/>
        <p:nvPr/>
      </p:nvGrpSpPr>
      <p:grpSpPr>
        <a:xfrm>
          <a:off x="0" y="0"/>
          <a:ext cx="0" cy="0"/>
          <a:chOff x="0" y="0"/>
          <a:chExt cx="0" cy="0"/>
        </a:xfrm>
      </p:grpSpPr>
      <p:sp>
        <p:nvSpPr>
          <p:cNvPr id="4" name="Bild"/>
          <p:cNvSpPr>
            <a:spLocks noGrp="1" noChangeAspect="1"/>
          </p:cNvSpPr>
          <p:nvPr>
            <p:ph type="pic" sz="quarter" idx="12" hasCustomPrompt="1"/>
          </p:nvPr>
        </p:nvSpPr>
        <p:spPr bwMode="gray">
          <a:xfrm>
            <a:off x="-1" y="-1"/>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Please insert a picture.</a:t>
            </a:r>
            <a:endParaRPr lang="de-DE"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17 pic + imp Statement">
    <p:spTree>
      <p:nvGrpSpPr>
        <p:cNvPr id="1" name=""/>
        <p:cNvGrpSpPr/>
        <p:nvPr/>
      </p:nvGrpSpPr>
      <p:grpSpPr>
        <a:xfrm>
          <a:off x="0" y="0"/>
          <a:ext cx="0" cy="0"/>
          <a:chOff x="0" y="0"/>
          <a:chExt cx="0" cy="0"/>
        </a:xfrm>
      </p:grpSpPr>
      <p:sp>
        <p:nvSpPr>
          <p:cNvPr id="6"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Second click here for insert a picture.</a:t>
            </a:r>
            <a:endParaRPr lang="de-DE" noProof="0"/>
          </a:p>
        </p:txBody>
      </p:sp>
      <p:sp>
        <p:nvSpPr>
          <p:cNvPr id="3" name="Text"/>
          <p:cNvSpPr>
            <a:spLocks noGrp="1"/>
          </p:cNvSpPr>
          <p:nvPr>
            <p:ph type="body" sz="quarter" idx="19" hasCustomPrompt="1"/>
          </p:nvPr>
        </p:nvSpPr>
        <p:spPr>
          <a:xfrm>
            <a:off x="0" y="3753456"/>
            <a:ext cx="12193200" cy="2052000"/>
          </a:xfrm>
          <a:solidFill>
            <a:schemeClr val="bg1"/>
          </a:solidFill>
        </p:spPr>
        <p:txBody>
          <a:bodyPr lIns="540000" rIns="540000" anchor="ctr" anchorCtr="0"/>
          <a:lstStyle>
            <a:lvl1pPr marL="0" indent="0" algn="ctr">
              <a:buNone/>
              <a:defRPr sz="2400"/>
            </a:lvl1pPr>
          </a:lstStyle>
          <a:p>
            <a:pPr lvl="0"/>
            <a:r>
              <a:rPr lang="de-DE" noProof="0"/>
              <a:t>First tip for an important statement or result.</a:t>
            </a:r>
            <a:endParaRPr lang="de-DE"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17 pic + text left">
    <p:spTree>
      <p:nvGrpSpPr>
        <p:cNvPr id="1" name=""/>
        <p:cNvGrpSpPr/>
        <p:nvPr/>
      </p:nvGrpSpPr>
      <p:grpSpPr>
        <a:xfrm>
          <a:off x="0" y="0"/>
          <a:ext cx="0" cy="0"/>
          <a:chOff x="0" y="0"/>
          <a:chExt cx="0" cy="0"/>
        </a:xfrm>
      </p:grpSpPr>
      <p:sp>
        <p:nvSpPr>
          <p:cNvPr id="4"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Second click here for insert a picture.</a:t>
            </a:r>
            <a:endParaRPr lang="de-DE" noProof="0" dirty="0"/>
          </a:p>
        </p:txBody>
      </p:sp>
      <p:sp>
        <p:nvSpPr>
          <p:cNvPr id="5" name="Text"/>
          <p:cNvSpPr>
            <a:spLocks noGrp="1"/>
          </p:cNvSpPr>
          <p:nvPr>
            <p:ph type="body" sz="quarter" idx="12" hasCustomPrompt="1"/>
          </p:nvPr>
        </p:nvSpPr>
        <p:spPr bwMode="gray">
          <a:xfrm>
            <a:off x="0" y="4229710"/>
            <a:ext cx="6120798" cy="1009416"/>
          </a:xfrm>
          <a:gradFill flip="none" rotWithShape="1">
            <a:gsLst>
              <a:gs pos="14000">
                <a:schemeClr val="bg1">
                  <a:alpha val="0"/>
                </a:schemeClr>
              </a:gs>
              <a:gs pos="35000">
                <a:schemeClr val="bg1">
                  <a:alpha val="92000"/>
                </a:schemeClr>
              </a:gs>
              <a:gs pos="100000">
                <a:schemeClr val="bg1"/>
              </a:gs>
            </a:gsLst>
            <a:lin ang="10800000" scaled="1"/>
            <a:tileRect/>
          </a:gradFill>
        </p:spPr>
        <p:txBody>
          <a:bodyPr lIns="540000" rIns="72000" anchor="ctr"/>
          <a:lstStyle>
            <a:lvl1pPr marL="0" marR="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lang="de-DE" sz="2400" dirty="0" smtClean="0"/>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a:pPr>
            <a:r>
              <a:rPr lang="de-DE" dirty="0"/>
              <a:t>First </a:t>
            </a:r>
            <a:r>
              <a:rPr lang="de-DE" noProof="0" dirty="0" err="1"/>
              <a:t>tip</a:t>
            </a:r>
            <a:r>
              <a:rPr lang="de-DE" noProof="0" dirty="0"/>
              <a:t> </a:t>
            </a:r>
            <a:r>
              <a:rPr lang="de-DE" noProof="0" dirty="0" err="1"/>
              <a:t>to</a:t>
            </a:r>
            <a:r>
              <a:rPr lang="de-DE" noProof="0" dirty="0"/>
              <a:t> </a:t>
            </a:r>
            <a:r>
              <a:rPr lang="de-DE" noProof="0" dirty="0" err="1"/>
              <a:t>insert</a:t>
            </a:r>
            <a:r>
              <a:rPr lang="de-DE" noProof="0" dirty="0"/>
              <a:t> </a:t>
            </a:r>
            <a:r>
              <a:rPr lang="de-DE" noProof="0" dirty="0" err="1"/>
              <a:t>text</a:t>
            </a:r>
            <a:r>
              <a:rPr lang="de-DE" noProof="0" dirty="0"/>
              <a: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17 pic + text right">
    <p:spTree>
      <p:nvGrpSpPr>
        <p:cNvPr id="1" name=""/>
        <p:cNvGrpSpPr/>
        <p:nvPr/>
      </p:nvGrpSpPr>
      <p:grpSpPr>
        <a:xfrm>
          <a:off x="0" y="0"/>
          <a:ext cx="0" cy="0"/>
          <a:chOff x="0" y="0"/>
          <a:chExt cx="0" cy="0"/>
        </a:xfrm>
      </p:grpSpPr>
      <p:sp>
        <p:nvSpPr>
          <p:cNvPr id="4"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Second click here for insert a picture.</a:t>
            </a:r>
            <a:endParaRPr lang="de-DE" noProof="0"/>
          </a:p>
        </p:txBody>
      </p:sp>
      <p:sp>
        <p:nvSpPr>
          <p:cNvPr id="6" name="Text"/>
          <p:cNvSpPr>
            <a:spLocks noGrp="1"/>
          </p:cNvSpPr>
          <p:nvPr>
            <p:ph type="body" sz="quarter" idx="13" hasCustomPrompt="1"/>
          </p:nvPr>
        </p:nvSpPr>
        <p:spPr bwMode="gray">
          <a:xfrm>
            <a:off x="6071203" y="4229710"/>
            <a:ext cx="6120798" cy="1009416"/>
          </a:xfrm>
          <a:gradFill flip="none" rotWithShape="1">
            <a:gsLst>
              <a:gs pos="14000">
                <a:schemeClr val="bg1">
                  <a:alpha val="0"/>
                </a:schemeClr>
              </a:gs>
              <a:gs pos="35000">
                <a:schemeClr val="bg1">
                  <a:alpha val="92000"/>
                </a:schemeClr>
              </a:gs>
              <a:gs pos="100000">
                <a:schemeClr val="bg1"/>
              </a:gs>
            </a:gsLst>
            <a:lin ang="0" scaled="1"/>
            <a:tileRect/>
          </a:gradFill>
        </p:spPr>
        <p:txBody>
          <a:bodyPr vert="horz" lIns="72000" tIns="72000" rIns="540000" bIns="72000" rtlCol="0" anchor="ctr">
            <a:noAutofit/>
          </a:bodyPr>
          <a:lstStyle>
            <a:lvl1pPr marL="269875" indent="-269875" algn="r">
              <a:spcBef>
                <a:spcPts val="0"/>
              </a:spcBef>
              <a:buNone/>
              <a:defRPr lang="en-US" sz="2400" dirty="0" smtClean="0"/>
            </a:lvl1pPr>
          </a:lstStyle>
          <a:p>
            <a:pPr marL="0" marR="0" lvl="0" indent="0" fontAlgn="auto">
              <a:lnSpc>
                <a:spcPct val="100000"/>
              </a:lnSpc>
              <a:buSzTx/>
            </a:pPr>
            <a:r>
              <a:rPr lang="de-DE" noProof="0"/>
              <a:t>First tip to insert text.</a:t>
            </a:r>
            <a:endParaRPr lang="de-DE"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17 chapter">
    <p:spTree>
      <p:nvGrpSpPr>
        <p:cNvPr id="1" name=""/>
        <p:cNvGrpSpPr/>
        <p:nvPr/>
      </p:nvGrpSpPr>
      <p:grpSpPr>
        <a:xfrm>
          <a:off x="0" y="0"/>
          <a:ext cx="0" cy="0"/>
          <a:chOff x="0" y="0"/>
          <a:chExt cx="0" cy="0"/>
        </a:xfrm>
      </p:grpSpPr>
      <p:sp>
        <p:nvSpPr>
          <p:cNvPr id="6" name="Text"/>
          <p:cNvSpPr>
            <a:spLocks noGrp="1"/>
          </p:cNvSpPr>
          <p:nvPr>
            <p:ph type="body" sz="quarter" idx="15"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a:xfrm>
            <a:off x="549347" y="906992"/>
            <a:ext cx="11089442" cy="647849"/>
          </a:xfrm>
        </p:spPr>
        <p:txBody>
          <a:bodyPr/>
          <a:lstStyle>
            <a:lvl1pPr>
              <a:defRPr>
                <a:latin typeface="+mj-lt"/>
              </a:defRPr>
            </a:lvl1pPr>
          </a:lstStyle>
          <a:p>
            <a:r>
              <a:rPr lang="de-DE" noProof="0"/>
              <a:t>Please insert the topic of the slide</a:t>
            </a:r>
            <a:endParaRPr lang="de-DE" noProof="0"/>
          </a:p>
        </p:txBody>
      </p:sp>
      <p:sp>
        <p:nvSpPr>
          <p:cNvPr id="8" name="Bild"/>
          <p:cNvSpPr>
            <a:spLocks noGrp="1" noChangeAspect="1"/>
          </p:cNvSpPr>
          <p:nvPr>
            <p:ph type="pic" sz="quarter" idx="18" hasCustomPrompt="1"/>
          </p:nvPr>
        </p:nvSpPr>
        <p:spPr bwMode="gray">
          <a:xfrm>
            <a:off x="1" y="1555389"/>
            <a:ext cx="12191999" cy="53028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Please insert a picture.</a:t>
            </a:r>
            <a:endParaRPr lang="de-DE"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17_1 2 small pic + text">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a:t>Please insert the topic of the slide</a:t>
            </a:r>
            <a:endParaRPr lang="de-DE" noProof="0"/>
          </a:p>
        </p:txBody>
      </p:sp>
      <p:sp>
        <p:nvSpPr>
          <p:cNvPr id="9" name="Bild"/>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Please insert a picture.</a:t>
            </a:r>
            <a:endParaRPr lang="de-DE" noProof="0"/>
          </a:p>
        </p:txBody>
      </p:sp>
      <p:sp>
        <p:nvSpPr>
          <p:cNvPr id="19" name="Inhalt"/>
          <p:cNvSpPr>
            <a:spLocks noGrp="1"/>
          </p:cNvSpPr>
          <p:nvPr>
            <p:ph idx="15" hasCustomPrompt="1"/>
          </p:nvPr>
        </p:nvSpPr>
        <p:spPr bwMode="gray">
          <a:xfrm>
            <a:off x="4295767" y="1558440"/>
            <a:ext cx="7344956"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a:t>Click to insert text.</a:t>
            </a:r>
            <a:endParaRPr lang="de-DE" noProof="0"/>
          </a:p>
          <a:p>
            <a:pPr marL="720090" lvl="1" indent="-269875" defTabSz="914400">
              <a:spcAft>
                <a:spcPts val="0"/>
              </a:spcAft>
              <a:buClr>
                <a:schemeClr val="accent2"/>
              </a:buClr>
              <a:buFont typeface="Wingdings" panose="05000000000000000000" pitchFamily="2" charset="2"/>
            </a:pPr>
            <a:r>
              <a:rPr lang="de-DE" noProof="0"/>
              <a:t>Second level</a:t>
            </a:r>
            <a:endParaRPr lang="de-DE" noProof="0"/>
          </a:p>
          <a:p>
            <a:pPr marL="1080135" lvl="2" indent="-269875" defTabSz="914400">
              <a:spcAft>
                <a:spcPts val="0"/>
              </a:spcAft>
              <a:buClr>
                <a:schemeClr val="accent2"/>
              </a:buClr>
              <a:buFont typeface="Wingdings" panose="05000000000000000000" pitchFamily="2" charset="2"/>
            </a:pPr>
            <a:r>
              <a:rPr lang="de-DE" noProof="0"/>
              <a:t>Third level</a:t>
            </a:r>
            <a:endParaRPr lang="de-DE" noProof="0"/>
          </a:p>
          <a:p>
            <a:pPr marL="1440180" lvl="3" indent="-269875" defTabSz="914400">
              <a:spcAft>
                <a:spcPts val="0"/>
              </a:spcAft>
              <a:buClr>
                <a:schemeClr val="accent2"/>
              </a:buClr>
              <a:buFont typeface="Wingdings" panose="05000000000000000000" pitchFamily="2" charset="2"/>
            </a:pPr>
            <a:r>
              <a:rPr lang="de-DE" noProof="0"/>
              <a:t>Fourth level</a:t>
            </a:r>
            <a:endParaRPr lang="de-DE" noProof="0"/>
          </a:p>
          <a:p>
            <a:pPr marL="1800225" lvl="4" indent="-269875" defTabSz="914400">
              <a:spcAft>
                <a:spcPts val="0"/>
              </a:spcAft>
              <a:buClr>
                <a:schemeClr val="accent2"/>
              </a:buClr>
              <a:buFont typeface="Wingdings" panose="05000000000000000000" pitchFamily="2" charset="2"/>
            </a:pPr>
            <a:r>
              <a:rPr lang="de-DE" noProof="0"/>
              <a:t>Fifth level</a:t>
            </a:r>
            <a:endParaRPr lang="de-DE" noProof="0"/>
          </a:p>
          <a:p>
            <a:pPr marL="2160270" lvl="5" indent="-269875" defTabSz="914400">
              <a:lnSpc>
                <a:spcPct val="100000"/>
              </a:lnSpc>
              <a:spcAft>
                <a:spcPts val="0"/>
              </a:spcAft>
              <a:buClr>
                <a:schemeClr val="accent2"/>
              </a:buClr>
              <a:buFont typeface="Wingdings" panose="05000000000000000000" pitchFamily="2" charset="2"/>
            </a:pPr>
            <a:r>
              <a:rPr lang="de-DE" noProof="0"/>
              <a:t>Sixth level</a:t>
            </a:r>
            <a:endParaRPr lang="de-DE" noProof="0"/>
          </a:p>
          <a:p>
            <a:pPr marL="2520315" lvl="6" indent="-269875" defTabSz="914400">
              <a:lnSpc>
                <a:spcPct val="100000"/>
              </a:lnSpc>
              <a:spcAft>
                <a:spcPts val="0"/>
              </a:spcAft>
              <a:buClr>
                <a:schemeClr val="accent2"/>
              </a:buClr>
              <a:buFont typeface="Wingdings" panose="05000000000000000000" pitchFamily="2" charset="2"/>
            </a:pPr>
            <a:r>
              <a:rPr lang="de-DE" noProof="0"/>
              <a:t>Seventh level</a:t>
            </a:r>
            <a:endParaRPr lang="de-DE" noProof="0"/>
          </a:p>
        </p:txBody>
      </p:sp>
      <p:sp>
        <p:nvSpPr>
          <p:cNvPr id="5" name="Foliennummer"/>
          <p:cNvSpPr>
            <a:spLocks noGrp="1"/>
          </p:cNvSpPr>
          <p:nvPr>
            <p:ph type="sldNum" sz="quarter" idx="17"/>
          </p:nvPr>
        </p:nvSpPr>
        <p:spPr bwMode="gray"/>
        <p:txBody>
          <a:bodyPr/>
          <a:lstStyle/>
          <a:p>
            <a:pPr defTabSz="914400"/>
            <a:fld id="{A7E14F4A-AFC2-4561-ABA6-CE2C50D3EED6}" type="slidenum">
              <a:rPr lang="de-DE" noProof="0" smtClean="0"/>
            </a:fld>
            <a:endParaRPr lang="de-DE" noProof="0"/>
          </a:p>
        </p:txBody>
      </p:sp>
      <p:sp>
        <p:nvSpPr>
          <p:cNvPr id="3" name="Fußzeile"/>
          <p:cNvSpPr>
            <a:spLocks noGrp="1"/>
          </p:cNvSpPr>
          <p:nvPr>
            <p:ph type="ftr" sz="quarter" idx="10"/>
          </p:nvPr>
        </p:nvSpPr>
        <p:spPr bwMode="gray"/>
        <p:txBody>
          <a:bodyPr/>
          <a:lstStyle/>
          <a:p>
            <a:r>
              <a:rPr lang="de-DE" noProof="0"/>
              <a:t>Name of the Speaker / Title of the presentation / Date</a:t>
            </a:r>
            <a:endParaRPr lang="de-DE" noProof="0"/>
          </a:p>
        </p:txBody>
      </p:sp>
      <p:sp>
        <p:nvSpPr>
          <p:cNvPr id="8"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17_2 1 big pic + text">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a:t>Please insert the topic of the slide</a:t>
            </a:r>
            <a:endParaRPr lang="de-DE" noProof="0"/>
          </a:p>
        </p:txBody>
      </p:sp>
      <p:sp>
        <p:nvSpPr>
          <p:cNvPr id="9" name="Bild"/>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Please insert a picture.</a:t>
            </a:r>
            <a:endParaRPr lang="de-DE" noProof="0"/>
          </a:p>
        </p:txBody>
      </p:sp>
      <p:sp>
        <p:nvSpPr>
          <p:cNvPr id="19" name="Inhalt"/>
          <p:cNvSpPr>
            <a:spLocks noGrp="1"/>
          </p:cNvSpPr>
          <p:nvPr>
            <p:ph idx="15" hasCustomPrompt="1"/>
          </p:nvPr>
        </p:nvSpPr>
        <p:spPr bwMode="gray">
          <a:xfrm>
            <a:off x="8040255" y="1558440"/>
            <a:ext cx="360046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a:t>Click to insert text.</a:t>
            </a:r>
            <a:endParaRPr lang="de-DE" noProof="0"/>
          </a:p>
          <a:p>
            <a:pPr marL="720090" lvl="1" indent="-269875" defTabSz="914400">
              <a:spcAft>
                <a:spcPts val="0"/>
              </a:spcAft>
              <a:buClr>
                <a:schemeClr val="accent2"/>
              </a:buClr>
              <a:buFont typeface="Wingdings" panose="05000000000000000000" pitchFamily="2" charset="2"/>
            </a:pPr>
            <a:r>
              <a:rPr lang="de-DE" noProof="0"/>
              <a:t>Second level</a:t>
            </a:r>
            <a:endParaRPr lang="de-DE" noProof="0"/>
          </a:p>
          <a:p>
            <a:pPr marL="1080135" lvl="2" indent="-269875" defTabSz="914400">
              <a:spcAft>
                <a:spcPts val="0"/>
              </a:spcAft>
              <a:buClr>
                <a:schemeClr val="accent2"/>
              </a:buClr>
              <a:buFont typeface="Wingdings" panose="05000000000000000000" pitchFamily="2" charset="2"/>
            </a:pPr>
            <a:r>
              <a:rPr lang="de-DE" noProof="0"/>
              <a:t>Third level</a:t>
            </a:r>
            <a:endParaRPr lang="de-DE" noProof="0"/>
          </a:p>
          <a:p>
            <a:pPr marL="1440180" lvl="3" indent="-269875" defTabSz="914400">
              <a:spcAft>
                <a:spcPts val="0"/>
              </a:spcAft>
              <a:buClr>
                <a:schemeClr val="accent2"/>
              </a:buClr>
              <a:buFont typeface="Wingdings" panose="05000000000000000000" pitchFamily="2" charset="2"/>
            </a:pPr>
            <a:r>
              <a:rPr lang="de-DE" noProof="0"/>
              <a:t>Fourth level</a:t>
            </a:r>
            <a:endParaRPr lang="de-DE" noProof="0"/>
          </a:p>
          <a:p>
            <a:pPr marL="1800225" lvl="4" indent="-269875" defTabSz="914400">
              <a:spcAft>
                <a:spcPts val="0"/>
              </a:spcAft>
              <a:buClr>
                <a:schemeClr val="accent2"/>
              </a:buClr>
              <a:buFont typeface="Wingdings" panose="05000000000000000000" pitchFamily="2" charset="2"/>
            </a:pPr>
            <a:r>
              <a:rPr lang="de-DE" noProof="0"/>
              <a:t>Fifth level</a:t>
            </a:r>
            <a:endParaRPr lang="de-DE" noProof="0"/>
          </a:p>
          <a:p>
            <a:pPr marL="2160270" lvl="5" indent="-269875" defTabSz="914400">
              <a:lnSpc>
                <a:spcPct val="100000"/>
              </a:lnSpc>
              <a:spcAft>
                <a:spcPts val="0"/>
              </a:spcAft>
              <a:buClr>
                <a:schemeClr val="accent2"/>
              </a:buClr>
              <a:buFont typeface="Wingdings" panose="05000000000000000000" pitchFamily="2" charset="2"/>
            </a:pPr>
            <a:r>
              <a:rPr lang="de-DE" noProof="0"/>
              <a:t>Sixth level</a:t>
            </a:r>
            <a:endParaRPr lang="de-DE" noProof="0"/>
          </a:p>
          <a:p>
            <a:pPr marL="2520315" lvl="6" indent="-269875" defTabSz="914400">
              <a:lnSpc>
                <a:spcPct val="100000"/>
              </a:lnSpc>
              <a:spcAft>
                <a:spcPts val="0"/>
              </a:spcAft>
              <a:buClr>
                <a:schemeClr val="accent2"/>
              </a:buClr>
              <a:buFont typeface="Wingdings" panose="05000000000000000000" pitchFamily="2" charset="2"/>
            </a:pPr>
            <a:r>
              <a:rPr lang="de-DE" noProof="0"/>
              <a:t>Seventh level</a:t>
            </a:r>
            <a:endParaRPr lang="de-DE" noProof="0"/>
          </a:p>
        </p:txBody>
      </p:sp>
      <p:sp>
        <p:nvSpPr>
          <p:cNvPr id="5" name="Foliennummer"/>
          <p:cNvSpPr>
            <a:spLocks noGrp="1"/>
          </p:cNvSpPr>
          <p:nvPr>
            <p:ph type="sldNum" sz="quarter" idx="17"/>
          </p:nvPr>
        </p:nvSpPr>
        <p:spPr bwMode="gray"/>
        <p:txBody>
          <a:bodyPr/>
          <a:lstStyle/>
          <a:p>
            <a:pPr defTabSz="914400"/>
            <a:fld id="{A7E14F4A-AFC2-4561-ABA6-CE2C50D3EED6}" type="slidenum">
              <a:rPr lang="de-DE" noProof="0" smtClean="0"/>
            </a:fld>
            <a:endParaRPr lang="de-DE" noProof="0"/>
          </a:p>
        </p:txBody>
      </p:sp>
      <p:sp>
        <p:nvSpPr>
          <p:cNvPr id="3" name="Fußzeile"/>
          <p:cNvSpPr>
            <a:spLocks noGrp="1"/>
          </p:cNvSpPr>
          <p:nvPr>
            <p:ph type="ftr" sz="quarter" idx="10"/>
          </p:nvPr>
        </p:nvSpPr>
        <p:spPr bwMode="gray"/>
        <p:txBody>
          <a:bodyPr/>
          <a:lstStyle/>
          <a:p>
            <a:r>
              <a:rPr lang="de-DE" noProof="0"/>
              <a:t>Name of the Speaker / Title of the presentation / Date</a:t>
            </a:r>
            <a:endParaRPr lang="de-DE" noProof="0"/>
          </a:p>
        </p:txBody>
      </p:sp>
      <p:sp>
        <p:nvSpPr>
          <p:cNvPr id="8"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17_1 2 text + big pic">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a:t>Please insert the topic of the slide</a:t>
            </a:r>
            <a:endParaRPr lang="de-DE" noProof="0"/>
          </a:p>
        </p:txBody>
      </p:sp>
      <p:sp>
        <p:nvSpPr>
          <p:cNvPr id="19" name="Inhalt"/>
          <p:cNvSpPr>
            <a:spLocks noGrp="1"/>
          </p:cNvSpPr>
          <p:nvPr>
            <p:ph idx="15" hasCustomPrompt="1"/>
          </p:nvPr>
        </p:nvSpPr>
        <p:spPr bwMode="gray">
          <a:xfrm>
            <a:off x="550873" y="1558440"/>
            <a:ext cx="360046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a:t>Click to insert text.</a:t>
            </a:r>
            <a:endParaRPr lang="de-DE" noProof="0"/>
          </a:p>
          <a:p>
            <a:pPr marL="720090" lvl="1" indent="-269875" defTabSz="914400">
              <a:spcAft>
                <a:spcPts val="0"/>
              </a:spcAft>
              <a:buClr>
                <a:schemeClr val="accent2"/>
              </a:buClr>
              <a:buFont typeface="Wingdings" panose="05000000000000000000" pitchFamily="2" charset="2"/>
            </a:pPr>
            <a:r>
              <a:rPr lang="de-DE" noProof="0"/>
              <a:t>Second level</a:t>
            </a:r>
            <a:endParaRPr lang="de-DE" noProof="0"/>
          </a:p>
          <a:p>
            <a:pPr marL="1080135" lvl="2" indent="-269875" defTabSz="914400">
              <a:spcAft>
                <a:spcPts val="0"/>
              </a:spcAft>
              <a:buClr>
                <a:schemeClr val="accent2"/>
              </a:buClr>
              <a:buFont typeface="Wingdings" panose="05000000000000000000" pitchFamily="2" charset="2"/>
            </a:pPr>
            <a:r>
              <a:rPr lang="de-DE" noProof="0"/>
              <a:t>Third level</a:t>
            </a:r>
            <a:endParaRPr lang="de-DE" noProof="0"/>
          </a:p>
          <a:p>
            <a:pPr marL="1440180" lvl="3" indent="-269875" defTabSz="914400">
              <a:spcAft>
                <a:spcPts val="0"/>
              </a:spcAft>
              <a:buClr>
                <a:schemeClr val="accent2"/>
              </a:buClr>
              <a:buFont typeface="Wingdings" panose="05000000000000000000" pitchFamily="2" charset="2"/>
            </a:pPr>
            <a:r>
              <a:rPr lang="de-DE" noProof="0"/>
              <a:t>Fourth level</a:t>
            </a:r>
            <a:endParaRPr lang="de-DE" noProof="0"/>
          </a:p>
          <a:p>
            <a:pPr marL="1800225" lvl="4" indent="-269875" defTabSz="914400">
              <a:spcAft>
                <a:spcPts val="0"/>
              </a:spcAft>
              <a:buClr>
                <a:schemeClr val="accent2"/>
              </a:buClr>
              <a:buFont typeface="Wingdings" panose="05000000000000000000" pitchFamily="2" charset="2"/>
            </a:pPr>
            <a:r>
              <a:rPr lang="de-DE" noProof="0"/>
              <a:t>Fifth level</a:t>
            </a:r>
            <a:endParaRPr lang="de-DE" noProof="0"/>
          </a:p>
          <a:p>
            <a:pPr marL="2160270" lvl="5" indent="-269875" defTabSz="914400">
              <a:lnSpc>
                <a:spcPct val="100000"/>
              </a:lnSpc>
              <a:spcAft>
                <a:spcPts val="0"/>
              </a:spcAft>
              <a:buClr>
                <a:schemeClr val="accent2"/>
              </a:buClr>
              <a:buFont typeface="Wingdings" panose="05000000000000000000" pitchFamily="2" charset="2"/>
            </a:pPr>
            <a:r>
              <a:rPr lang="de-DE" noProof="0"/>
              <a:t>Sixth level</a:t>
            </a:r>
            <a:endParaRPr lang="de-DE" noProof="0"/>
          </a:p>
          <a:p>
            <a:pPr marL="2520315" lvl="6" indent="-269875" defTabSz="914400">
              <a:lnSpc>
                <a:spcPct val="100000"/>
              </a:lnSpc>
              <a:spcAft>
                <a:spcPts val="0"/>
              </a:spcAft>
              <a:buClr>
                <a:schemeClr val="accent2"/>
              </a:buClr>
              <a:buFont typeface="Wingdings" panose="05000000000000000000" pitchFamily="2" charset="2"/>
            </a:pPr>
            <a:r>
              <a:rPr lang="de-DE" noProof="0"/>
              <a:t>Seventh level</a:t>
            </a:r>
            <a:endParaRPr lang="de-DE" noProof="0"/>
          </a:p>
        </p:txBody>
      </p:sp>
      <p:sp>
        <p:nvSpPr>
          <p:cNvPr id="9" name="Bild"/>
          <p:cNvSpPr>
            <a:spLocks noGrp="1" noChangeAspect="1"/>
          </p:cNvSpPr>
          <p:nvPr>
            <p:ph type="pic" sz="quarter" idx="12" hasCustomPrompt="1"/>
          </p:nvPr>
        </p:nvSpPr>
        <p:spPr bwMode="gray">
          <a:xfrm>
            <a:off x="4295359"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Please insert a picture.</a:t>
            </a:r>
            <a:endParaRPr lang="de-DE" noProof="0"/>
          </a:p>
        </p:txBody>
      </p:sp>
      <p:sp>
        <p:nvSpPr>
          <p:cNvPr id="6" name="Foliennummer"/>
          <p:cNvSpPr>
            <a:spLocks noGrp="1"/>
          </p:cNvSpPr>
          <p:nvPr>
            <p:ph type="sldNum" sz="quarter" idx="17"/>
          </p:nvPr>
        </p:nvSpPr>
        <p:spPr bwMode="gray"/>
        <p:txBody>
          <a:bodyPr/>
          <a:lstStyle/>
          <a:p>
            <a:pPr defTabSz="914400"/>
            <a:fld id="{A7E14F4A-AFC2-4561-ABA6-CE2C50D3EED6}" type="slidenum">
              <a:rPr lang="de-DE" noProof="0" smtClean="0"/>
            </a:fld>
            <a:endParaRPr lang="de-DE" noProof="0"/>
          </a:p>
        </p:txBody>
      </p:sp>
      <p:sp>
        <p:nvSpPr>
          <p:cNvPr id="3" name="Fußzeile"/>
          <p:cNvSpPr>
            <a:spLocks noGrp="1"/>
          </p:cNvSpPr>
          <p:nvPr>
            <p:ph type="ftr" sz="quarter" idx="10"/>
          </p:nvPr>
        </p:nvSpPr>
        <p:spPr bwMode="gray"/>
        <p:txBody>
          <a:bodyPr/>
          <a:lstStyle/>
          <a:p>
            <a:r>
              <a:rPr lang="de-DE" noProof="0"/>
              <a:t>Name of the Speaker / Title of the presentation / Date</a:t>
            </a:r>
            <a:endParaRPr lang="de-DE" noProof="0"/>
          </a:p>
        </p:txBody>
      </p:sp>
      <p:sp>
        <p:nvSpPr>
          <p:cNvPr id="8"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17_1 1 text + pic">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a:t>Please insert the topic of the slide</a:t>
            </a:r>
            <a:endParaRPr lang="de-DE" noProof="0"/>
          </a:p>
        </p:txBody>
      </p:sp>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a:t>Click to insert text.</a:t>
            </a:r>
            <a:endParaRPr lang="de-DE" noProof="0"/>
          </a:p>
          <a:p>
            <a:pPr marL="720090" lvl="1" indent="-269875" defTabSz="914400">
              <a:spcAft>
                <a:spcPts val="0"/>
              </a:spcAft>
              <a:buClr>
                <a:schemeClr val="accent2"/>
              </a:buClr>
              <a:buFont typeface="Wingdings" panose="05000000000000000000" pitchFamily="2" charset="2"/>
            </a:pPr>
            <a:r>
              <a:rPr lang="de-DE" noProof="0"/>
              <a:t>Second level</a:t>
            </a:r>
            <a:endParaRPr lang="de-DE" noProof="0"/>
          </a:p>
          <a:p>
            <a:pPr marL="1080135" lvl="2" indent="-269875" defTabSz="914400">
              <a:spcAft>
                <a:spcPts val="0"/>
              </a:spcAft>
              <a:buClr>
                <a:schemeClr val="accent2"/>
              </a:buClr>
              <a:buFont typeface="Wingdings" panose="05000000000000000000" pitchFamily="2" charset="2"/>
            </a:pPr>
            <a:r>
              <a:rPr lang="de-DE" noProof="0"/>
              <a:t>Third level</a:t>
            </a:r>
            <a:endParaRPr lang="de-DE" noProof="0"/>
          </a:p>
          <a:p>
            <a:pPr marL="1440180" lvl="3" indent="-269875" defTabSz="914400">
              <a:spcAft>
                <a:spcPts val="0"/>
              </a:spcAft>
              <a:buClr>
                <a:schemeClr val="accent2"/>
              </a:buClr>
              <a:buFont typeface="Wingdings" panose="05000000000000000000" pitchFamily="2" charset="2"/>
            </a:pPr>
            <a:r>
              <a:rPr lang="de-DE" noProof="0"/>
              <a:t>Fourth level</a:t>
            </a:r>
            <a:endParaRPr lang="de-DE" noProof="0"/>
          </a:p>
          <a:p>
            <a:pPr marL="1800225" lvl="4" indent="-269875" defTabSz="914400">
              <a:spcAft>
                <a:spcPts val="0"/>
              </a:spcAft>
              <a:buClr>
                <a:schemeClr val="accent2"/>
              </a:buClr>
              <a:buFont typeface="Wingdings" panose="05000000000000000000" pitchFamily="2" charset="2"/>
            </a:pPr>
            <a:r>
              <a:rPr lang="de-DE" noProof="0"/>
              <a:t>Fifth level</a:t>
            </a:r>
            <a:endParaRPr lang="de-DE" noProof="0"/>
          </a:p>
          <a:p>
            <a:pPr marL="2160270" lvl="5" indent="-269875" defTabSz="914400">
              <a:lnSpc>
                <a:spcPct val="100000"/>
              </a:lnSpc>
              <a:spcAft>
                <a:spcPts val="0"/>
              </a:spcAft>
              <a:buClr>
                <a:schemeClr val="accent2"/>
              </a:buClr>
              <a:buFont typeface="Wingdings" panose="05000000000000000000" pitchFamily="2" charset="2"/>
            </a:pPr>
            <a:r>
              <a:rPr lang="de-DE" noProof="0"/>
              <a:t>Sixth level</a:t>
            </a:r>
            <a:endParaRPr lang="de-DE" noProof="0"/>
          </a:p>
          <a:p>
            <a:pPr marL="2520315" lvl="6" indent="-269875" defTabSz="914400">
              <a:lnSpc>
                <a:spcPct val="100000"/>
              </a:lnSpc>
              <a:spcAft>
                <a:spcPts val="0"/>
              </a:spcAft>
              <a:buClr>
                <a:schemeClr val="accent2"/>
              </a:buClr>
              <a:buFont typeface="Wingdings" panose="05000000000000000000" pitchFamily="2" charset="2"/>
            </a:pPr>
            <a:r>
              <a:rPr lang="de-DE" noProof="0"/>
              <a:t>Seventh level</a:t>
            </a:r>
            <a:endParaRPr lang="de-DE" noProof="0"/>
          </a:p>
        </p:txBody>
      </p:sp>
      <p:sp>
        <p:nvSpPr>
          <p:cNvPr id="11" name="Bild"/>
          <p:cNvSpPr>
            <a:spLocks noGrp="1" noChangeAspect="1"/>
          </p:cNvSpPr>
          <p:nvPr>
            <p:ph type="pic" sz="quarter" idx="12" hasCustomPrompt="1"/>
          </p:nvPr>
        </p:nvSpPr>
        <p:spPr bwMode="gray">
          <a:xfrm>
            <a:off x="6200717" y="1558440"/>
            <a:ext cx="5439600"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a:t>Please insert a picture.</a:t>
            </a:r>
            <a:endParaRPr lang="de-DE" noProof="0"/>
          </a:p>
        </p:txBody>
      </p:sp>
      <p:sp>
        <p:nvSpPr>
          <p:cNvPr id="6" name="Foliennummer"/>
          <p:cNvSpPr>
            <a:spLocks noGrp="1"/>
          </p:cNvSpPr>
          <p:nvPr>
            <p:ph type="sldNum" sz="quarter" idx="17"/>
          </p:nvPr>
        </p:nvSpPr>
        <p:spPr bwMode="gray"/>
        <p:txBody>
          <a:bodyPr/>
          <a:lstStyle/>
          <a:p>
            <a:pPr defTabSz="914400"/>
            <a:fld id="{A7E14F4A-AFC2-4561-ABA6-CE2C50D3EED6}" type="slidenum">
              <a:rPr lang="de-DE" noProof="0" smtClean="0"/>
            </a:fld>
            <a:endParaRPr lang="de-DE" noProof="0"/>
          </a:p>
        </p:txBody>
      </p:sp>
      <p:sp>
        <p:nvSpPr>
          <p:cNvPr id="3" name="Fußzeile"/>
          <p:cNvSpPr>
            <a:spLocks noGrp="1"/>
          </p:cNvSpPr>
          <p:nvPr>
            <p:ph type="ftr" sz="quarter" idx="10"/>
          </p:nvPr>
        </p:nvSpPr>
        <p:spPr bwMode="gray"/>
        <p:txBody>
          <a:bodyPr/>
          <a:lstStyle/>
          <a:p>
            <a:r>
              <a:rPr lang="de-DE" noProof="0"/>
              <a:t>Name of the Speaker / Title of the presentation / Date</a:t>
            </a:r>
            <a:endParaRPr lang="de-DE" noProof="0"/>
          </a:p>
        </p:txBody>
      </p:sp>
      <p:sp>
        <p:nvSpPr>
          <p:cNvPr id="8"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17_1 1 text + text">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a:xfrm>
            <a:off x="550873" y="906992"/>
            <a:ext cx="11089444" cy="647849"/>
          </a:xfrm>
        </p:spPr>
        <p:txBody>
          <a:bodyPr/>
          <a:lstStyle>
            <a:lvl1pPr>
              <a:defRPr>
                <a:latin typeface="+mj-lt"/>
              </a:defRPr>
            </a:lvl1pPr>
          </a:lstStyle>
          <a:p>
            <a:r>
              <a:rPr lang="de-DE" noProof="0"/>
              <a:t>Please insert the topic of the slide</a:t>
            </a:r>
            <a:endParaRPr lang="de-DE" noProof="0"/>
          </a:p>
        </p:txBody>
      </p:sp>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a:t>Click to insert text.</a:t>
            </a:r>
            <a:endParaRPr lang="de-DE" noProof="0"/>
          </a:p>
          <a:p>
            <a:pPr marL="720090" lvl="1" indent="-269875" defTabSz="914400">
              <a:spcAft>
                <a:spcPts val="0"/>
              </a:spcAft>
              <a:buClr>
                <a:schemeClr val="accent2"/>
              </a:buClr>
              <a:buFont typeface="Wingdings" panose="05000000000000000000" pitchFamily="2" charset="2"/>
            </a:pPr>
            <a:r>
              <a:rPr lang="de-DE" noProof="0"/>
              <a:t>Second level</a:t>
            </a:r>
            <a:endParaRPr lang="de-DE" noProof="0"/>
          </a:p>
          <a:p>
            <a:pPr marL="1080135" lvl="2" indent="-269875" defTabSz="914400">
              <a:spcAft>
                <a:spcPts val="0"/>
              </a:spcAft>
              <a:buClr>
                <a:schemeClr val="accent2"/>
              </a:buClr>
              <a:buFont typeface="Wingdings" panose="05000000000000000000" pitchFamily="2" charset="2"/>
            </a:pPr>
            <a:r>
              <a:rPr lang="de-DE" noProof="0"/>
              <a:t>Third level</a:t>
            </a:r>
            <a:endParaRPr lang="de-DE" noProof="0"/>
          </a:p>
          <a:p>
            <a:pPr marL="1440180" lvl="3" indent="-269875" defTabSz="914400">
              <a:spcAft>
                <a:spcPts val="0"/>
              </a:spcAft>
              <a:buClr>
                <a:schemeClr val="accent2"/>
              </a:buClr>
              <a:buFont typeface="Wingdings" panose="05000000000000000000" pitchFamily="2" charset="2"/>
            </a:pPr>
            <a:r>
              <a:rPr lang="de-DE" noProof="0"/>
              <a:t>Fourth level</a:t>
            </a:r>
            <a:endParaRPr lang="de-DE" noProof="0"/>
          </a:p>
          <a:p>
            <a:pPr marL="1800225" lvl="4" indent="-269875" defTabSz="914400">
              <a:spcAft>
                <a:spcPts val="0"/>
              </a:spcAft>
              <a:buClr>
                <a:schemeClr val="accent2"/>
              </a:buClr>
              <a:buFont typeface="Wingdings" panose="05000000000000000000" pitchFamily="2" charset="2"/>
            </a:pPr>
            <a:r>
              <a:rPr lang="de-DE" noProof="0"/>
              <a:t>Fifth level</a:t>
            </a:r>
            <a:endParaRPr lang="de-DE" noProof="0"/>
          </a:p>
          <a:p>
            <a:pPr marL="2160270" lvl="5" indent="-269875" defTabSz="914400">
              <a:lnSpc>
                <a:spcPct val="100000"/>
              </a:lnSpc>
              <a:spcAft>
                <a:spcPts val="0"/>
              </a:spcAft>
              <a:buClr>
                <a:schemeClr val="accent2"/>
              </a:buClr>
              <a:buFont typeface="Wingdings" panose="05000000000000000000" pitchFamily="2" charset="2"/>
            </a:pPr>
            <a:r>
              <a:rPr lang="de-DE" noProof="0"/>
              <a:t>Sixth level</a:t>
            </a:r>
            <a:endParaRPr lang="de-DE" noProof="0"/>
          </a:p>
          <a:p>
            <a:pPr marL="2520315" lvl="6" indent="-269875" defTabSz="914400">
              <a:lnSpc>
                <a:spcPct val="100000"/>
              </a:lnSpc>
              <a:spcAft>
                <a:spcPts val="0"/>
              </a:spcAft>
              <a:buClr>
                <a:schemeClr val="accent2"/>
              </a:buClr>
              <a:buFont typeface="Wingdings" panose="05000000000000000000" pitchFamily="2" charset="2"/>
            </a:pPr>
            <a:r>
              <a:rPr lang="de-DE" noProof="0"/>
              <a:t>Seventh level</a:t>
            </a:r>
            <a:endParaRPr lang="de-DE" noProof="0"/>
          </a:p>
        </p:txBody>
      </p:sp>
      <p:sp>
        <p:nvSpPr>
          <p:cNvPr id="6" name="Foliennummer"/>
          <p:cNvSpPr>
            <a:spLocks noGrp="1"/>
          </p:cNvSpPr>
          <p:nvPr>
            <p:ph type="sldNum" sz="quarter" idx="17"/>
          </p:nvPr>
        </p:nvSpPr>
        <p:spPr bwMode="gray"/>
        <p:txBody>
          <a:bodyPr/>
          <a:lstStyle/>
          <a:p>
            <a:pPr defTabSz="914400"/>
            <a:fld id="{A7E14F4A-AFC2-4561-ABA6-CE2C50D3EED6}" type="slidenum">
              <a:rPr lang="de-DE" noProof="0" smtClean="0"/>
            </a:fld>
            <a:endParaRPr lang="de-DE" noProof="0"/>
          </a:p>
        </p:txBody>
      </p:sp>
      <p:sp>
        <p:nvSpPr>
          <p:cNvPr id="3" name="Fußzeile"/>
          <p:cNvSpPr>
            <a:spLocks noGrp="1"/>
          </p:cNvSpPr>
          <p:nvPr>
            <p:ph type="ftr" sz="quarter" idx="10"/>
          </p:nvPr>
        </p:nvSpPr>
        <p:spPr bwMode="gray"/>
        <p:txBody>
          <a:bodyPr/>
          <a:lstStyle/>
          <a:p>
            <a:r>
              <a:rPr lang="de-DE" noProof="0"/>
              <a:t>Name of the Speaker / Title of the presentation / Date</a:t>
            </a:r>
            <a:endParaRPr lang="de-DE" noProof="0"/>
          </a:p>
        </p:txBody>
      </p:sp>
      <p:sp>
        <p:nvSpPr>
          <p:cNvPr id="8"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
        <p:nvSpPr>
          <p:cNvPr id="9" name="Inhalt"/>
          <p:cNvSpPr>
            <a:spLocks noGrp="1"/>
          </p:cNvSpPr>
          <p:nvPr>
            <p:ph idx="19" hasCustomPrompt="1"/>
          </p:nvPr>
        </p:nvSpPr>
        <p:spPr bwMode="gray">
          <a:xfrm>
            <a:off x="6201089"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a:t>Click to insert text.</a:t>
            </a:r>
            <a:endParaRPr lang="de-DE" noProof="0"/>
          </a:p>
          <a:p>
            <a:pPr marL="720090" lvl="1" indent="-269875" defTabSz="914400">
              <a:spcAft>
                <a:spcPts val="0"/>
              </a:spcAft>
              <a:buClr>
                <a:schemeClr val="accent2"/>
              </a:buClr>
              <a:buFont typeface="Wingdings" panose="05000000000000000000" pitchFamily="2" charset="2"/>
            </a:pPr>
            <a:r>
              <a:rPr lang="de-DE" noProof="0"/>
              <a:t>Second level</a:t>
            </a:r>
            <a:endParaRPr lang="de-DE" noProof="0"/>
          </a:p>
          <a:p>
            <a:pPr marL="1080135" lvl="2" indent="-269875" defTabSz="914400">
              <a:spcAft>
                <a:spcPts val="0"/>
              </a:spcAft>
              <a:buClr>
                <a:schemeClr val="accent2"/>
              </a:buClr>
              <a:buFont typeface="Wingdings" panose="05000000000000000000" pitchFamily="2" charset="2"/>
            </a:pPr>
            <a:r>
              <a:rPr lang="de-DE" noProof="0"/>
              <a:t>Third level</a:t>
            </a:r>
            <a:endParaRPr lang="de-DE" noProof="0"/>
          </a:p>
          <a:p>
            <a:pPr marL="1440180" lvl="3" indent="-269875" defTabSz="914400">
              <a:spcAft>
                <a:spcPts val="0"/>
              </a:spcAft>
              <a:buClr>
                <a:schemeClr val="accent2"/>
              </a:buClr>
              <a:buFont typeface="Wingdings" panose="05000000000000000000" pitchFamily="2" charset="2"/>
            </a:pPr>
            <a:r>
              <a:rPr lang="de-DE" noProof="0"/>
              <a:t>Fourth level</a:t>
            </a:r>
            <a:endParaRPr lang="de-DE" noProof="0"/>
          </a:p>
          <a:p>
            <a:pPr marL="1800225" lvl="4" indent="-269875" defTabSz="914400">
              <a:spcAft>
                <a:spcPts val="0"/>
              </a:spcAft>
              <a:buClr>
                <a:schemeClr val="accent2"/>
              </a:buClr>
              <a:buFont typeface="Wingdings" panose="05000000000000000000" pitchFamily="2" charset="2"/>
            </a:pPr>
            <a:r>
              <a:rPr lang="de-DE" noProof="0"/>
              <a:t>Fifth level</a:t>
            </a:r>
            <a:endParaRPr lang="de-DE" noProof="0"/>
          </a:p>
          <a:p>
            <a:pPr marL="2160270" lvl="5" indent="-269875" defTabSz="914400">
              <a:lnSpc>
                <a:spcPct val="100000"/>
              </a:lnSpc>
              <a:spcAft>
                <a:spcPts val="0"/>
              </a:spcAft>
              <a:buClr>
                <a:schemeClr val="accent2"/>
              </a:buClr>
              <a:buFont typeface="Wingdings" panose="05000000000000000000" pitchFamily="2" charset="2"/>
            </a:pPr>
            <a:r>
              <a:rPr lang="de-DE" noProof="0"/>
              <a:t>Sixth level</a:t>
            </a:r>
            <a:endParaRPr lang="de-DE" noProof="0"/>
          </a:p>
          <a:p>
            <a:pPr marL="2520315" lvl="6" indent="-269875" defTabSz="914400">
              <a:lnSpc>
                <a:spcPct val="100000"/>
              </a:lnSpc>
              <a:spcAft>
                <a:spcPts val="0"/>
              </a:spcAft>
              <a:buClr>
                <a:schemeClr val="accent2"/>
              </a:buClr>
              <a:buFont typeface="Wingdings" panose="05000000000000000000" pitchFamily="2" charset="2"/>
            </a:pPr>
            <a:r>
              <a:rPr lang="de-DE" noProof="0"/>
              <a:t>Seventh level</a:t>
            </a:r>
            <a:endParaRPr lang="de-DE"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17 Video">
    <p:spTree>
      <p:nvGrpSpPr>
        <p:cNvPr id="1" name=""/>
        <p:cNvGrpSpPr/>
        <p:nvPr/>
      </p:nvGrpSpPr>
      <p:grpSpPr>
        <a:xfrm>
          <a:off x="0" y="0"/>
          <a:ext cx="0" cy="0"/>
          <a:chOff x="0" y="0"/>
          <a:chExt cx="0" cy="0"/>
        </a:xfrm>
      </p:grpSpPr>
      <p:sp>
        <p:nvSpPr>
          <p:cNvPr id="3" name="Medien"/>
          <p:cNvSpPr>
            <a:spLocks noGrp="1" noChangeAspect="1"/>
          </p:cNvSpPr>
          <p:nvPr>
            <p:ph type="media" sz="quarter" idx="11" hasCustomPrompt="1"/>
          </p:nvPr>
        </p:nvSpPr>
        <p:spPr bwMode="gray">
          <a:xfrm>
            <a:off x="0" y="0"/>
            <a:ext cx="12192000" cy="6858000"/>
          </a:xfrm>
          <a:solidFill>
            <a:schemeClr val="bg1">
              <a:lumMod val="95000"/>
            </a:schemeClr>
          </a:solidFill>
        </p:spPr>
        <p:txBody>
          <a:bodyPr lIns="252000" tIns="252000" rIns="252000" bIns="252000" anchor="ctr" anchorCtr="0"/>
          <a:lstStyle>
            <a:lvl1pPr marL="0" indent="0" algn="ctr">
              <a:buNone/>
              <a:defRPr/>
            </a:lvl1pPr>
          </a:lstStyle>
          <a:p>
            <a:r>
              <a:rPr lang="de-DE" noProof="0"/>
              <a:t>Add MediaClip by clicking on symbol.</a:t>
            </a:r>
            <a:endParaRPr lang="de-DE" noProof="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17 table and diagramm only">
    <p:spTree>
      <p:nvGrpSpPr>
        <p:cNvPr id="1" name=""/>
        <p:cNvGrpSpPr/>
        <p:nvPr/>
      </p:nvGrpSpPr>
      <p:grpSpPr>
        <a:xfrm>
          <a:off x="0" y="0"/>
          <a:ext cx="0" cy="0"/>
          <a:chOff x="0" y="0"/>
          <a:chExt cx="0" cy="0"/>
        </a:xfrm>
      </p:grpSpPr>
      <p:sp>
        <p:nvSpPr>
          <p:cNvPr id="8" name="Text"/>
          <p:cNvSpPr>
            <a:spLocks noGrp="1"/>
          </p:cNvSpPr>
          <p:nvPr>
            <p:ph type="body" sz="quarter" idx="15" hasCustomPrompt="1"/>
          </p:nvPr>
        </p:nvSpPr>
        <p:spPr bwMode="gray">
          <a:xfrm>
            <a:off x="551280" y="467067"/>
            <a:ext cx="11089444" cy="431900"/>
          </a:xfrm>
          <a:noFill/>
        </p:spPr>
        <p:txBody>
          <a:bodyPr tIns="0" bIns="0" anchor="ctr" anchorCtr="0"/>
          <a:lstStyle>
            <a:lvl1pPr marL="0" indent="0">
              <a:buFontTx/>
              <a:buNone/>
              <a:defRPr/>
            </a:lvl1pPr>
          </a:lstStyle>
          <a:p>
            <a:pPr lvl="0"/>
            <a:r>
              <a:rPr lang="de-DE" noProof="0"/>
              <a:t>Please insert the name of the chapter</a:t>
            </a:r>
            <a:endParaRPr lang="de-DE" noProof="0"/>
          </a:p>
        </p:txBody>
      </p:sp>
      <p:sp>
        <p:nvSpPr>
          <p:cNvPr id="2" name="Titel"/>
          <p:cNvSpPr>
            <a:spLocks noGrp="1"/>
          </p:cNvSpPr>
          <p:nvPr>
            <p:ph type="title" hasCustomPrompt="1"/>
          </p:nvPr>
        </p:nvSpPr>
        <p:spPr bwMode="gray"/>
        <p:txBody>
          <a:bodyPr/>
          <a:lstStyle>
            <a:lvl1pPr>
              <a:defRPr>
                <a:latin typeface="+mj-lt"/>
              </a:defRPr>
            </a:lvl1pPr>
          </a:lstStyle>
          <a:p>
            <a:r>
              <a:rPr lang="de-DE" noProof="0"/>
              <a:t>Please insert the topic of the slide</a:t>
            </a:r>
            <a:endParaRPr lang="de-DE" noProof="0"/>
          </a:p>
        </p:txBody>
      </p:sp>
      <p:sp>
        <p:nvSpPr>
          <p:cNvPr id="7" name="Inhalt"/>
          <p:cNvSpPr>
            <a:spLocks noGrp="1"/>
          </p:cNvSpPr>
          <p:nvPr>
            <p:ph idx="17" hasCustomPrompt="1"/>
          </p:nvPr>
        </p:nvSpPr>
        <p:spPr bwMode="gray">
          <a:xfrm>
            <a:off x="550873" y="1558440"/>
            <a:ext cx="11089444" cy="4247016"/>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a:t>Click to insert diagram, smartart or table.</a:t>
            </a:r>
            <a:endParaRPr lang="de-DE" noProof="0"/>
          </a:p>
        </p:txBody>
      </p:sp>
      <p:sp>
        <p:nvSpPr>
          <p:cNvPr id="5" name="Foliennummer"/>
          <p:cNvSpPr>
            <a:spLocks noGrp="1"/>
          </p:cNvSpPr>
          <p:nvPr>
            <p:ph type="sldNum" sz="quarter" idx="16"/>
          </p:nvPr>
        </p:nvSpPr>
        <p:spPr bwMode="gray"/>
        <p:txBody>
          <a:bodyPr/>
          <a:lstStyle/>
          <a:p>
            <a:pPr defTabSz="914400"/>
            <a:fld id="{A7E14F4A-AFC2-4561-ABA6-CE2C50D3EED6}" type="slidenum">
              <a:rPr lang="de-DE" noProof="0" smtClean="0"/>
            </a:fld>
            <a:endParaRPr lang="de-DE" noProof="0"/>
          </a:p>
        </p:txBody>
      </p:sp>
      <p:sp>
        <p:nvSpPr>
          <p:cNvPr id="3" name="Fußzeile"/>
          <p:cNvSpPr>
            <a:spLocks noGrp="1"/>
          </p:cNvSpPr>
          <p:nvPr>
            <p:ph type="ftr" sz="quarter" idx="10"/>
          </p:nvPr>
        </p:nvSpPr>
        <p:spPr bwMode="gray"/>
        <p:txBody>
          <a:bodyPr/>
          <a:lstStyle/>
          <a:p>
            <a:r>
              <a:rPr lang="de-DE" noProof="0"/>
              <a:t>Name of the Speaker / Title of the presentation / Date</a:t>
            </a:r>
            <a:endParaRPr lang="de-DE" noProof="0"/>
          </a:p>
        </p:txBody>
      </p:sp>
      <p:sp>
        <p:nvSpPr>
          <p:cNvPr id="9" name="Textplatzhalter 4"/>
          <p:cNvSpPr>
            <a:spLocks noGrp="1"/>
          </p:cNvSpPr>
          <p:nvPr>
            <p:ph type="body" sz="quarter" idx="18" hasCustomPrompt="1"/>
          </p:nvPr>
        </p:nvSpPr>
        <p:spPr>
          <a:xfrm>
            <a:off x="4288535" y="6091238"/>
            <a:ext cx="3600000" cy="360362"/>
          </a:xfrm>
        </p:spPr>
        <p:txBody>
          <a:bodyPr anchor="ctr"/>
          <a:lstStyle>
            <a:lvl1pPr marL="0" indent="0" algn="ctr">
              <a:buNone/>
              <a:defRPr sz="1000">
                <a:solidFill>
                  <a:schemeClr val="accent6"/>
                </a:solidFill>
                <a:latin typeface="+mn-lt"/>
              </a:defRPr>
            </a:lvl1pPr>
            <a:lvl2pPr marL="450215" indent="0" algn="ctr">
              <a:buNone/>
              <a:defRPr sz="1000">
                <a:solidFill>
                  <a:schemeClr val="accent6"/>
                </a:solidFill>
                <a:latin typeface="+mn-lt"/>
              </a:defRPr>
            </a:lvl2pPr>
            <a:lvl3pPr marL="810260" indent="0" algn="ctr">
              <a:buNone/>
              <a:defRPr sz="1000">
                <a:solidFill>
                  <a:schemeClr val="accent6"/>
                </a:solidFill>
                <a:latin typeface="+mn-lt"/>
              </a:defRPr>
            </a:lvl3pPr>
            <a:lvl4pPr marL="1170305" indent="0" algn="ctr">
              <a:buNone/>
              <a:defRPr sz="1000">
                <a:solidFill>
                  <a:schemeClr val="accent6"/>
                </a:solidFill>
                <a:latin typeface="+mn-lt"/>
              </a:defRPr>
            </a:lvl4pPr>
            <a:lvl5pPr marL="1530350" indent="0" algn="ctr">
              <a:buNone/>
              <a:defRPr sz="1000">
                <a:solidFill>
                  <a:schemeClr val="accent6"/>
                </a:solidFill>
                <a:latin typeface="+mn-lt"/>
              </a:defRPr>
            </a:lvl5pPr>
          </a:lstStyle>
          <a:p>
            <a:pPr algn="ctr"/>
            <a:r>
              <a:rPr lang="de-DE" sz="1000" dirty="0">
                <a:solidFill>
                  <a:schemeClr val="accent6"/>
                </a:solidFill>
              </a:rPr>
              <a:t>Hier die Vertraulichkeitskennzeichnung eintragen </a:t>
            </a:r>
            <a:endParaRPr lang="de-DE" sz="1000" dirty="0">
              <a:solidFill>
                <a:schemeClr val="accent6"/>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17 start Welcome">
    <p:spTree>
      <p:nvGrpSpPr>
        <p:cNvPr id="1" name=""/>
        <p:cNvGrpSpPr/>
        <p:nvPr/>
      </p:nvGrpSpPr>
      <p:grpSpPr>
        <a:xfrm>
          <a:off x="0" y="0"/>
          <a:ext cx="0" cy="0"/>
          <a:chOff x="0" y="0"/>
          <a:chExt cx="0" cy="0"/>
        </a:xfrm>
      </p:grpSpPr>
      <p:pic>
        <p:nvPicPr>
          <p:cNvPr id="9" name="Bild 1"/>
          <p:cNvPicPr>
            <a:picLocks noChangeAspect="1"/>
          </p:cNvPicPr>
          <p:nvPr userDrawn="1"/>
        </p:nvPicPr>
        <p:blipFill rotWithShape="1">
          <a:blip r:embed="rId2" cstate="print">
            <a:extLst>
              <a:ext uri="{28A0092B-C50C-407E-A947-70E740481C1C}">
                <a14:useLocalDpi xmlns:a14="http://schemas.microsoft.com/office/drawing/2010/main" val="0"/>
              </a:ext>
            </a:extLst>
          </a:blip>
          <a:srcRect l="13" t="1662" r="-13" b="1639"/>
          <a:stretch>
            <a:fillRect/>
          </a:stretch>
        </p:blipFill>
        <p:spPr bwMode="gray">
          <a:xfrm>
            <a:off x="0" y="0"/>
            <a:ext cx="6096001" cy="6858000"/>
          </a:xfrm>
          <a:prstGeom prst="rect">
            <a:avLst/>
          </a:prstGeom>
        </p:spPr>
      </p:pic>
      <p:pic>
        <p:nvPicPr>
          <p:cNvPr id="11" name="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8430590" y="6118583"/>
            <a:ext cx="3761411" cy="438774"/>
          </a:xfrm>
          <a:prstGeom prst="rect">
            <a:avLst/>
          </a:prstGeom>
        </p:spPr>
      </p:pic>
      <p:sp>
        <p:nvSpPr>
          <p:cNvPr id="6" name="Text"/>
          <p:cNvSpPr>
            <a:spLocks noGrp="1"/>
          </p:cNvSpPr>
          <p:nvPr>
            <p:ph type="body" sz="quarter" idx="13" hasCustomPrompt="1"/>
          </p:nvPr>
        </p:nvSpPr>
        <p:spPr bwMode="gray">
          <a:xfrm>
            <a:off x="0" y="6108262"/>
            <a:ext cx="6096001" cy="355518"/>
          </a:xfrm>
          <a:gradFill flip="none" rotWithShape="1">
            <a:gsLst>
              <a:gs pos="14000">
                <a:schemeClr val="bg1">
                  <a:alpha val="0"/>
                </a:schemeClr>
              </a:gs>
              <a:gs pos="35000">
                <a:schemeClr val="bg1">
                  <a:alpha val="92000"/>
                </a:schemeClr>
              </a:gs>
              <a:gs pos="100000">
                <a:schemeClr val="bg1"/>
              </a:gs>
            </a:gsLst>
            <a:lin ang="10800000" scaled="1"/>
            <a:tileRect/>
          </a:gradFill>
        </p:spPr>
        <p:txBody>
          <a:bodyPr lIns="540000" rIns="90000"/>
          <a:lstStyle>
            <a:lvl1pPr marL="0" indent="0">
              <a:buNone/>
              <a:defRPr sz="1200">
                <a:solidFill>
                  <a:schemeClr val="tx1"/>
                </a:solidFill>
              </a:defRPr>
            </a:lvl1pPr>
            <a:lvl5pPr marL="1530350" indent="0">
              <a:buNone/>
              <a:defRPr/>
            </a:lvl5pPr>
          </a:lstStyle>
          <a:p>
            <a:r>
              <a:rPr lang="de-DE" noProof="0" dirty="0"/>
              <a:t>Name </a:t>
            </a:r>
            <a:r>
              <a:rPr lang="de-DE" noProof="0" dirty="0" err="1"/>
              <a:t>of</a:t>
            </a:r>
            <a:r>
              <a:rPr lang="de-DE" noProof="0" dirty="0"/>
              <a:t> </a:t>
            </a:r>
            <a:r>
              <a:rPr lang="de-DE" noProof="0" dirty="0" err="1"/>
              <a:t>the</a:t>
            </a:r>
            <a:r>
              <a:rPr lang="de-DE" noProof="0" dirty="0"/>
              <a:t> Speaker / Division / Date</a:t>
            </a:r>
            <a:endParaRPr lang="de-DE" noProof="0" dirty="0"/>
          </a:p>
        </p:txBody>
      </p:sp>
      <p:pic>
        <p:nvPicPr>
          <p:cNvPr id="7" name="Bild 2"/>
          <p:cNvPicPr preferRelativeResize="0">
            <a:picLocks noChangeAspect="1" noChangeArrowheads="1"/>
          </p:cNvPicPr>
          <p:nvPr userDrawn="1"/>
        </p:nvPicPr>
        <p:blipFill rotWithShape="1">
          <a:blip r:embed="rId4">
            <a:extLst>
              <a:ext uri="{28A0092B-C50C-407E-A947-70E740481C1C}">
                <a14:useLocalDpi xmlns:a14="http://schemas.microsoft.com/office/drawing/2010/main" val="0"/>
              </a:ext>
            </a:extLst>
          </a:blip>
          <a:srcRect l="4793" t="29665" r="7184" b="30543"/>
          <a:stretch>
            <a:fillRect/>
          </a:stretch>
        </p:blipFill>
        <p:spPr bwMode="gray">
          <a:xfrm>
            <a:off x="6181790" y="1597490"/>
            <a:ext cx="4728505" cy="1259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el"/>
          <p:cNvSpPr>
            <a:spLocks noGrp="1"/>
          </p:cNvSpPr>
          <p:nvPr>
            <p:ph type="title" hasCustomPrompt="1"/>
          </p:nvPr>
        </p:nvSpPr>
        <p:spPr bwMode="gray">
          <a:xfrm>
            <a:off x="6096001" y="2815119"/>
            <a:ext cx="5542790" cy="1234791"/>
          </a:xfrm>
        </p:spPr>
        <p:txBody>
          <a:bodyPr lIns="720000"/>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17 end Thank you">
    <p:spTree>
      <p:nvGrpSpPr>
        <p:cNvPr id="1" name=""/>
        <p:cNvGrpSpPr/>
        <p:nvPr/>
      </p:nvGrpSpPr>
      <p:grpSpPr>
        <a:xfrm>
          <a:off x="0" y="0"/>
          <a:ext cx="0" cy="0"/>
          <a:chOff x="0" y="0"/>
          <a:chExt cx="0" cy="0"/>
        </a:xfrm>
      </p:grpSpPr>
      <p:pic>
        <p:nvPicPr>
          <p:cNvPr id="10" name="Bild 1"/>
          <p:cNvPicPr>
            <a:picLocks noChangeAspect="1"/>
          </p:cNvPicPr>
          <p:nvPr userDrawn="1"/>
        </p:nvPicPr>
        <p:blipFill rotWithShape="1">
          <a:blip r:embed="rId2" cstate="print">
            <a:extLst>
              <a:ext uri="{28A0092B-C50C-407E-A947-70E740481C1C}">
                <a14:useLocalDpi xmlns:a14="http://schemas.microsoft.com/office/drawing/2010/main" val="0"/>
              </a:ext>
            </a:extLst>
          </a:blip>
          <a:srcRect l="13" t="1662" r="-13" b="1639"/>
          <a:stretch>
            <a:fillRect/>
          </a:stretch>
        </p:blipFill>
        <p:spPr bwMode="gray">
          <a:xfrm>
            <a:off x="0" y="0"/>
            <a:ext cx="6096001" cy="6858000"/>
          </a:xfrm>
          <a:prstGeom prst="rect">
            <a:avLst/>
          </a:prstGeom>
        </p:spPr>
      </p:pic>
      <p:pic>
        <p:nvPicPr>
          <p:cNvPr id="7" name="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8430590" y="6118583"/>
            <a:ext cx="3761411" cy="438774"/>
          </a:xfrm>
          <a:prstGeom prst="rect">
            <a:avLst/>
          </a:prstGeom>
        </p:spPr>
      </p:pic>
      <p:sp>
        <p:nvSpPr>
          <p:cNvPr id="9" name="Text"/>
          <p:cNvSpPr>
            <a:spLocks noGrp="1"/>
          </p:cNvSpPr>
          <p:nvPr>
            <p:ph type="body" sz="quarter" idx="13" hasCustomPrompt="1"/>
          </p:nvPr>
        </p:nvSpPr>
        <p:spPr bwMode="gray">
          <a:xfrm>
            <a:off x="0" y="6108262"/>
            <a:ext cx="6096001" cy="355518"/>
          </a:xfrm>
          <a:gradFill flip="none" rotWithShape="1">
            <a:gsLst>
              <a:gs pos="14000">
                <a:schemeClr val="bg1">
                  <a:alpha val="0"/>
                </a:schemeClr>
              </a:gs>
              <a:gs pos="35000">
                <a:schemeClr val="bg1">
                  <a:alpha val="92000"/>
                </a:schemeClr>
              </a:gs>
              <a:gs pos="100000">
                <a:schemeClr val="bg1"/>
              </a:gs>
            </a:gsLst>
            <a:lin ang="10800000" scaled="1"/>
            <a:tileRect/>
          </a:gradFill>
        </p:spPr>
        <p:txBody>
          <a:bodyPr lIns="540000" rIns="90000"/>
          <a:lstStyle>
            <a:lvl1pPr marL="0" indent="0">
              <a:buNone/>
              <a:defRPr sz="1200">
                <a:solidFill>
                  <a:schemeClr val="tx1"/>
                </a:solidFill>
              </a:defRPr>
            </a:lvl1pPr>
            <a:lvl5pPr marL="1530350" indent="0">
              <a:buNone/>
              <a:defRPr/>
            </a:lvl5pPr>
          </a:lstStyle>
          <a:p>
            <a:r>
              <a:rPr lang="de-DE" noProof="0" dirty="0"/>
              <a:t>Name </a:t>
            </a:r>
            <a:r>
              <a:rPr lang="de-DE" noProof="0" dirty="0" err="1"/>
              <a:t>of</a:t>
            </a:r>
            <a:r>
              <a:rPr lang="de-DE" noProof="0" dirty="0"/>
              <a:t> </a:t>
            </a:r>
            <a:r>
              <a:rPr lang="de-DE" noProof="0" dirty="0" err="1"/>
              <a:t>the</a:t>
            </a:r>
            <a:r>
              <a:rPr lang="de-DE" noProof="0" dirty="0"/>
              <a:t> Speaker / Division / Date</a:t>
            </a:r>
            <a:endParaRPr lang="de-DE" noProof="0" dirty="0"/>
          </a:p>
        </p:txBody>
      </p:sp>
      <p:pic>
        <p:nvPicPr>
          <p:cNvPr id="6" name="Bild 2"/>
          <p:cNvPicPr preferRelativeResize="0">
            <a:picLocks noChangeAspect="1" noChangeArrowheads="1"/>
          </p:cNvPicPr>
          <p:nvPr userDrawn="1"/>
        </p:nvPicPr>
        <p:blipFill rotWithShape="1">
          <a:blip r:embed="rId4">
            <a:extLst>
              <a:ext uri="{28A0092B-C50C-407E-A947-70E740481C1C}">
                <a14:useLocalDpi xmlns:a14="http://schemas.microsoft.com/office/drawing/2010/main" val="0"/>
              </a:ext>
            </a:extLst>
          </a:blip>
          <a:srcRect l="2344" t="29096" r="8127" b="30455"/>
          <a:stretch>
            <a:fillRect/>
          </a:stretch>
        </p:blipFill>
        <p:spPr bwMode="gray">
          <a:xfrm>
            <a:off x="6191730" y="1490793"/>
            <a:ext cx="4822630" cy="1331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el"/>
          <p:cNvSpPr>
            <a:spLocks noGrp="1"/>
          </p:cNvSpPr>
          <p:nvPr>
            <p:ph type="title" hasCustomPrompt="1"/>
          </p:nvPr>
        </p:nvSpPr>
        <p:spPr bwMode="gray">
          <a:xfrm>
            <a:off x="6096001" y="2815119"/>
            <a:ext cx="5542790" cy="1234791"/>
          </a:xfrm>
        </p:spPr>
        <p:txBody>
          <a:bodyPr lIns="720000"/>
          <a:lstStyle>
            <a:lvl1pPr>
              <a:defRPr>
                <a:latin typeface="+mj-lt"/>
              </a:defRPr>
            </a:lvl1p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r>
              <a:rPr lang="en-US"/>
              <a:t>Name of the Speaker / Title of the presentation / Date</a:t>
            </a:r>
            <a:endParaRPr lang="de-DE" dirty="0"/>
          </a:p>
        </p:txBody>
      </p:sp>
      <p:sp>
        <p:nvSpPr>
          <p:cNvPr id="4" name="灯片编号占位符 3"/>
          <p:cNvSpPr>
            <a:spLocks noGrp="1"/>
          </p:cNvSpPr>
          <p:nvPr>
            <p:ph type="sldNum" sz="quarter" idx="12"/>
          </p:nvPr>
        </p:nvSpPr>
        <p:spPr/>
        <p:txBody>
          <a:bodyPr/>
          <a:lstStyle/>
          <a:p>
            <a:fld id="{B227C86F-CC2D-492F-A88C-C748186E73FB}" type="slidenum">
              <a:rPr lang="de-DE" smtClean="0"/>
            </a:fld>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1" Type="http://schemas.openxmlformats.org/officeDocument/2006/relationships/theme" Target="../theme/theme1.xml"/><Relationship Id="rId30" Type="http://schemas.openxmlformats.org/officeDocument/2006/relationships/image" Target="../media/image1.png"/><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Vermaßung"/>
          <p:cNvGrpSpPr/>
          <p:nvPr/>
        </p:nvGrpSpPr>
        <p:grpSpPr bwMode="gray">
          <a:xfrm>
            <a:off x="-346040" y="-294847"/>
            <a:ext cx="12340534" cy="7452206"/>
            <a:chOff x="-345996" y="-294916"/>
            <a:chExt cx="12338928" cy="7453932"/>
          </a:xfrm>
        </p:grpSpPr>
        <p:cxnSp>
          <p:nvCxnSpPr>
            <p:cNvPr id="41" name="Vermaßung"/>
            <p:cNvCxnSpPr/>
            <p:nvPr/>
          </p:nvCxnSpPr>
          <p:spPr bwMode="gray">
            <a:xfrm flipV="1">
              <a:off x="428918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2" name="Vermaßung"/>
            <p:cNvCxnSpPr/>
            <p:nvPr/>
          </p:nvCxnSpPr>
          <p:spPr bwMode="gray">
            <a:xfrm flipV="1">
              <a:off x="616370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3" name="Vermaßung"/>
            <p:cNvCxnSpPr/>
            <p:nvPr/>
          </p:nvCxnSpPr>
          <p:spPr bwMode="gray">
            <a:xfrm flipV="1">
              <a:off x="8034409" y="686734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44" name="Vermaßung"/>
            <p:cNvSpPr txBox="1"/>
            <p:nvPr/>
          </p:nvSpPr>
          <p:spPr bwMode="gray">
            <a:xfrm>
              <a:off x="4277023"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5,00</a:t>
              </a:r>
              <a:endParaRPr lang="de-DE" sz="800" kern="0" baseline="0" dirty="0">
                <a:solidFill>
                  <a:schemeClr val="tx2"/>
                </a:solidFill>
                <a:latin typeface="Arial" panose="020B0604020202020204" pitchFamily="34" charset="0"/>
              </a:endParaRPr>
            </a:p>
          </p:txBody>
        </p:sp>
        <p:sp>
          <p:nvSpPr>
            <p:cNvPr id="45" name="Vermaßung"/>
            <p:cNvSpPr txBox="1"/>
            <p:nvPr/>
          </p:nvSpPr>
          <p:spPr bwMode="gray">
            <a:xfrm>
              <a:off x="6145828"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0,20</a:t>
              </a:r>
              <a:endParaRPr lang="de-DE" sz="800" kern="0" baseline="0" dirty="0">
                <a:solidFill>
                  <a:schemeClr val="tx2"/>
                </a:solidFill>
                <a:latin typeface="Arial" panose="020B0604020202020204" pitchFamily="34" charset="0"/>
              </a:endParaRPr>
            </a:p>
          </p:txBody>
        </p:sp>
        <p:sp>
          <p:nvSpPr>
            <p:cNvPr id="46" name="Vermaßung"/>
            <p:cNvSpPr txBox="1"/>
            <p:nvPr/>
          </p:nvSpPr>
          <p:spPr bwMode="gray">
            <a:xfrm>
              <a:off x="8024157"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5,4</a:t>
              </a:r>
              <a:endParaRPr lang="de-DE" sz="800" kern="0" baseline="0" dirty="0">
                <a:solidFill>
                  <a:schemeClr val="tx2"/>
                </a:solidFill>
                <a:latin typeface="Arial" panose="020B0604020202020204" pitchFamily="34" charset="0"/>
              </a:endParaRPr>
            </a:p>
          </p:txBody>
        </p:sp>
        <p:cxnSp>
          <p:nvCxnSpPr>
            <p:cNvPr id="26" name="Vermaßung"/>
            <p:cNvCxnSpPr/>
            <p:nvPr/>
          </p:nvCxnSpPr>
          <p:spPr bwMode="gray">
            <a:xfrm flipV="1">
              <a:off x="549275"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27" name="Vermaßung"/>
            <p:cNvCxnSpPr/>
            <p:nvPr/>
          </p:nvCxnSpPr>
          <p:spPr bwMode="gray">
            <a:xfrm flipV="1">
              <a:off x="11639822"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1" name="Vermaßung"/>
            <p:cNvCxnSpPr/>
            <p:nvPr/>
          </p:nvCxnSpPr>
          <p:spPr bwMode="gray">
            <a:xfrm flipV="1">
              <a:off x="4149023"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7" name="Vermaßung"/>
            <p:cNvCxnSpPr/>
            <p:nvPr/>
          </p:nvCxnSpPr>
          <p:spPr bwMode="gray">
            <a:xfrm flipV="1">
              <a:off x="6021638"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9" name="Vermaßung"/>
            <p:cNvCxnSpPr/>
            <p:nvPr/>
          </p:nvCxnSpPr>
          <p:spPr bwMode="gray">
            <a:xfrm flipV="1">
              <a:off x="7894252" y="-294916"/>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4" name="Vermaßung"/>
            <p:cNvSpPr txBox="1"/>
            <p:nvPr/>
          </p:nvSpPr>
          <p:spPr bwMode="gray">
            <a:xfrm>
              <a:off x="11632932"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15,40</a:t>
              </a:r>
              <a:endParaRPr lang="de-DE" sz="800" kern="0" baseline="0" dirty="0">
                <a:solidFill>
                  <a:schemeClr val="tx2"/>
                </a:solidFill>
                <a:latin typeface="Arial" panose="020B0604020202020204" pitchFamily="34" charset="0"/>
              </a:endParaRPr>
            </a:p>
          </p:txBody>
        </p:sp>
        <p:sp>
          <p:nvSpPr>
            <p:cNvPr id="25" name="Vermaßung"/>
            <p:cNvSpPr txBox="1"/>
            <p:nvPr/>
          </p:nvSpPr>
          <p:spPr bwMode="gray">
            <a:xfrm>
              <a:off x="523081"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15,40</a:t>
              </a:r>
              <a:endParaRPr lang="de-DE" sz="800" kern="0" baseline="0" dirty="0">
                <a:solidFill>
                  <a:schemeClr val="tx2"/>
                </a:solidFill>
                <a:latin typeface="Arial" panose="020B0604020202020204" pitchFamily="34" charset="0"/>
              </a:endParaRPr>
            </a:p>
          </p:txBody>
        </p:sp>
        <p:sp>
          <p:nvSpPr>
            <p:cNvPr id="32" name="Vermaßung"/>
            <p:cNvSpPr txBox="1"/>
            <p:nvPr/>
          </p:nvSpPr>
          <p:spPr bwMode="gray">
            <a:xfrm>
              <a:off x="4136866"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5,40</a:t>
              </a:r>
              <a:endParaRPr lang="de-DE" sz="800" kern="0" baseline="0" dirty="0">
                <a:solidFill>
                  <a:schemeClr val="tx2"/>
                </a:solidFill>
                <a:latin typeface="Arial" panose="020B0604020202020204" pitchFamily="34" charset="0"/>
              </a:endParaRPr>
            </a:p>
          </p:txBody>
        </p:sp>
        <p:sp>
          <p:nvSpPr>
            <p:cNvPr id="38" name="Vermaßung"/>
            <p:cNvSpPr txBox="1"/>
            <p:nvPr/>
          </p:nvSpPr>
          <p:spPr bwMode="gray">
            <a:xfrm>
              <a:off x="6005671"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0,20</a:t>
              </a:r>
              <a:endParaRPr lang="de-DE" sz="800" kern="0" baseline="0" dirty="0">
                <a:solidFill>
                  <a:schemeClr val="tx2"/>
                </a:solidFill>
                <a:latin typeface="Arial" panose="020B0604020202020204" pitchFamily="34" charset="0"/>
              </a:endParaRPr>
            </a:p>
          </p:txBody>
        </p:sp>
        <p:sp>
          <p:nvSpPr>
            <p:cNvPr id="40" name="Vermaßung"/>
            <p:cNvSpPr txBox="1"/>
            <p:nvPr/>
          </p:nvSpPr>
          <p:spPr bwMode="gray">
            <a:xfrm>
              <a:off x="7884000"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5,0</a:t>
              </a:r>
              <a:endParaRPr lang="de-DE" sz="800" kern="0" baseline="0" dirty="0">
                <a:solidFill>
                  <a:schemeClr val="tx2"/>
                </a:solidFill>
                <a:latin typeface="Arial" panose="020B0604020202020204" pitchFamily="34" charset="0"/>
              </a:endParaRPr>
            </a:p>
          </p:txBody>
        </p:sp>
        <p:sp>
          <p:nvSpPr>
            <p:cNvPr id="11" name="Vermaßung"/>
            <p:cNvSpPr txBox="1"/>
            <p:nvPr/>
          </p:nvSpPr>
          <p:spPr bwMode="gray">
            <a:xfrm>
              <a:off x="-343330" y="31882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8,20</a:t>
              </a:r>
              <a:endParaRPr lang="de-DE" sz="800" kern="0" baseline="0" dirty="0">
                <a:solidFill>
                  <a:schemeClr val="tx2"/>
                </a:solidFill>
                <a:latin typeface="Arial" panose="020B0604020202020204" pitchFamily="34" charset="0"/>
              </a:endParaRPr>
            </a:p>
          </p:txBody>
        </p:sp>
        <p:cxnSp>
          <p:nvCxnSpPr>
            <p:cNvPr id="12" name="Vermaßung"/>
            <p:cNvCxnSpPr/>
            <p:nvPr/>
          </p:nvCxnSpPr>
          <p:spPr bwMode="gray">
            <a:xfrm rot="5400000" flipV="1">
              <a:off x="-180000" y="3322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3" name="Vermaßung"/>
            <p:cNvSpPr txBox="1"/>
            <p:nvPr/>
          </p:nvSpPr>
          <p:spPr bwMode="gray">
            <a:xfrm>
              <a:off x="-345996" y="751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7,00</a:t>
              </a:r>
              <a:endParaRPr lang="de-DE" sz="800" kern="0" baseline="0" dirty="0">
                <a:solidFill>
                  <a:schemeClr val="tx2"/>
                </a:solidFill>
                <a:latin typeface="Arial" panose="020B0604020202020204" pitchFamily="34" charset="0"/>
              </a:endParaRPr>
            </a:p>
          </p:txBody>
        </p:sp>
        <p:cxnSp>
          <p:nvCxnSpPr>
            <p:cNvPr id="14" name="Vermaßung"/>
            <p:cNvCxnSpPr/>
            <p:nvPr/>
          </p:nvCxnSpPr>
          <p:spPr bwMode="gray">
            <a:xfrm rot="5400000" flipV="1">
              <a:off x="-180000" y="7640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5" name="Vermaßung"/>
            <p:cNvSpPr txBox="1"/>
            <p:nvPr/>
          </p:nvSpPr>
          <p:spPr bwMode="gray">
            <a:xfrm>
              <a:off x="-345996" y="1363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5,20</a:t>
              </a:r>
              <a:endParaRPr lang="de-DE" sz="800" kern="0" baseline="0" dirty="0">
                <a:solidFill>
                  <a:schemeClr val="tx2"/>
                </a:solidFill>
                <a:latin typeface="Arial" panose="020B0604020202020204" pitchFamily="34" charset="0"/>
              </a:endParaRPr>
            </a:p>
          </p:txBody>
        </p:sp>
        <p:cxnSp>
          <p:nvCxnSpPr>
            <p:cNvPr id="16" name="Vermaßung"/>
            <p:cNvCxnSpPr/>
            <p:nvPr/>
          </p:nvCxnSpPr>
          <p:spPr bwMode="gray">
            <a:xfrm rot="5400000" flipV="1">
              <a:off x="-180000" y="1413794"/>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7" name="Vermaßung"/>
            <p:cNvSpPr txBox="1"/>
            <p:nvPr/>
          </p:nvSpPr>
          <p:spPr bwMode="gray">
            <a:xfrm>
              <a:off x="-345996" y="566205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6,60</a:t>
              </a:r>
              <a:endParaRPr lang="de-DE" sz="800" kern="0" baseline="0" dirty="0">
                <a:solidFill>
                  <a:schemeClr val="tx2"/>
                </a:solidFill>
                <a:latin typeface="Arial" panose="020B0604020202020204" pitchFamily="34" charset="0"/>
              </a:endParaRPr>
            </a:p>
          </p:txBody>
        </p:sp>
        <p:cxnSp>
          <p:nvCxnSpPr>
            <p:cNvPr id="18" name="Vermaßung"/>
            <p:cNvCxnSpPr/>
            <p:nvPr/>
          </p:nvCxnSpPr>
          <p:spPr bwMode="gray">
            <a:xfrm rot="5400000" flipV="1">
              <a:off x="-165996" y="5659273"/>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9" name="Vermaßung"/>
            <p:cNvSpPr txBox="1"/>
            <p:nvPr/>
          </p:nvSpPr>
          <p:spPr bwMode="gray">
            <a:xfrm>
              <a:off x="-345996" y="593465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7,40</a:t>
              </a:r>
              <a:endParaRPr lang="de-DE" sz="800" kern="0" baseline="0" dirty="0">
                <a:solidFill>
                  <a:schemeClr val="tx2"/>
                </a:solidFill>
                <a:latin typeface="Arial" panose="020B0604020202020204" pitchFamily="34" charset="0"/>
              </a:endParaRPr>
            </a:p>
          </p:txBody>
        </p:sp>
        <p:cxnSp>
          <p:nvCxnSpPr>
            <p:cNvPr id="20" name="Vermaßung"/>
            <p:cNvCxnSpPr/>
            <p:nvPr/>
          </p:nvCxnSpPr>
          <p:spPr bwMode="gray">
            <a:xfrm rot="5400000" flipV="1">
              <a:off x="-180000" y="5948825"/>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1" name="Vermaßung"/>
            <p:cNvSpPr txBox="1"/>
            <p:nvPr/>
          </p:nvSpPr>
          <p:spPr bwMode="gray">
            <a:xfrm>
              <a:off x="-345996" y="629444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8,40</a:t>
              </a:r>
              <a:endParaRPr lang="de-DE" sz="800" kern="0" baseline="0" dirty="0">
                <a:solidFill>
                  <a:schemeClr val="tx2"/>
                </a:solidFill>
                <a:latin typeface="Arial" panose="020B0604020202020204" pitchFamily="34" charset="0"/>
              </a:endParaRPr>
            </a:p>
          </p:txBody>
        </p:sp>
        <p:cxnSp>
          <p:nvCxnSpPr>
            <p:cNvPr id="22" name="Vermaßung"/>
            <p:cNvCxnSpPr/>
            <p:nvPr/>
          </p:nvCxnSpPr>
          <p:spPr bwMode="gray">
            <a:xfrm rot="5400000" flipV="1">
              <a:off x="-180000" y="6309188"/>
              <a:ext cx="0" cy="288000"/>
            </a:xfrm>
            <a:prstGeom prst="line">
              <a:avLst/>
            </a:prstGeom>
          </p:spPr>
          <p:style>
            <a:lnRef idx="1">
              <a:schemeClr val="accent6"/>
            </a:lnRef>
            <a:fillRef idx="0">
              <a:schemeClr val="accent6"/>
            </a:fillRef>
            <a:effectRef idx="0">
              <a:schemeClr val="accent6"/>
            </a:effectRef>
            <a:fontRef idx="minor">
              <a:schemeClr val="tx1"/>
            </a:fontRef>
          </p:style>
        </p:cxnSp>
      </p:grpSp>
      <p:sp>
        <p:nvSpPr>
          <p:cNvPr id="28" name="PPT Version"/>
          <p:cNvSpPr txBox="1">
            <a:spLocks noChangeArrowheads="1"/>
          </p:cNvSpPr>
          <p:nvPr/>
        </p:nvSpPr>
        <p:spPr bwMode="gray">
          <a:xfrm>
            <a:off x="12223448" y="6131218"/>
            <a:ext cx="720094" cy="215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5" tIns="0" rIns="36005" bIns="0">
            <a:noAutofit/>
          </a:bodyPr>
          <a:lstStyle/>
          <a:p>
            <a:r>
              <a:rPr lang="de-DE" sz="1300" dirty="0">
                <a:solidFill>
                  <a:schemeClr val="tx1"/>
                </a:solidFill>
                <a:latin typeface="Arial" panose="020B0604020202020204" pitchFamily="34" charset="0"/>
              </a:rPr>
              <a:t>P17a -de</a:t>
            </a:r>
            <a:endParaRPr lang="de-DE" sz="1300" dirty="0">
              <a:solidFill>
                <a:schemeClr val="tx1"/>
              </a:solidFill>
              <a:latin typeface="Arial" panose="020B0604020202020204" pitchFamily="34" charset="0"/>
            </a:endParaRPr>
          </a:p>
        </p:txBody>
      </p:sp>
      <p:sp>
        <p:nvSpPr>
          <p:cNvPr id="2" name="Titel"/>
          <p:cNvSpPr>
            <a:spLocks noGrp="1"/>
          </p:cNvSpPr>
          <p:nvPr>
            <p:ph type="title"/>
          </p:nvPr>
        </p:nvSpPr>
        <p:spPr bwMode="gray">
          <a:xfrm>
            <a:off x="549347" y="906992"/>
            <a:ext cx="11089442" cy="647849"/>
          </a:xfrm>
          <a:prstGeom prst="rect">
            <a:avLst/>
          </a:prstGeom>
        </p:spPr>
        <p:txBody>
          <a:bodyPr vert="horz" lIns="0" tIns="0" rIns="0" bIns="0" rtlCol="0" anchor="t">
            <a:noAutofit/>
          </a:bodyPr>
          <a:lstStyle/>
          <a:p>
            <a:r>
              <a:rPr lang="de-DE" noProof="0" dirty="0" err="1"/>
              <a:t>Please</a:t>
            </a:r>
            <a:r>
              <a:rPr lang="de-DE" noProof="0" dirty="0"/>
              <a:t> </a:t>
            </a:r>
            <a:r>
              <a:rPr lang="de-DE" noProof="0" dirty="0" err="1"/>
              <a:t>insert</a:t>
            </a:r>
            <a:r>
              <a:rPr lang="de-DE" noProof="0" dirty="0"/>
              <a:t> </a:t>
            </a:r>
            <a:r>
              <a:rPr lang="de-DE" noProof="0" dirty="0" err="1"/>
              <a:t>the</a:t>
            </a:r>
            <a:r>
              <a:rPr lang="de-DE" noProof="0" dirty="0"/>
              <a:t> </a:t>
            </a:r>
            <a:r>
              <a:rPr lang="de-DE" noProof="0" dirty="0" err="1"/>
              <a:t>topic</a:t>
            </a:r>
            <a:r>
              <a:rPr lang="de-DE" noProof="0" dirty="0"/>
              <a:t>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3" name="Textbox"/>
          <p:cNvSpPr>
            <a:spLocks noGrp="1"/>
          </p:cNvSpPr>
          <p:nvPr>
            <p:ph type="body" idx="1"/>
          </p:nvPr>
        </p:nvSpPr>
        <p:spPr bwMode="gray">
          <a:xfrm>
            <a:off x="551280" y="1557434"/>
            <a:ext cx="11089444" cy="4247016"/>
          </a:xfrm>
          <a:prstGeom prst="rect">
            <a:avLst/>
          </a:prstGeom>
        </p:spPr>
        <p:txBody>
          <a:bodyPr vert="horz" lIns="0" tIns="72000" rIns="0" bIns="72000" rtlCol="0">
            <a:noAutofit/>
          </a:bodyPr>
          <a:lstStyle/>
          <a:p>
            <a:pPr marL="269875" lvl="0" indent="-269875" defTabSz="914400">
              <a:spcAft>
                <a:spcPts val="0"/>
              </a:spcAft>
              <a:buClr>
                <a:schemeClr val="accent2"/>
              </a:buClr>
              <a:buFont typeface="Wingdings" panose="05000000000000000000" pitchFamily="2" charset="2"/>
            </a:pPr>
            <a:r>
              <a:rPr lang="de-DE" dirty="0"/>
              <a:t>Click </a:t>
            </a:r>
            <a:r>
              <a:rPr lang="de-DE" dirty="0" err="1"/>
              <a:t>to</a:t>
            </a:r>
            <a:r>
              <a:rPr lang="de-DE" dirty="0"/>
              <a:t> </a:t>
            </a:r>
            <a:r>
              <a:rPr lang="de-DE" dirty="0" err="1"/>
              <a:t>insert</a:t>
            </a:r>
            <a:r>
              <a:rPr lang="de-DE" dirty="0"/>
              <a:t> </a:t>
            </a:r>
            <a:r>
              <a:rPr lang="de-DE" dirty="0" err="1"/>
              <a:t>text</a:t>
            </a:r>
            <a:r>
              <a:rPr lang="de-DE" dirty="0"/>
              <a: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5" name="Fußzeile"/>
          <p:cNvSpPr>
            <a:spLocks noGrp="1"/>
          </p:cNvSpPr>
          <p:nvPr>
            <p:ph type="ftr" sz="quarter" idx="3"/>
          </p:nvPr>
        </p:nvSpPr>
        <p:spPr bwMode="gray">
          <a:xfrm>
            <a:off x="864115" y="6091416"/>
            <a:ext cx="5233473" cy="359916"/>
          </a:xfrm>
          <a:prstGeom prst="rect">
            <a:avLst/>
          </a:prstGeom>
        </p:spPr>
        <p:txBody>
          <a:bodyPr vert="horz" lIns="0" tIns="0" rIns="0" bIns="0" rtlCol="0" anchor="ctr"/>
          <a:lstStyle>
            <a:lvl1pPr algn="l">
              <a:defRPr sz="1000">
                <a:solidFill>
                  <a:schemeClr val="tx1"/>
                </a:solidFill>
              </a:defRPr>
            </a:lvl1pPr>
          </a:lstStyle>
          <a:p>
            <a:r>
              <a:rPr lang="en-US"/>
              <a:t>Name of the Speaker / Title of the presentation / Date</a:t>
            </a:r>
            <a:endParaRPr lang="de-DE" dirty="0"/>
          </a:p>
        </p:txBody>
      </p:sp>
      <p:sp>
        <p:nvSpPr>
          <p:cNvPr id="6" name="Foliennummer"/>
          <p:cNvSpPr>
            <a:spLocks noGrp="1"/>
          </p:cNvSpPr>
          <p:nvPr>
            <p:ph type="sldNum" sz="quarter" idx="4"/>
          </p:nvPr>
        </p:nvSpPr>
        <p:spPr bwMode="gray">
          <a:xfrm>
            <a:off x="549345" y="6091416"/>
            <a:ext cx="252034" cy="359916"/>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smtClean="0"/>
            </a:fld>
            <a:endParaRPr lang="de-DE" dirty="0"/>
          </a:p>
        </p:txBody>
      </p:sp>
      <p:pic>
        <p:nvPicPr>
          <p:cNvPr id="36"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bwMode="gray">
          <a:xfrm>
            <a:off x="8430589" y="6118583"/>
            <a:ext cx="3761411" cy="43877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26987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200">
          <a:solidFill>
            <a:schemeClr val="tx1"/>
          </a:solidFill>
          <a:latin typeface="+mn-lt"/>
          <a:ea typeface="+mn-ea"/>
          <a:cs typeface="+mn-cs"/>
        </a:defRPr>
      </a:lvl1pPr>
      <a:lvl2pPr marL="720090"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200">
          <a:solidFill>
            <a:schemeClr val="tx1"/>
          </a:solidFill>
          <a:latin typeface="+mn-lt"/>
          <a:ea typeface="+mn-ea"/>
          <a:cs typeface="+mn-cs"/>
        </a:defRPr>
      </a:lvl2pPr>
      <a:lvl3pPr marL="108013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200">
          <a:solidFill>
            <a:schemeClr val="tx1"/>
          </a:solidFill>
          <a:latin typeface="+mn-lt"/>
          <a:ea typeface="+mn-ea"/>
          <a:cs typeface="+mn-cs"/>
        </a:defRPr>
      </a:lvl3pPr>
      <a:lvl4pPr marL="1440180"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200">
          <a:solidFill>
            <a:schemeClr val="tx1"/>
          </a:solidFill>
          <a:latin typeface="+mn-lt"/>
          <a:ea typeface="+mn-ea"/>
          <a:cs typeface="+mn-cs"/>
        </a:defRPr>
      </a:lvl4pPr>
      <a:lvl5pPr marL="180022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200">
          <a:solidFill>
            <a:schemeClr val="tx1"/>
          </a:solidFill>
          <a:latin typeface="+mn-lt"/>
          <a:ea typeface="+mn-ea"/>
          <a:cs typeface="+mn-cs"/>
        </a:defRPr>
      </a:lvl5pPr>
      <a:lvl6pPr marL="2160270"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kern="1200">
          <a:solidFill>
            <a:schemeClr val="tx1"/>
          </a:solidFill>
          <a:latin typeface="+mn-lt"/>
          <a:ea typeface="+mn-ea"/>
          <a:cs typeface="+mn-cs"/>
        </a:defRPr>
      </a:lvl6pPr>
      <a:lvl7pPr marL="2520315"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0" Type="http://schemas.openxmlformats.org/officeDocument/2006/relationships/slideLayout" Target="../slideLayouts/slideLayout2.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11777980" y="2110105"/>
            <a:ext cx="4064000" cy="914400"/>
          </a:xfrm>
          <a:prstGeom prst="rect">
            <a:avLst/>
          </a:prstGeom>
          <a:noFill/>
          <a:ln>
            <a:noFill/>
          </a:ln>
        </p:spPr>
        <p:txBody>
          <a:bodyPr wrap="square" lIns="0" tIns="0" rIns="0" bIns="0" rtlCol="0">
            <a:noAutofit/>
          </a:bodyPr>
          <a:p>
            <a:pPr algn="l"/>
            <a:endParaRPr lang="zh-CN" altLang="en-US" sz="1800" dirty="0" smtClean="0"/>
          </a:p>
        </p:txBody>
      </p:sp>
      <p:sp>
        <p:nvSpPr>
          <p:cNvPr id="21" name="文本框 20"/>
          <p:cNvSpPr txBox="1"/>
          <p:nvPr/>
        </p:nvSpPr>
        <p:spPr>
          <a:xfrm>
            <a:off x="718185" y="634365"/>
            <a:ext cx="8768715" cy="1891665"/>
          </a:xfrm>
          <a:prstGeom prst="rect">
            <a:avLst/>
          </a:prstGeom>
          <a:noFill/>
          <a:ln>
            <a:noFill/>
          </a:ln>
        </p:spPr>
        <p:txBody>
          <a:bodyPr wrap="square" lIns="0" tIns="0" rIns="0" bIns="0" rtlCol="0">
            <a:noAutofit/>
          </a:bodyPr>
          <a:p>
            <a:pPr algn="l"/>
            <a:r>
              <a:rPr lang="en-US" altLang="zh-CN" sz="1800" dirty="0" smtClean="0"/>
              <a:t>Header</a:t>
            </a:r>
            <a:r>
              <a:rPr lang="zh-CN" altLang="zh-CN" sz="1800" dirty="0" smtClean="0">
                <a:ea typeface="宋体" panose="02010600030101010101" pitchFamily="2" charset="-122"/>
              </a:rPr>
              <a:t>最长</a:t>
            </a:r>
            <a:r>
              <a:rPr lang="en-US" altLang="zh-CN" sz="1800" dirty="0" smtClean="0">
                <a:ea typeface="宋体" panose="02010600030101010101" pitchFamily="2" charset="-122"/>
              </a:rPr>
              <a:t>24pole</a:t>
            </a:r>
            <a:r>
              <a:rPr lang="zh-CN" altLang="en-US" sz="1800" dirty="0" smtClean="0">
                <a:ea typeface="宋体" panose="02010600030101010101" pitchFamily="2" charset="-122"/>
              </a:rPr>
              <a:t>，针间距</a:t>
            </a:r>
            <a:r>
              <a:rPr lang="en-US" altLang="zh-CN" sz="1800" dirty="0" smtClean="0">
                <a:ea typeface="宋体" panose="02010600030101010101" pitchFamily="2" charset="-122"/>
              </a:rPr>
              <a:t>5.08</a:t>
            </a:r>
            <a:r>
              <a:rPr lang="zh-CN" altLang="en-US" sz="1800" dirty="0" smtClean="0">
                <a:ea typeface="宋体" panose="02010600030101010101" pitchFamily="2" charset="-122"/>
              </a:rPr>
              <a:t>，视野最大</a:t>
            </a:r>
            <a:r>
              <a:rPr lang="en-US" altLang="zh-CN" sz="1800" dirty="0" smtClean="0">
                <a:ea typeface="宋体" panose="02010600030101010101" pitchFamily="2" charset="-122"/>
              </a:rPr>
              <a:t>120</a:t>
            </a:r>
            <a:r>
              <a:rPr lang="en-US" altLang="zh-CN" sz="1800" dirty="0" smtClean="0">
                <a:ea typeface="宋体" panose="02010600030101010101" pitchFamily="2" charset="-122"/>
              </a:rPr>
              <a:t>mm</a:t>
            </a:r>
            <a:endParaRPr lang="en-US" altLang="zh-CN" sz="1800" dirty="0" smtClean="0">
              <a:ea typeface="宋体" panose="02010600030101010101" pitchFamily="2" charset="-122"/>
            </a:endParaRPr>
          </a:p>
          <a:p>
            <a:pPr algn="l"/>
            <a:r>
              <a:rPr lang="en-US" altLang="zh-CN" sz="1800" dirty="0" smtClean="0">
                <a:ea typeface="宋体" panose="02010600030101010101" pitchFamily="2" charset="-122"/>
              </a:rPr>
              <a:t>V</a:t>
            </a:r>
            <a:r>
              <a:rPr lang="zh-CN" altLang="en-US" sz="1800" dirty="0" smtClean="0">
                <a:ea typeface="宋体" panose="02010600030101010101" pitchFamily="2" charset="-122"/>
              </a:rPr>
              <a:t>代表</a:t>
            </a:r>
            <a:r>
              <a:rPr lang="zh-CN" altLang="en-US" sz="1800" dirty="0" smtClean="0">
                <a:ea typeface="宋体" panose="02010600030101010101" pitchFamily="2" charset="-122"/>
              </a:rPr>
              <a:t>直针</a:t>
            </a:r>
            <a:endParaRPr lang="zh-CN" altLang="en-US" sz="1800" dirty="0" smtClean="0">
              <a:ea typeface="宋体" panose="02010600030101010101" pitchFamily="2" charset="-122"/>
            </a:endParaRPr>
          </a:p>
          <a:p>
            <a:pPr algn="l"/>
            <a:r>
              <a:rPr lang="en-US" altLang="zh-CN" sz="1800" dirty="0" smtClean="0">
                <a:ea typeface="宋体" panose="02010600030101010101" pitchFamily="2" charset="-122"/>
              </a:rPr>
              <a:t>8pole  </a:t>
            </a:r>
            <a:r>
              <a:rPr lang="zh-CN" altLang="en-US" sz="1800" dirty="0" smtClean="0">
                <a:ea typeface="宋体" panose="02010600030101010101" pitchFamily="2" charset="-122"/>
              </a:rPr>
              <a:t>效率</a:t>
            </a:r>
            <a:r>
              <a:rPr lang="en-US" altLang="zh-CN" sz="1800" dirty="0" smtClean="0">
                <a:ea typeface="宋体" panose="02010600030101010101" pitchFamily="2" charset="-122"/>
              </a:rPr>
              <a:t>160</a:t>
            </a:r>
            <a:endParaRPr lang="en-US" altLang="zh-CN" sz="1800" dirty="0" smtClean="0">
              <a:ea typeface="宋体" panose="02010600030101010101" pitchFamily="2" charset="-122"/>
            </a:endParaRPr>
          </a:p>
          <a:p>
            <a:pPr algn="l"/>
            <a:r>
              <a:rPr lang="en-US" altLang="zh-CN" sz="1800" dirty="0" smtClean="0">
                <a:ea typeface="宋体" panose="02010600030101010101" pitchFamily="2" charset="-122"/>
              </a:rPr>
              <a:t>14pole  </a:t>
            </a:r>
            <a:r>
              <a:rPr lang="zh-CN" altLang="en-US" sz="1800" dirty="0" smtClean="0">
                <a:ea typeface="宋体" panose="02010600030101010101" pitchFamily="2" charset="-122"/>
              </a:rPr>
              <a:t>效率</a:t>
            </a:r>
            <a:r>
              <a:rPr lang="en-US" altLang="zh-CN" sz="1800" dirty="0" smtClean="0">
                <a:ea typeface="宋体" panose="02010600030101010101" pitchFamily="2" charset="-122"/>
              </a:rPr>
              <a:t>168</a:t>
            </a:r>
            <a:endParaRPr lang="en-US" altLang="zh-CN" sz="1800" dirty="0" smtClean="0">
              <a:ea typeface="宋体" panose="02010600030101010101" pitchFamily="2" charset="-122"/>
            </a:endParaRPr>
          </a:p>
          <a:p>
            <a:pPr algn="l"/>
            <a:r>
              <a:rPr lang="en-US" altLang="zh-CN" sz="1800" dirty="0" smtClean="0">
                <a:ea typeface="宋体" panose="02010600030101010101" pitchFamily="2" charset="-122"/>
              </a:rPr>
              <a:t>3pole    130</a:t>
            </a:r>
            <a:endParaRPr lang="en-US" altLang="zh-CN" sz="1800" dirty="0" smtClean="0">
              <a:ea typeface="宋体" panose="02010600030101010101" pitchFamily="2" charset="-122"/>
            </a:endParaRPr>
          </a:p>
          <a:p>
            <a:pPr algn="l"/>
            <a:r>
              <a:rPr lang="zh-CN" altLang="en-US" sz="1800" dirty="0" smtClean="0">
                <a:ea typeface="宋体" panose="02010600030101010101" pitchFamily="2" charset="-122"/>
              </a:rPr>
              <a:t>如果针是盘料的上料方式效率就比较快，相反料斗的方式就会</a:t>
            </a:r>
            <a:r>
              <a:rPr lang="zh-CN" altLang="en-US" sz="1800" dirty="0" smtClean="0">
                <a:ea typeface="宋体" panose="02010600030101010101" pitchFamily="2" charset="-122"/>
              </a:rPr>
              <a:t>慢</a:t>
            </a:r>
            <a:endParaRPr lang="zh-CN" altLang="en-US" sz="1800" dirty="0" smtClean="0">
              <a:ea typeface="宋体" panose="02010600030101010101" pitchFamily="2" charset="-122"/>
            </a:endParaRPr>
          </a:p>
          <a:p>
            <a:pPr algn="l"/>
            <a:endParaRPr lang="zh-CN" altLang="en-US" sz="1800" dirty="0" smtClean="0">
              <a:ea typeface="宋体" panose="02010600030101010101" pitchFamily="2" charset="-122"/>
            </a:endParaRPr>
          </a:p>
        </p:txBody>
      </p:sp>
      <p:pic>
        <p:nvPicPr>
          <p:cNvPr id="25" name="图片 24"/>
          <p:cNvPicPr>
            <a:picLocks noChangeAspect="1"/>
          </p:cNvPicPr>
          <p:nvPr/>
        </p:nvPicPr>
        <p:blipFill>
          <a:blip r:embed="rId1"/>
          <a:stretch>
            <a:fillRect/>
          </a:stretch>
        </p:blipFill>
        <p:spPr>
          <a:xfrm>
            <a:off x="7854315" y="488315"/>
            <a:ext cx="2838450" cy="4731385"/>
          </a:xfrm>
          <a:prstGeom prst="rect">
            <a:avLst/>
          </a:prstGeom>
        </p:spPr>
      </p:pic>
      <p:sp>
        <p:nvSpPr>
          <p:cNvPr id="26" name="文本框 25"/>
          <p:cNvSpPr txBox="1"/>
          <p:nvPr/>
        </p:nvSpPr>
        <p:spPr>
          <a:xfrm>
            <a:off x="7713980" y="5455285"/>
            <a:ext cx="4064000" cy="914400"/>
          </a:xfrm>
          <a:prstGeom prst="rect">
            <a:avLst/>
          </a:prstGeom>
          <a:noFill/>
          <a:ln>
            <a:noFill/>
          </a:ln>
        </p:spPr>
        <p:txBody>
          <a:bodyPr wrap="square" lIns="0" tIns="0" rIns="0" bIns="0" rtlCol="0">
            <a:noAutofit/>
          </a:bodyPr>
          <a:p>
            <a:pPr algn="l"/>
            <a:r>
              <a:rPr lang="zh-CN" altLang="en-US" sz="1800" dirty="0" smtClean="0"/>
              <a:t>这个是产能</a:t>
            </a:r>
            <a:r>
              <a:rPr lang="en-US" altLang="zh-CN" sz="1800" dirty="0" smtClean="0"/>
              <a:t> </a:t>
            </a:r>
            <a:r>
              <a:rPr lang="zh-CN" altLang="en-US" sz="1800" dirty="0" smtClean="0">
                <a:ea typeface="宋体" panose="02010600030101010101" pitchFamily="2" charset="-122"/>
              </a:rPr>
              <a:t>，一个人</a:t>
            </a:r>
            <a:r>
              <a:rPr lang="en-US" altLang="zh-CN" sz="1800" dirty="0" smtClean="0">
                <a:ea typeface="宋体" panose="02010600030101010101" pitchFamily="2" charset="-122"/>
              </a:rPr>
              <a:t>8</a:t>
            </a:r>
            <a:r>
              <a:rPr lang="zh-CN" altLang="en-US" sz="1800" dirty="0" smtClean="0">
                <a:ea typeface="宋体" panose="02010600030101010101" pitchFamily="2" charset="-122"/>
              </a:rPr>
              <a:t>小时的产能（</a:t>
            </a:r>
            <a:r>
              <a:rPr lang="en-US" altLang="zh-CN" sz="1800" dirty="0" smtClean="0">
                <a:ea typeface="宋体" panose="02010600030101010101" pitchFamily="2" charset="-122"/>
              </a:rPr>
              <a:t>pcs)  </a:t>
            </a:r>
            <a:r>
              <a:rPr lang="zh-CN" altLang="en-US" sz="1800" dirty="0" smtClean="0">
                <a:ea typeface="宋体" panose="02010600030101010101" pitchFamily="2" charset="-122"/>
              </a:rPr>
              <a:t>每天</a:t>
            </a:r>
            <a:endParaRPr lang="zh-CN" altLang="en-US" sz="1800" dirty="0" smtClean="0">
              <a:ea typeface="宋体" panose="02010600030101010101" pitchFamily="2" charset="-122"/>
            </a:endParaRPr>
          </a:p>
        </p:txBody>
      </p:sp>
      <p:sp>
        <p:nvSpPr>
          <p:cNvPr id="27" name="文本框 26"/>
          <p:cNvSpPr txBox="1"/>
          <p:nvPr/>
        </p:nvSpPr>
        <p:spPr>
          <a:xfrm>
            <a:off x="927735" y="2934970"/>
            <a:ext cx="4064000" cy="914400"/>
          </a:xfrm>
          <a:prstGeom prst="rect">
            <a:avLst/>
          </a:prstGeom>
          <a:noFill/>
          <a:ln>
            <a:noFill/>
          </a:ln>
        </p:spPr>
        <p:txBody>
          <a:bodyPr wrap="square" lIns="0" tIns="0" rIns="0" bIns="0" rtlCol="0">
            <a:noAutofit/>
          </a:bodyPr>
          <a:p>
            <a:pPr algn="l"/>
            <a:r>
              <a:rPr lang="zh-CN" altLang="en-US" sz="1800" dirty="0" smtClean="0"/>
              <a:t>就是产品有几个孔就是多少</a:t>
            </a:r>
            <a:r>
              <a:rPr lang="en-US" altLang="zh-CN" sz="1800" dirty="0" smtClean="0"/>
              <a:t>pole</a:t>
            </a:r>
            <a:r>
              <a:rPr lang="zh-CN" altLang="en-US" sz="1800" dirty="0" smtClean="0"/>
              <a:t>位</a:t>
            </a:r>
            <a:endParaRPr lang="zh-CN" altLang="en-US" sz="1800" dirty="0" smtClean="0"/>
          </a:p>
          <a:p>
            <a:pPr algn="l"/>
            <a:r>
              <a:rPr lang="zh-CN" altLang="en-US" sz="1800" dirty="0" smtClean="0"/>
              <a:t>一个产品就是一</a:t>
            </a:r>
            <a:r>
              <a:rPr lang="en-US" altLang="zh-CN" sz="1800" dirty="0" smtClean="0"/>
              <a:t>pcs</a:t>
            </a:r>
            <a:endParaRPr lang="en-US" altLang="zh-CN" sz="1800"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785495" y="702945"/>
            <a:ext cx="10766425" cy="5248910"/>
          </a:xfrm>
          <a:prstGeom prst="rect">
            <a:avLst/>
          </a:prstGeom>
          <a:noFill/>
          <a:ln>
            <a:noFill/>
          </a:ln>
          <a:extLst>
            <a:ext uri="{909E8E84-426E-40DD-AFC4-6F175D3DCCD1}">
              <a14:hiddenFill xmlns:a14="http://schemas.microsoft.com/office/drawing/2010/main">
                <a:solidFill>
                  <a:schemeClr val="accent3"/>
                </a:solidFill>
              </a14:hiddenFill>
            </a:ext>
          </a:extLst>
        </p:spPr>
        <p:txBody>
          <a:bodyPr rot="0" vertOverflow="overflow" horzOverflow="overflow" vert="horz" wrap="square" lIns="72000" tIns="72000" rIns="72000" bIns="72000" numCol="1" spcCol="0" rtlCol="0" fromWordArt="0" anchor="ctr" anchorCtr="0" forceAA="0" compatLnSpc="1">
            <a:noAutofit/>
          </a:bodyPr>
          <a:p>
            <a:pPr algn="l"/>
            <a:endParaRPr lang="zh-CN" altLang="en-US" sz="1800" dirty="0" smtClean="0"/>
          </a:p>
        </p:txBody>
      </p:sp>
      <p:pic>
        <p:nvPicPr>
          <p:cNvPr id="2" name="图片 1"/>
          <p:cNvPicPr>
            <a:picLocks noChangeAspect="1"/>
          </p:cNvPicPr>
          <p:nvPr/>
        </p:nvPicPr>
        <p:blipFill>
          <a:blip r:embed="rId1"/>
          <a:stretch>
            <a:fillRect/>
          </a:stretch>
        </p:blipFill>
        <p:spPr>
          <a:xfrm>
            <a:off x="660400" y="807085"/>
            <a:ext cx="2743200" cy="1504950"/>
          </a:xfrm>
          <a:prstGeom prst="rect">
            <a:avLst/>
          </a:prstGeom>
        </p:spPr>
      </p:pic>
      <p:pic>
        <p:nvPicPr>
          <p:cNvPr id="5" name="图片 4"/>
          <p:cNvPicPr>
            <a:picLocks noChangeAspect="1"/>
          </p:cNvPicPr>
          <p:nvPr/>
        </p:nvPicPr>
        <p:blipFill>
          <a:blip r:embed="rId2"/>
          <a:stretch>
            <a:fillRect/>
          </a:stretch>
        </p:blipFill>
        <p:spPr>
          <a:xfrm>
            <a:off x="3564890" y="807085"/>
            <a:ext cx="2771775" cy="1533525"/>
          </a:xfrm>
          <a:prstGeom prst="rect">
            <a:avLst/>
          </a:prstGeom>
        </p:spPr>
      </p:pic>
      <p:pic>
        <p:nvPicPr>
          <p:cNvPr id="7" name="图片 6"/>
          <p:cNvPicPr>
            <a:picLocks noChangeAspect="1"/>
          </p:cNvPicPr>
          <p:nvPr/>
        </p:nvPicPr>
        <p:blipFill>
          <a:blip r:embed="rId3"/>
          <a:stretch>
            <a:fillRect/>
          </a:stretch>
        </p:blipFill>
        <p:spPr>
          <a:xfrm>
            <a:off x="785495" y="2868295"/>
            <a:ext cx="5095875" cy="1409700"/>
          </a:xfrm>
          <a:prstGeom prst="rect">
            <a:avLst/>
          </a:prstGeom>
        </p:spPr>
      </p:pic>
      <p:pic>
        <p:nvPicPr>
          <p:cNvPr id="9" name="图片 8"/>
          <p:cNvPicPr>
            <a:picLocks noChangeAspect="1"/>
          </p:cNvPicPr>
          <p:nvPr/>
        </p:nvPicPr>
        <p:blipFill>
          <a:blip r:embed="rId4"/>
          <a:stretch>
            <a:fillRect/>
          </a:stretch>
        </p:blipFill>
        <p:spPr>
          <a:xfrm>
            <a:off x="7637780" y="892810"/>
            <a:ext cx="2476500" cy="1419225"/>
          </a:xfrm>
          <a:prstGeom prst="rect">
            <a:avLst/>
          </a:prstGeom>
        </p:spPr>
      </p:pic>
      <p:pic>
        <p:nvPicPr>
          <p:cNvPr id="10" name="图片 9"/>
          <p:cNvPicPr>
            <a:picLocks noChangeAspect="1"/>
          </p:cNvPicPr>
          <p:nvPr/>
        </p:nvPicPr>
        <p:blipFill>
          <a:blip r:embed="rId5"/>
          <a:stretch>
            <a:fillRect/>
          </a:stretch>
        </p:blipFill>
        <p:spPr>
          <a:xfrm>
            <a:off x="6898005" y="2641600"/>
            <a:ext cx="5219700" cy="1371600"/>
          </a:xfrm>
          <a:prstGeom prst="rect">
            <a:avLst/>
          </a:prstGeom>
        </p:spPr>
      </p:pic>
      <p:pic>
        <p:nvPicPr>
          <p:cNvPr id="11" name="图片 10"/>
          <p:cNvPicPr>
            <a:picLocks noChangeAspect="1"/>
          </p:cNvPicPr>
          <p:nvPr/>
        </p:nvPicPr>
        <p:blipFill>
          <a:blip r:embed="rId6"/>
          <a:stretch>
            <a:fillRect/>
          </a:stretch>
        </p:blipFill>
        <p:spPr>
          <a:xfrm>
            <a:off x="7151370" y="4342765"/>
            <a:ext cx="4400550" cy="1485900"/>
          </a:xfrm>
          <a:prstGeom prst="rect">
            <a:avLst/>
          </a:prstGeom>
        </p:spPr>
      </p:pic>
      <p:sp>
        <p:nvSpPr>
          <p:cNvPr id="12" name="文本框 11"/>
          <p:cNvSpPr txBox="1"/>
          <p:nvPr/>
        </p:nvSpPr>
        <p:spPr>
          <a:xfrm>
            <a:off x="1705610" y="5043805"/>
            <a:ext cx="4064000" cy="914400"/>
          </a:xfrm>
          <a:prstGeom prst="rect">
            <a:avLst/>
          </a:prstGeom>
          <a:noFill/>
          <a:ln>
            <a:noFill/>
          </a:ln>
        </p:spPr>
        <p:txBody>
          <a:bodyPr wrap="square" lIns="0" tIns="0" rIns="0" bIns="0" rtlCol="0">
            <a:noAutofit/>
          </a:bodyPr>
          <a:p>
            <a:pPr algn="l"/>
            <a:r>
              <a:rPr lang="zh-CN" altLang="en-US" sz="1800" dirty="0" smtClean="0"/>
              <a:t>严重</a:t>
            </a:r>
            <a:r>
              <a:rPr lang="zh-CN" altLang="en-US" sz="1800" dirty="0" smtClean="0"/>
              <a:t>缺料</a:t>
            </a:r>
            <a:endParaRPr lang="zh-CN" altLang="en-US" sz="1800" dirty="0" smtClean="0"/>
          </a:p>
        </p:txBody>
      </p:sp>
      <p:sp>
        <p:nvSpPr>
          <p:cNvPr id="13" name="文本框 12"/>
          <p:cNvSpPr txBox="1"/>
          <p:nvPr/>
        </p:nvSpPr>
        <p:spPr>
          <a:xfrm>
            <a:off x="7487920" y="254000"/>
            <a:ext cx="4064000" cy="914400"/>
          </a:xfrm>
          <a:prstGeom prst="rect">
            <a:avLst/>
          </a:prstGeom>
          <a:noFill/>
          <a:ln>
            <a:noFill/>
          </a:ln>
        </p:spPr>
        <p:txBody>
          <a:bodyPr wrap="square" lIns="0" tIns="0" rIns="0" bIns="0" rtlCol="0">
            <a:noAutofit/>
          </a:bodyPr>
          <a:p>
            <a:pPr algn="l"/>
            <a:r>
              <a:rPr lang="zh-CN" altLang="en-US" sz="1800" dirty="0" smtClean="0"/>
              <a:t>轻微缺料</a:t>
            </a:r>
            <a:endParaRPr lang="zh-CN" altLang="en-US" sz="1800" dirty="0" smtClean="0"/>
          </a:p>
        </p:txBody>
      </p:sp>
      <p:sp>
        <p:nvSpPr>
          <p:cNvPr id="15" name="文本框 14"/>
          <p:cNvSpPr txBox="1"/>
          <p:nvPr/>
        </p:nvSpPr>
        <p:spPr>
          <a:xfrm>
            <a:off x="9890760" y="6471920"/>
            <a:ext cx="4064000" cy="914400"/>
          </a:xfrm>
          <a:prstGeom prst="rect">
            <a:avLst/>
          </a:prstGeom>
          <a:noFill/>
          <a:ln>
            <a:noFill/>
          </a:ln>
        </p:spPr>
        <p:txBody>
          <a:bodyPr wrap="square" lIns="0" tIns="0" rIns="0" bIns="0" rtlCol="0">
            <a:noAutofit/>
          </a:bodyPr>
          <a:p>
            <a:pPr algn="l"/>
            <a:endParaRPr lang="zh-CN" altLang="en-US" sz="1800"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652145" y="577850"/>
            <a:ext cx="1819275" cy="1676400"/>
          </a:xfrm>
          <a:prstGeom prst="rect">
            <a:avLst/>
          </a:prstGeom>
        </p:spPr>
      </p:pic>
      <p:pic>
        <p:nvPicPr>
          <p:cNvPr id="6" name="图片 5"/>
          <p:cNvPicPr>
            <a:picLocks noChangeAspect="1"/>
          </p:cNvPicPr>
          <p:nvPr/>
        </p:nvPicPr>
        <p:blipFill>
          <a:blip r:embed="rId2"/>
          <a:stretch>
            <a:fillRect/>
          </a:stretch>
        </p:blipFill>
        <p:spPr>
          <a:xfrm>
            <a:off x="375285" y="2590165"/>
            <a:ext cx="3505200" cy="1504950"/>
          </a:xfrm>
          <a:prstGeom prst="rect">
            <a:avLst/>
          </a:prstGeom>
        </p:spPr>
      </p:pic>
      <p:pic>
        <p:nvPicPr>
          <p:cNvPr id="7" name="图片 6"/>
          <p:cNvPicPr>
            <a:picLocks noChangeAspect="1"/>
          </p:cNvPicPr>
          <p:nvPr/>
        </p:nvPicPr>
        <p:blipFill>
          <a:blip r:embed="rId3"/>
          <a:stretch>
            <a:fillRect/>
          </a:stretch>
        </p:blipFill>
        <p:spPr>
          <a:xfrm>
            <a:off x="866140" y="4304665"/>
            <a:ext cx="1390650" cy="1028700"/>
          </a:xfrm>
          <a:prstGeom prst="rect">
            <a:avLst/>
          </a:prstGeom>
        </p:spPr>
      </p:pic>
      <p:sp>
        <p:nvSpPr>
          <p:cNvPr id="10" name="文本框 9"/>
          <p:cNvSpPr txBox="1"/>
          <p:nvPr/>
        </p:nvSpPr>
        <p:spPr>
          <a:xfrm>
            <a:off x="986155" y="5848350"/>
            <a:ext cx="4064000" cy="914400"/>
          </a:xfrm>
          <a:prstGeom prst="rect">
            <a:avLst/>
          </a:prstGeom>
          <a:noFill/>
          <a:ln>
            <a:noFill/>
          </a:ln>
        </p:spPr>
        <p:txBody>
          <a:bodyPr wrap="square" lIns="0" tIns="0" rIns="0" bIns="0" rtlCol="0">
            <a:noAutofit/>
          </a:bodyPr>
          <a:p>
            <a:pPr algn="l"/>
            <a:r>
              <a:rPr lang="zh-CN" altLang="en-US" sz="1800" dirty="0" smtClean="0"/>
              <a:t>壳体擦伤</a:t>
            </a:r>
            <a:endParaRPr lang="zh-CN" altLang="en-US" sz="1800" dirty="0" smtClean="0"/>
          </a:p>
        </p:txBody>
      </p:sp>
      <p:sp>
        <p:nvSpPr>
          <p:cNvPr id="11" name="文本框 10"/>
          <p:cNvSpPr txBox="1"/>
          <p:nvPr/>
        </p:nvSpPr>
        <p:spPr>
          <a:xfrm>
            <a:off x="5443855" y="3539490"/>
            <a:ext cx="4064000" cy="914400"/>
          </a:xfrm>
          <a:prstGeom prst="rect">
            <a:avLst/>
          </a:prstGeom>
          <a:noFill/>
          <a:ln>
            <a:noFill/>
          </a:ln>
        </p:spPr>
        <p:txBody>
          <a:bodyPr wrap="square" lIns="0" tIns="0" rIns="0" bIns="0" rtlCol="0">
            <a:noAutofit/>
          </a:bodyPr>
          <a:p>
            <a:pPr algn="l"/>
            <a:r>
              <a:rPr lang="zh-CN" altLang="en-US" sz="1800" dirty="0" smtClean="0"/>
              <a:t>针</a:t>
            </a:r>
            <a:r>
              <a:rPr lang="zh-CN" altLang="en-US" sz="1800" dirty="0" smtClean="0"/>
              <a:t>变形</a:t>
            </a:r>
            <a:endParaRPr lang="zh-CN" altLang="en-US" sz="1800" dirty="0" smtClean="0"/>
          </a:p>
        </p:txBody>
      </p:sp>
      <p:pic>
        <p:nvPicPr>
          <p:cNvPr id="12" name="图片 11"/>
          <p:cNvPicPr>
            <a:picLocks noChangeAspect="1"/>
          </p:cNvPicPr>
          <p:nvPr/>
        </p:nvPicPr>
        <p:blipFill>
          <a:blip r:embed="rId4"/>
          <a:stretch>
            <a:fillRect/>
          </a:stretch>
        </p:blipFill>
        <p:spPr>
          <a:xfrm>
            <a:off x="9256395" y="192405"/>
            <a:ext cx="2190750" cy="1276350"/>
          </a:xfrm>
          <a:prstGeom prst="rect">
            <a:avLst/>
          </a:prstGeom>
        </p:spPr>
      </p:pic>
      <p:pic>
        <p:nvPicPr>
          <p:cNvPr id="16" name="图片 15"/>
          <p:cNvPicPr>
            <a:picLocks noChangeAspect="1"/>
          </p:cNvPicPr>
          <p:nvPr/>
        </p:nvPicPr>
        <p:blipFill>
          <a:blip r:embed="rId5"/>
          <a:stretch>
            <a:fillRect/>
          </a:stretch>
        </p:blipFill>
        <p:spPr>
          <a:xfrm>
            <a:off x="9317990" y="1468755"/>
            <a:ext cx="2066925" cy="1228725"/>
          </a:xfrm>
          <a:prstGeom prst="rect">
            <a:avLst/>
          </a:prstGeom>
        </p:spPr>
      </p:pic>
      <p:pic>
        <p:nvPicPr>
          <p:cNvPr id="13" name="图片 12"/>
          <p:cNvPicPr>
            <a:picLocks noChangeAspect="1"/>
          </p:cNvPicPr>
          <p:nvPr/>
        </p:nvPicPr>
        <p:blipFill>
          <a:blip r:embed="rId6"/>
          <a:stretch>
            <a:fillRect/>
          </a:stretch>
        </p:blipFill>
        <p:spPr>
          <a:xfrm>
            <a:off x="8486775" y="2697480"/>
            <a:ext cx="3705225" cy="1314450"/>
          </a:xfrm>
          <a:prstGeom prst="rect">
            <a:avLst/>
          </a:prstGeom>
        </p:spPr>
      </p:pic>
      <p:pic>
        <p:nvPicPr>
          <p:cNvPr id="14" name="图片 13"/>
          <p:cNvPicPr>
            <a:picLocks noChangeAspect="1"/>
          </p:cNvPicPr>
          <p:nvPr/>
        </p:nvPicPr>
        <p:blipFill>
          <a:blip r:embed="rId7"/>
          <a:stretch>
            <a:fillRect/>
          </a:stretch>
        </p:blipFill>
        <p:spPr>
          <a:xfrm>
            <a:off x="9607550" y="4011930"/>
            <a:ext cx="1489075" cy="1313815"/>
          </a:xfrm>
          <a:prstGeom prst="rect">
            <a:avLst/>
          </a:prstGeom>
        </p:spPr>
      </p:pic>
      <p:sp>
        <p:nvSpPr>
          <p:cNvPr id="15" name="文本框 14"/>
          <p:cNvSpPr txBox="1"/>
          <p:nvPr/>
        </p:nvSpPr>
        <p:spPr>
          <a:xfrm>
            <a:off x="8858250" y="5448300"/>
            <a:ext cx="4064000" cy="914400"/>
          </a:xfrm>
          <a:prstGeom prst="rect">
            <a:avLst/>
          </a:prstGeom>
          <a:noFill/>
          <a:ln>
            <a:noFill/>
          </a:ln>
        </p:spPr>
        <p:txBody>
          <a:bodyPr wrap="square" lIns="0" tIns="0" rIns="0" bIns="0" rtlCol="0">
            <a:noAutofit/>
          </a:bodyPr>
          <a:p>
            <a:pPr algn="l"/>
            <a:r>
              <a:rPr lang="zh-CN" altLang="en-US" sz="1800" dirty="0" smtClean="0"/>
              <a:t>异色</a:t>
            </a:r>
            <a:endParaRPr lang="zh-CN" altLang="en-US" sz="1800" dirty="0" smtClean="0"/>
          </a:p>
        </p:txBody>
      </p:sp>
      <p:pic>
        <p:nvPicPr>
          <p:cNvPr id="17" name="图片 16"/>
          <p:cNvPicPr>
            <a:picLocks noChangeAspect="1"/>
          </p:cNvPicPr>
          <p:nvPr/>
        </p:nvPicPr>
        <p:blipFill>
          <a:blip r:embed="rId8"/>
          <a:stretch>
            <a:fillRect/>
          </a:stretch>
        </p:blipFill>
        <p:spPr>
          <a:xfrm>
            <a:off x="5016500" y="518795"/>
            <a:ext cx="1981200" cy="1066800"/>
          </a:xfrm>
          <a:prstGeom prst="rect">
            <a:avLst/>
          </a:prstGeom>
        </p:spPr>
      </p:pic>
      <p:pic>
        <p:nvPicPr>
          <p:cNvPr id="18" name="图片 17"/>
          <p:cNvPicPr>
            <a:picLocks noChangeAspect="1"/>
          </p:cNvPicPr>
          <p:nvPr/>
        </p:nvPicPr>
        <p:blipFill>
          <a:blip r:embed="rId9"/>
          <a:stretch>
            <a:fillRect/>
          </a:stretch>
        </p:blipFill>
        <p:spPr>
          <a:xfrm>
            <a:off x="5197475" y="2072005"/>
            <a:ext cx="1619250" cy="9810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4.xml><?xml version="1.0" encoding="utf-8"?>
<p:tagLst xmlns:p="http://schemas.openxmlformats.org/presentationml/2006/main">
  <p:tag name="THINKCELLUNDODONOTDELETE" val="0"/>
</p:tagLst>
</file>

<file path=ppt/theme/theme1.xml><?xml version="1.0" encoding="utf-8"?>
<a:theme xmlns:a="http://schemas.openxmlformats.org/drawingml/2006/main" name="Blank DE 17a">
  <a:themeElements>
    <a:clrScheme name="PhönixContact">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PhoenixContac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ot="0" spcFirstLastPara="0" vertOverflow="overflow" horzOverflow="overflow" vert="horz" wrap="square" lIns="72000" tIns="72000" rIns="72000" bIns="72000" numCol="1" spcCol="0" rtlCol="0" fromWordArt="0" anchor="ctr" anchorCtr="0" forceAA="0" compatLnSpc="1">
        <a:noAutofit/>
      </a:bodyPr>
      <a:lstStyle>
        <a:defPPr algn="ctr">
          <a:defRPr sz="1800" dirty="0" smtClean="0"/>
        </a:defPPr>
      </a:lstStyle>
    </a:spDef>
    <a:lnDef>
      <a:spPr bwMode="auto">
        <a:solidFill>
          <a:schemeClr val="accent1"/>
        </a:solidFill>
        <a:ln w="9525" cap="flat" cmpd="sng" algn="ctr">
          <a:solidFill>
            <a:schemeClr val="tx2"/>
          </a:solidFill>
          <a:prstDash val="solid"/>
          <a:round/>
          <a:headEnd type="none" w="med" len="med"/>
          <a:tailEnd type="none" w="med" len="med"/>
        </a:ln>
      </a:spPr>
      <a:bodyPr/>
      <a:lstStyle/>
    </a:lnDef>
    <a:txDef>
      <a:spPr>
        <a:noFill/>
        <a:ln>
          <a:noFill/>
        </a:ln>
      </a:spPr>
      <a:bodyPr wrap="square" lIns="0" tIns="0" rIns="0" bIns="0" rtlCol="0">
        <a:noAutofit/>
      </a:bodyPr>
      <a:lstStyle>
        <a:defPPr algn="l">
          <a:defRPr sz="18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rissa">
  <a:themeElements>
    <a:clrScheme name="PhönixContact">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PhoenixContac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
  <a:themeElements>
    <a:clrScheme name="PhönixContact">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PhoenixContac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0CC0A627E987E459E79A62E6942E5A0" ma:contentTypeVersion="15" ma:contentTypeDescription="Ein neues Dokument erstellen." ma:contentTypeScope="" ma:versionID="afd639f38e82c1455b1dde8185032418">
  <xsd:schema xmlns:xsd="http://www.w3.org/2001/XMLSchema" xmlns:xs="http://www.w3.org/2001/XMLSchema" xmlns:p="http://schemas.microsoft.com/office/2006/metadata/properties" xmlns:ns2="87e7ebae-2255-4697-b50e-9942eb0178f0" xmlns:ns3="e6173bfa-5183-41ec-94a9-6a6f390158be" targetNamespace="http://schemas.microsoft.com/office/2006/metadata/properties" ma:root="true" ma:fieldsID="0ce15a33393211eae477f14e799f27e2" ns2:_="" ns3:_="">
    <xsd:import namespace="87e7ebae-2255-4697-b50e-9942eb0178f0"/>
    <xsd:import namespace="e6173bfa-5183-41ec-94a9-6a6f390158b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e7ebae-2255-4697-b50e-9942eb0178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ildmarkierungen" ma:readOnly="false" ma:fieldId="{5cf76f15-5ced-4ddc-b409-7134ff3c332f}" ma:taxonomyMulti="true" ma:sspId="1edd3bbb-ac52-4e51-b71c-5248c8051ff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6173bfa-5183-41ec-94a9-6a6f390158be"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TaxCatchAll" ma:index="18" nillable="true" ma:displayName="Taxonomy Catch All Column" ma:hidden="true" ma:list="{29fd64bd-0cbc-4e9f-9d77-8b41bb98a19b}" ma:internalName="TaxCatchAll" ma:showField="CatchAllData" ma:web="e6173bfa-5183-41ec-94a9-6a6f390158b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7e7ebae-2255-4697-b50e-9942eb0178f0">
      <Terms xmlns="http://schemas.microsoft.com/office/infopath/2007/PartnerControls"/>
    </lcf76f155ced4ddcb4097134ff3c332f>
    <TaxCatchAll xmlns="e6173bfa-5183-41ec-94a9-6a6f390158b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A8CB00-2F6C-418C-BDC5-5D3C4E937C61}">
  <ds:schemaRefs/>
</ds:datastoreItem>
</file>

<file path=customXml/itemProps2.xml><?xml version="1.0" encoding="utf-8"?>
<ds:datastoreItem xmlns:ds="http://schemas.openxmlformats.org/officeDocument/2006/customXml" ds:itemID="{B2E866BB-D723-458E-8FEC-814FCFAB3BE5}">
  <ds:schemaRefs/>
</ds:datastoreItem>
</file>

<file path=customXml/itemProps3.xml><?xml version="1.0" encoding="utf-8"?>
<ds:datastoreItem xmlns:ds="http://schemas.openxmlformats.org/officeDocument/2006/customXml" ds:itemID="{92407D3D-424A-4B9B-B80D-2969AEF8E007}">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171</Words>
  <Application>WPS 演示</Application>
  <PresentationFormat>宽屏</PresentationFormat>
  <Paragraphs>23</Paragraphs>
  <Slides>3</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MS PGothic</vt:lpstr>
      <vt:lpstr>Arial</vt:lpstr>
      <vt:lpstr>微软雅黑</vt:lpstr>
      <vt:lpstr>Arial Unicode MS</vt:lpstr>
      <vt:lpstr>Blank DE 17a</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Marking in acc. with the know-how protection guideline</dc:title>
  <dc:creator>Wang, Run (XJDKWU)</dc:creator>
  <dc:subject>Phoenix Contact Master</dc:subject>
  <cp:lastModifiedBy>Seven</cp:lastModifiedBy>
  <cp:revision>306</cp:revision>
  <dcterms:created xsi:type="dcterms:W3CDTF">2025-01-20T01:48:00Z</dcterms:created>
  <dcterms:modified xsi:type="dcterms:W3CDTF">2026-07-24T03:10:35Z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0x010100F0CC0A627E987E459E79A62E6942E5A0</vt:lpwstr>
  </property>
  <property fmtid="{D5CDD505-2E9C-101B-9397-08002B2CF9AE}" pid="3" name="MediaServiceImageTags">
    <vt:lpwstr/>
  </property>
  <property fmtid="{D5CDD505-2E9C-101B-9397-08002B2CF9AE}" pid="4" name="KSOProductBuildVer">
    <vt:lpwstr>2052-12.1.0.26895</vt:lpwstr>
  </property>
  <property fmtid="{D5CDD505-2E9C-101B-9397-08002B2CF9AE}" pid="5" name="ICV">
    <vt:lpwstr>413034AA6EEB4EAB9C766C38C2B13BD6_13</vt:lpwstr>
  </property>
</Properties>
</file>